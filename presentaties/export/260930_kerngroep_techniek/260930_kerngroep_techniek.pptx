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7.xml" ContentType="application/vnd.openxmlformats-officedocument.presentationml.slide+xml"/>
  <Override PartName="/ppt/slides/slide29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1" name=""/>
          <p:cNvSpPr/>
          <p:nvPr/>
        </p:nvSpPr>
        <p:spPr>
          <a:xfrm>
            <a:off x="456840" y="2038320"/>
            <a:ext cx="2696040" cy="1495800"/>
          </a:xfrm>
          <a:custGeom>
            <a:avLst/>
            <a:gdLst/>
            <a:ahLst/>
            <a:rect l="0" t="0" r="r" b="b"/>
            <a:pathLst>
              <a:path w="7489" h="4155">
                <a:moveTo>
                  <a:pt x="0" y="0"/>
                </a:moveTo>
                <a:lnTo>
                  <a:pt x="7489" y="0"/>
                </a:lnTo>
                <a:lnTo>
                  <a:pt x="7489" y="4155"/>
                </a:lnTo>
                <a:lnTo>
                  <a:pt x="0" y="415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56840" y="2038320"/>
            <a:ext cx="2696040" cy="38160"/>
          </a:xfrm>
          <a:custGeom>
            <a:avLst/>
            <a:gdLst/>
            <a:ahLst/>
            <a:rect l="0" t="0" r="r" b="b"/>
            <a:pathLst>
              <a:path w="7489" h="106">
                <a:moveTo>
                  <a:pt x="0" y="0"/>
                </a:moveTo>
                <a:lnTo>
                  <a:pt x="7489" y="0"/>
                </a:lnTo>
                <a:lnTo>
                  <a:pt x="7489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56840" y="35240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3143160" y="2038320"/>
            <a:ext cx="9720" cy="1495800"/>
          </a:xfrm>
          <a:custGeom>
            <a:avLst/>
            <a:gdLst/>
            <a:ahLst/>
            <a:rect l="0" t="0" r="r" b="b"/>
            <a:pathLst>
              <a:path w="27" h="4155">
                <a:moveTo>
                  <a:pt x="0" y="105"/>
                </a:moveTo>
                <a:lnTo>
                  <a:pt x="0" y="4155"/>
                </a:lnTo>
                <a:lnTo>
                  <a:pt x="27" y="4155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56840" y="2038320"/>
            <a:ext cx="10080" cy="1495800"/>
          </a:xfrm>
          <a:custGeom>
            <a:avLst/>
            <a:gdLst/>
            <a:ahLst/>
            <a:rect l="0" t="0" r="r" b="b"/>
            <a:pathLst>
              <a:path w="28" h="4155">
                <a:moveTo>
                  <a:pt x="0" y="0"/>
                </a:moveTo>
                <a:lnTo>
                  <a:pt x="0" y="4155"/>
                </a:lnTo>
                <a:lnTo>
                  <a:pt x="28" y="4155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439920" y="135828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634320" y="2263680"/>
            <a:ext cx="843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De stand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34320" y="2571120"/>
            <a:ext cx="209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Laatste merge op Public dev: 4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34320" y="2771280"/>
            <a:ext cx="2632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september. Zes open pull requests, vijf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34320" y="2980800"/>
            <a:ext cx="2522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 draft. Nul gesloten issues sinds 15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323880" y="2038320"/>
            <a:ext cx="2686680" cy="1495800"/>
          </a:xfrm>
          <a:custGeom>
            <a:avLst/>
            <a:gdLst/>
            <a:ahLst/>
            <a:rect l="0" t="0" r="r" b="b"/>
            <a:pathLst>
              <a:path w="7463" h="4155">
                <a:moveTo>
                  <a:pt x="0" y="0"/>
                </a:moveTo>
                <a:lnTo>
                  <a:pt x="7463" y="0"/>
                </a:lnTo>
                <a:lnTo>
                  <a:pt x="7463" y="4155"/>
                </a:lnTo>
                <a:lnTo>
                  <a:pt x="0" y="415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323880" y="2038320"/>
            <a:ext cx="2686680" cy="38160"/>
          </a:xfrm>
          <a:custGeom>
            <a:avLst/>
            <a:gdLst/>
            <a:ahLst/>
            <a:rect l="0" t="0" r="r" b="b"/>
            <a:pathLst>
              <a:path w="7463" h="106">
                <a:moveTo>
                  <a:pt x="0" y="0"/>
                </a:moveTo>
                <a:lnTo>
                  <a:pt x="7463" y="0"/>
                </a:lnTo>
                <a:lnTo>
                  <a:pt x="746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323880" y="3524040"/>
            <a:ext cx="2686680" cy="10080"/>
          </a:xfrm>
          <a:custGeom>
            <a:avLst/>
            <a:gdLst/>
            <a:ahLst/>
            <a:rect l="0" t="0" r="r" b="b"/>
            <a:pathLst>
              <a:path w="7463" h="28">
                <a:moveTo>
                  <a:pt x="0" y="0"/>
                </a:moveTo>
                <a:lnTo>
                  <a:pt x="7463" y="0"/>
                </a:lnTo>
                <a:lnTo>
                  <a:pt x="74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6000480" y="2038320"/>
            <a:ext cx="10080" cy="1495800"/>
          </a:xfrm>
          <a:custGeom>
            <a:avLst/>
            <a:gdLst/>
            <a:ahLst/>
            <a:rect l="0" t="0" r="r" b="b"/>
            <a:pathLst>
              <a:path w="28" h="4155">
                <a:moveTo>
                  <a:pt x="0" y="105"/>
                </a:moveTo>
                <a:lnTo>
                  <a:pt x="0" y="4155"/>
                </a:lnTo>
                <a:lnTo>
                  <a:pt x="28" y="4155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323880" y="2038320"/>
            <a:ext cx="10080" cy="1495800"/>
          </a:xfrm>
          <a:custGeom>
            <a:avLst/>
            <a:gdLst/>
            <a:ahLst/>
            <a:rect l="0" t="0" r="r" b="b"/>
            <a:pathLst>
              <a:path w="28" h="4155">
                <a:moveTo>
                  <a:pt x="0" y="0"/>
                </a:moveTo>
                <a:lnTo>
                  <a:pt x="0" y="4155"/>
                </a:lnTo>
                <a:lnTo>
                  <a:pt x="28" y="4155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34320" y="3190320"/>
            <a:ext cx="770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september.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497040" y="2263680"/>
            <a:ext cx="1221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dat zegt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497040" y="2571120"/>
            <a:ext cx="219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Het werk staat tussen branch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497040" y="2771280"/>
            <a:ext cx="2632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release. De voorraad groeit sneller dan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497040" y="2980800"/>
            <a:ext cx="2580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er afrondt, en het knelpunt zit aan het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6181560" y="2038320"/>
            <a:ext cx="2696040" cy="1495800"/>
          </a:xfrm>
          <a:custGeom>
            <a:avLst/>
            <a:gdLst/>
            <a:ahLst/>
            <a:rect l="0" t="0" r="r" b="b"/>
            <a:pathLst>
              <a:path w="7489" h="4155">
                <a:moveTo>
                  <a:pt x="0" y="0"/>
                </a:moveTo>
                <a:lnTo>
                  <a:pt x="7489" y="0"/>
                </a:lnTo>
                <a:lnTo>
                  <a:pt x="7489" y="4155"/>
                </a:lnTo>
                <a:lnTo>
                  <a:pt x="0" y="415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6181560" y="2038320"/>
            <a:ext cx="2696040" cy="38160"/>
          </a:xfrm>
          <a:custGeom>
            <a:avLst/>
            <a:gdLst/>
            <a:ahLst/>
            <a:rect l="0" t="0" r="r" b="b"/>
            <a:pathLst>
              <a:path w="7489" h="106">
                <a:moveTo>
                  <a:pt x="0" y="0"/>
                </a:moveTo>
                <a:lnTo>
                  <a:pt x="7489" y="0"/>
                </a:lnTo>
                <a:lnTo>
                  <a:pt x="7489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181560" y="35240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8867520" y="2038320"/>
            <a:ext cx="10080" cy="1495800"/>
          </a:xfrm>
          <a:custGeom>
            <a:avLst/>
            <a:gdLst/>
            <a:ahLst/>
            <a:rect l="0" t="0" r="r" b="b"/>
            <a:pathLst>
              <a:path w="28" h="4155">
                <a:moveTo>
                  <a:pt x="0" y="105"/>
                </a:moveTo>
                <a:lnTo>
                  <a:pt x="0" y="4155"/>
                </a:lnTo>
                <a:lnTo>
                  <a:pt x="28" y="4155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6181560" y="2038320"/>
            <a:ext cx="9720" cy="1495800"/>
          </a:xfrm>
          <a:custGeom>
            <a:avLst/>
            <a:gdLst/>
            <a:ahLst/>
            <a:rect l="0" t="0" r="r" b="b"/>
            <a:pathLst>
              <a:path w="27" h="4155">
                <a:moveTo>
                  <a:pt x="0" y="0"/>
                </a:moveTo>
                <a:lnTo>
                  <a:pt x="0" y="4155"/>
                </a:lnTo>
                <a:lnTo>
                  <a:pt x="27" y="4155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497040" y="3190320"/>
            <a:ext cx="1256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eind van de keten.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6359400" y="2263680"/>
            <a:ext cx="928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helpt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6359400" y="2571120"/>
            <a:ext cx="2670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Elke cyclus een klein deel naar dev, 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359400" y="2771280"/>
            <a:ext cx="264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afspreken wanneer iets af is,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6359400" y="2980800"/>
            <a:ext cx="2512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 vandaag een pull request uit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6359400" y="319032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halen.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829040" y="3867120"/>
            <a:ext cx="695520" cy="9720"/>
          </a:xfrm>
          <a:custGeom>
            <a:avLst/>
            <a:gdLst/>
            <a:ahLst/>
            <a:rect l="0" t="0" r="r" b="b"/>
            <a:pathLst>
              <a:path w="193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7"/>
                </a:lnTo>
                <a:lnTo>
                  <a:pt x="264" y="27"/>
                </a:lnTo>
                <a:lnTo>
                  <a:pt x="264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1" y="0"/>
                </a:lnTo>
                <a:lnTo>
                  <a:pt x="741" y="27"/>
                </a:lnTo>
                <a:lnTo>
                  <a:pt x="661" y="27"/>
                </a:lnTo>
                <a:lnTo>
                  <a:pt x="661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9" y="0"/>
                </a:lnTo>
                <a:lnTo>
                  <a:pt x="1139" y="27"/>
                </a:lnTo>
                <a:lnTo>
                  <a:pt x="1058" y="27"/>
                </a:lnTo>
                <a:lnTo>
                  <a:pt x="1058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7"/>
                </a:lnTo>
                <a:lnTo>
                  <a:pt x="1191" y="27"/>
                </a:lnTo>
                <a:lnTo>
                  <a:pt x="1191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7"/>
                </a:lnTo>
                <a:lnTo>
                  <a:pt x="1456" y="27"/>
                </a:lnTo>
                <a:lnTo>
                  <a:pt x="1456" y="0"/>
                </a:lnTo>
                <a:moveTo>
                  <a:pt x="1588" y="0"/>
                </a:moveTo>
                <a:lnTo>
                  <a:pt x="1668" y="0"/>
                </a:lnTo>
                <a:lnTo>
                  <a:pt x="1668" y="27"/>
                </a:lnTo>
                <a:lnTo>
                  <a:pt x="1588" y="27"/>
                </a:lnTo>
                <a:lnTo>
                  <a:pt x="1588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457200" y="3711240"/>
            <a:ext cx="7242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voorbeelduitwerking is de eerste milestone die vandaag kan sluiten: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#109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is de acceptatietest.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2" name=""/>
          <p:cNvSpPr txBox="1"/>
          <p:nvPr/>
        </p:nvSpPr>
        <p:spPr>
          <a:xfrm>
            <a:off x="439920" y="1234440"/>
            <a:ext cx="9344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opleiding van Jochem in het informatiemodel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57200" y="1827720"/>
            <a:ext cx="9359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vraag van 15 september: druk een opleiding helemaal uit in het informatiemodel, zodat zichtbaar wordt of iedereen hetzelfde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56840" y="2400120"/>
            <a:ext cx="2696040" cy="1267200"/>
          </a:xfrm>
          <a:custGeom>
            <a:avLst/>
            <a:gdLst/>
            <a:ahLst/>
            <a:rect l="0" t="0" r="r" b="b"/>
            <a:pathLst>
              <a:path w="7489" h="3520">
                <a:moveTo>
                  <a:pt x="0" y="0"/>
                </a:moveTo>
                <a:lnTo>
                  <a:pt x="7489" y="0"/>
                </a:lnTo>
                <a:lnTo>
                  <a:pt x="7489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2400120"/>
            <a:ext cx="2696040" cy="38880"/>
          </a:xfrm>
          <a:custGeom>
            <a:avLst/>
            <a:gdLst/>
            <a:ahLst/>
            <a:rect l="0" t="0" r="r" b="b"/>
            <a:pathLst>
              <a:path w="7489" h="108">
                <a:moveTo>
                  <a:pt x="0" y="0"/>
                </a:moveTo>
                <a:lnTo>
                  <a:pt x="7489" y="0"/>
                </a:lnTo>
                <a:lnTo>
                  <a:pt x="7489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456840" y="36572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3143160" y="2400120"/>
            <a:ext cx="9720" cy="1267200"/>
          </a:xfrm>
          <a:custGeom>
            <a:avLst/>
            <a:gdLst/>
            <a:ahLst/>
            <a:rect l="0" t="0" r="r" b="b"/>
            <a:pathLst>
              <a:path w="27" h="3520">
                <a:moveTo>
                  <a:pt x="0" y="106"/>
                </a:moveTo>
                <a:lnTo>
                  <a:pt x="0" y="3520"/>
                </a:lnTo>
                <a:lnTo>
                  <a:pt x="27" y="352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45684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57200" y="2046960"/>
            <a:ext cx="590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bedoelt.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34320" y="2625840"/>
            <a:ext cx="1008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34320" y="2932920"/>
            <a:ext cx="221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257 regels over acht fasen, in 64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634320" y="3133080"/>
            <a:ext cx="214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beelden; 65 objecttypen in acht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3323880" y="2400120"/>
            <a:ext cx="2686680" cy="1267200"/>
          </a:xfrm>
          <a:custGeom>
            <a:avLst/>
            <a:gdLst/>
            <a:ahLst/>
            <a:rect l="0" t="0" r="r" b="b"/>
            <a:pathLst>
              <a:path w="7463" h="3520">
                <a:moveTo>
                  <a:pt x="0" y="0"/>
                </a:moveTo>
                <a:lnTo>
                  <a:pt x="7463" y="0"/>
                </a:lnTo>
                <a:lnTo>
                  <a:pt x="7463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3323880" y="2400120"/>
            <a:ext cx="2686680" cy="38880"/>
          </a:xfrm>
          <a:custGeom>
            <a:avLst/>
            <a:gdLst/>
            <a:ahLst/>
            <a:rect l="0" t="0" r="r" b="b"/>
            <a:pathLst>
              <a:path w="7463" h="108">
                <a:moveTo>
                  <a:pt x="0" y="0"/>
                </a:moveTo>
                <a:lnTo>
                  <a:pt x="7463" y="0"/>
                </a:lnTo>
                <a:lnTo>
                  <a:pt x="7463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3323880" y="3657240"/>
            <a:ext cx="2686680" cy="10080"/>
          </a:xfrm>
          <a:custGeom>
            <a:avLst/>
            <a:gdLst/>
            <a:ahLst/>
            <a:rect l="0" t="0" r="r" b="b"/>
            <a:pathLst>
              <a:path w="7463" h="28">
                <a:moveTo>
                  <a:pt x="0" y="0"/>
                </a:moveTo>
                <a:lnTo>
                  <a:pt x="7463" y="0"/>
                </a:lnTo>
                <a:lnTo>
                  <a:pt x="74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600048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332388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634320" y="3333240"/>
            <a:ext cx="1206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begrippenfamilies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3497040" y="2625840"/>
            <a:ext cx="1267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het leest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3497040" y="2932920"/>
            <a:ext cx="2567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stap: wat ontstaat, wat verandert,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497040" y="3133080"/>
            <a:ext cx="207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 wat tussen welke systemen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6181560" y="2400120"/>
            <a:ext cx="2696040" cy="1267200"/>
          </a:xfrm>
          <a:custGeom>
            <a:avLst/>
            <a:gdLst/>
            <a:ahLst/>
            <a:rect l="0" t="0" r="r" b="b"/>
            <a:pathLst>
              <a:path w="7489" h="3520">
                <a:moveTo>
                  <a:pt x="0" y="0"/>
                </a:moveTo>
                <a:lnTo>
                  <a:pt x="7489" y="0"/>
                </a:lnTo>
                <a:lnTo>
                  <a:pt x="7489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6181560" y="2400120"/>
            <a:ext cx="2696040" cy="38880"/>
          </a:xfrm>
          <a:custGeom>
            <a:avLst/>
            <a:gdLst/>
            <a:ahLst/>
            <a:rect l="0" t="0" r="r" b="b"/>
            <a:pathLst>
              <a:path w="7489" h="108">
                <a:moveTo>
                  <a:pt x="0" y="0"/>
                </a:moveTo>
                <a:lnTo>
                  <a:pt x="7489" y="0"/>
                </a:lnTo>
                <a:lnTo>
                  <a:pt x="7489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6181560" y="36572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86752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6181560" y="2400120"/>
            <a:ext cx="9720" cy="1267200"/>
          </a:xfrm>
          <a:custGeom>
            <a:avLst/>
            <a:gdLst/>
            <a:ahLst/>
            <a:rect l="0" t="0" r="r" b="b"/>
            <a:pathLst>
              <a:path w="27" h="3520">
                <a:moveTo>
                  <a:pt x="0" y="0"/>
                </a:moveTo>
                <a:lnTo>
                  <a:pt x="0" y="3520"/>
                </a:lnTo>
                <a:lnTo>
                  <a:pt x="27" y="352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497040" y="3333240"/>
            <a:ext cx="52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stroomt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6359400" y="2625840"/>
            <a:ext cx="1942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gevraagd wordt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6359400" y="2932920"/>
            <a:ext cx="228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Feedback, geen commitment: 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6359400" y="3133080"/>
            <a:ext cx="2580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beeld de eigen naam en de eigen plek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359400" y="3333240"/>
            <a:ext cx="84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in het model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57200" y="3847320"/>
            <a:ext cx="8544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Conceptueel niveau (MIM 1 en 2): geen payloads, geen endpoints, geen diensten. Vandaag loopt fase 1 er helemaal doorheen.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1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3" name="" descr=""/>
          <p:cNvPicPr/>
          <p:nvPr/>
        </p:nvPicPr>
        <p:blipFill>
          <a:blip r:embed="rId2"/>
          <a:stretch/>
        </p:blipFill>
        <p:spPr>
          <a:xfrm>
            <a:off x="466560" y="119052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74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08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9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410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2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29" name=""/>
          <p:cNvSpPr/>
          <p:nvPr/>
        </p:nvSpPr>
        <p:spPr>
          <a:xfrm>
            <a:off x="595080" y="97596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6"/>
                </a:cubicBezTo>
                <a:cubicBezTo>
                  <a:pt x="22427" y="9"/>
                  <a:pt x="22444" y="14"/>
                  <a:pt x="22460" y="21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5"/>
                  <a:pt x="22533" y="66"/>
                  <a:pt x="22546" y="78"/>
                </a:cubicBezTo>
                <a:cubicBezTo>
                  <a:pt x="22558" y="90"/>
                  <a:pt x="22569" y="104"/>
                  <a:pt x="22578" y="118"/>
                </a:cubicBezTo>
                <a:cubicBezTo>
                  <a:pt x="22588" y="133"/>
                  <a:pt x="22596" y="148"/>
                  <a:pt x="22603" y="164"/>
                </a:cubicBezTo>
                <a:cubicBezTo>
                  <a:pt x="22610" y="180"/>
                  <a:pt x="22615" y="196"/>
                  <a:pt x="22618" y="213"/>
                </a:cubicBezTo>
                <a:cubicBezTo>
                  <a:pt x="22621" y="230"/>
                  <a:pt x="22623" y="248"/>
                  <a:pt x="22623" y="265"/>
                </a:cubicBezTo>
                <a:lnTo>
                  <a:pt x="22623" y="8971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40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8"/>
                </a:cubicBezTo>
                <a:cubicBezTo>
                  <a:pt x="22569" y="9132"/>
                  <a:pt x="22558" y="9146"/>
                  <a:pt x="22546" y="9158"/>
                </a:cubicBezTo>
                <a:cubicBezTo>
                  <a:pt x="22533" y="9170"/>
                  <a:pt x="22520" y="9181"/>
                  <a:pt x="22505" y="9191"/>
                </a:cubicBezTo>
                <a:cubicBezTo>
                  <a:pt x="22491" y="9200"/>
                  <a:pt x="22476" y="9209"/>
                  <a:pt x="22460" y="9215"/>
                </a:cubicBezTo>
                <a:cubicBezTo>
                  <a:pt x="22444" y="9222"/>
                  <a:pt x="22427" y="9227"/>
                  <a:pt x="22410" y="9230"/>
                </a:cubicBezTo>
                <a:cubicBezTo>
                  <a:pt x="22393" y="9234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4"/>
                  <a:pt x="213" y="9230"/>
                </a:cubicBezTo>
                <a:cubicBezTo>
                  <a:pt x="196" y="9227"/>
                  <a:pt x="180" y="9222"/>
                  <a:pt x="163" y="9215"/>
                </a:cubicBezTo>
                <a:cubicBezTo>
                  <a:pt x="147" y="9209"/>
                  <a:pt x="132" y="9200"/>
                  <a:pt x="118" y="9191"/>
                </a:cubicBezTo>
                <a:cubicBezTo>
                  <a:pt x="103" y="9181"/>
                  <a:pt x="90" y="9170"/>
                  <a:pt x="78" y="9158"/>
                </a:cubicBezTo>
                <a:cubicBezTo>
                  <a:pt x="65" y="9146"/>
                  <a:pt x="54" y="9132"/>
                  <a:pt x="45" y="9118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40"/>
                  <a:pt x="5" y="9022"/>
                </a:cubicBezTo>
                <a:cubicBezTo>
                  <a:pt x="2" y="9005"/>
                  <a:pt x="0" y="8988"/>
                  <a:pt x="0" y="8971"/>
                </a:cubicBez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80" y="14"/>
                  <a:pt x="196" y="9"/>
                  <a:pt x="213" y="6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595080" y="97596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6"/>
                </a:cubicBezTo>
                <a:cubicBezTo>
                  <a:pt x="22427" y="9"/>
                  <a:pt x="22444" y="14"/>
                  <a:pt x="22460" y="21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5"/>
                  <a:pt x="22533" y="66"/>
                  <a:pt x="22546" y="78"/>
                </a:cubicBezTo>
                <a:cubicBezTo>
                  <a:pt x="22558" y="90"/>
                  <a:pt x="22569" y="104"/>
                  <a:pt x="22578" y="118"/>
                </a:cubicBezTo>
                <a:cubicBezTo>
                  <a:pt x="22588" y="133"/>
                  <a:pt x="22596" y="148"/>
                  <a:pt x="22603" y="164"/>
                </a:cubicBezTo>
                <a:cubicBezTo>
                  <a:pt x="22610" y="180"/>
                  <a:pt x="22615" y="196"/>
                  <a:pt x="22618" y="213"/>
                </a:cubicBezTo>
                <a:cubicBezTo>
                  <a:pt x="22621" y="230"/>
                  <a:pt x="22623" y="248"/>
                  <a:pt x="22623" y="265"/>
                </a:cubicBezTo>
                <a:lnTo>
                  <a:pt x="22623" y="8971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40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8"/>
                </a:cubicBezTo>
                <a:cubicBezTo>
                  <a:pt x="22569" y="9132"/>
                  <a:pt x="22558" y="9146"/>
                  <a:pt x="22546" y="9158"/>
                </a:cubicBezTo>
                <a:cubicBezTo>
                  <a:pt x="22533" y="9170"/>
                  <a:pt x="22520" y="9181"/>
                  <a:pt x="22505" y="9191"/>
                </a:cubicBezTo>
                <a:cubicBezTo>
                  <a:pt x="22491" y="9200"/>
                  <a:pt x="22476" y="9209"/>
                  <a:pt x="22460" y="9215"/>
                </a:cubicBezTo>
                <a:cubicBezTo>
                  <a:pt x="22444" y="9222"/>
                  <a:pt x="22427" y="9227"/>
                  <a:pt x="22410" y="9230"/>
                </a:cubicBezTo>
                <a:cubicBezTo>
                  <a:pt x="22393" y="9234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4"/>
                  <a:pt x="213" y="9230"/>
                </a:cubicBezTo>
                <a:cubicBezTo>
                  <a:pt x="196" y="9227"/>
                  <a:pt x="180" y="9222"/>
                  <a:pt x="163" y="9215"/>
                </a:cubicBezTo>
                <a:cubicBezTo>
                  <a:pt x="147" y="9209"/>
                  <a:pt x="132" y="9200"/>
                  <a:pt x="118" y="9191"/>
                </a:cubicBezTo>
                <a:cubicBezTo>
                  <a:pt x="103" y="9181"/>
                  <a:pt x="90" y="9170"/>
                  <a:pt x="78" y="9158"/>
                </a:cubicBezTo>
                <a:cubicBezTo>
                  <a:pt x="65" y="9146"/>
                  <a:pt x="54" y="9132"/>
                  <a:pt x="45" y="9118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40"/>
                  <a:pt x="5" y="9022"/>
                </a:cubicBezTo>
                <a:cubicBezTo>
                  <a:pt x="2" y="9005"/>
                  <a:pt x="0" y="8988"/>
                  <a:pt x="0" y="8971"/>
                </a:cubicBez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80" y="14"/>
                  <a:pt x="196" y="9"/>
                  <a:pt x="213" y="6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457200" y="73224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BEELD  1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04520" y="135252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6"/>
                  <a:pt x="5361" y="10"/>
                  <a:pt x="5374" y="16"/>
                </a:cubicBezTo>
                <a:cubicBezTo>
                  <a:pt x="5387" y="21"/>
                  <a:pt x="5399" y="28"/>
                  <a:pt x="5411" y="35"/>
                </a:cubicBezTo>
                <a:cubicBezTo>
                  <a:pt x="5422" y="43"/>
                  <a:pt x="5433" y="52"/>
                  <a:pt x="5443" y="62"/>
                </a:cubicBezTo>
                <a:cubicBezTo>
                  <a:pt x="5453" y="71"/>
                  <a:pt x="5461" y="82"/>
                  <a:pt x="5469" y="94"/>
                </a:cubicBezTo>
                <a:cubicBezTo>
                  <a:pt x="5477" y="105"/>
                  <a:pt x="5483" y="117"/>
                  <a:pt x="5489" y="130"/>
                </a:cubicBezTo>
                <a:cubicBezTo>
                  <a:pt x="5494" y="143"/>
                  <a:pt x="5498" y="156"/>
                  <a:pt x="5501" y="170"/>
                </a:cubicBezTo>
                <a:cubicBezTo>
                  <a:pt x="5503" y="184"/>
                  <a:pt x="5505" y="197"/>
                  <a:pt x="5505" y="211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0"/>
                </a:cubicBezTo>
                <a:cubicBezTo>
                  <a:pt x="5498" y="1114"/>
                  <a:pt x="5494" y="1127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8"/>
                  <a:pt x="5453" y="1199"/>
                  <a:pt x="5443" y="1209"/>
                </a:cubicBezTo>
                <a:cubicBezTo>
                  <a:pt x="5433" y="1218"/>
                  <a:pt x="5422" y="1227"/>
                  <a:pt x="5411" y="1235"/>
                </a:cubicBezTo>
                <a:cubicBezTo>
                  <a:pt x="5399" y="1243"/>
                  <a:pt x="5387" y="1249"/>
                  <a:pt x="5374" y="1254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69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04520" y="135252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6"/>
                  <a:pt x="5361" y="10"/>
                  <a:pt x="5374" y="16"/>
                </a:cubicBezTo>
                <a:cubicBezTo>
                  <a:pt x="5387" y="21"/>
                  <a:pt x="5399" y="28"/>
                  <a:pt x="5411" y="35"/>
                </a:cubicBezTo>
                <a:cubicBezTo>
                  <a:pt x="5422" y="43"/>
                  <a:pt x="5433" y="52"/>
                  <a:pt x="5443" y="62"/>
                </a:cubicBezTo>
                <a:cubicBezTo>
                  <a:pt x="5453" y="71"/>
                  <a:pt x="5461" y="82"/>
                  <a:pt x="5469" y="94"/>
                </a:cubicBezTo>
                <a:cubicBezTo>
                  <a:pt x="5477" y="105"/>
                  <a:pt x="5483" y="117"/>
                  <a:pt x="5489" y="130"/>
                </a:cubicBezTo>
                <a:cubicBezTo>
                  <a:pt x="5494" y="143"/>
                  <a:pt x="5498" y="156"/>
                  <a:pt x="5501" y="170"/>
                </a:cubicBezTo>
                <a:cubicBezTo>
                  <a:pt x="5503" y="184"/>
                  <a:pt x="5505" y="197"/>
                  <a:pt x="5505" y="211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0"/>
                </a:cubicBezTo>
                <a:cubicBezTo>
                  <a:pt x="5498" y="1114"/>
                  <a:pt x="5494" y="1127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8"/>
                  <a:pt x="5453" y="1199"/>
                  <a:pt x="5443" y="1209"/>
                </a:cubicBezTo>
                <a:cubicBezTo>
                  <a:pt x="5433" y="1218"/>
                  <a:pt x="5422" y="1227"/>
                  <a:pt x="5411" y="1235"/>
                </a:cubicBezTo>
                <a:cubicBezTo>
                  <a:pt x="5399" y="1243"/>
                  <a:pt x="5387" y="1249"/>
                  <a:pt x="5374" y="1254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69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495520" y="1447560"/>
            <a:ext cx="95400" cy="57600"/>
          </a:xfrm>
          <a:custGeom>
            <a:avLst/>
            <a:gdLst/>
            <a:ahLst/>
            <a:rect l="0" t="0" r="r" b="b"/>
            <a:pathLst>
              <a:path w="265" h="160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1"/>
                  <a:pt x="234" y="17"/>
                  <a:pt x="242" y="24"/>
                </a:cubicBezTo>
                <a:cubicBezTo>
                  <a:pt x="249" y="32"/>
                  <a:pt x="255" y="40"/>
                  <a:pt x="259" y="50"/>
                </a:cubicBezTo>
                <a:cubicBezTo>
                  <a:pt x="263" y="60"/>
                  <a:pt x="265" y="70"/>
                  <a:pt x="265" y="81"/>
                </a:cubicBezTo>
                <a:cubicBezTo>
                  <a:pt x="265" y="91"/>
                  <a:pt x="263" y="101"/>
                  <a:pt x="259" y="111"/>
                </a:cubicBezTo>
                <a:cubicBezTo>
                  <a:pt x="255" y="121"/>
                  <a:pt x="249" y="129"/>
                  <a:pt x="242" y="137"/>
                </a:cubicBezTo>
                <a:cubicBezTo>
                  <a:pt x="234" y="144"/>
                  <a:pt x="226" y="150"/>
                  <a:pt x="216" y="154"/>
                </a:cubicBezTo>
                <a:cubicBezTo>
                  <a:pt x="206" y="158"/>
                  <a:pt x="196" y="160"/>
                  <a:pt x="186" y="160"/>
                </a:cubicBezTo>
                <a:lnTo>
                  <a:pt x="80" y="160"/>
                </a:lnTo>
                <a:cubicBezTo>
                  <a:pt x="69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5" y="32"/>
                  <a:pt x="23" y="24"/>
                </a:cubicBezTo>
                <a:cubicBezTo>
                  <a:pt x="30" y="17"/>
                  <a:pt x="39" y="11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571480" y="1447560"/>
            <a:ext cx="38520" cy="57600"/>
          </a:xfrm>
          <a:custGeom>
            <a:avLst/>
            <a:gdLst/>
            <a:ahLst/>
            <a:rect l="0" t="0" r="r" b="b"/>
            <a:pathLst>
              <a:path w="107" h="160">
                <a:moveTo>
                  <a:pt x="107" y="81"/>
                </a:moveTo>
                <a:cubicBezTo>
                  <a:pt x="107" y="91"/>
                  <a:pt x="106" y="101"/>
                  <a:pt x="103" y="111"/>
                </a:cubicBezTo>
                <a:cubicBezTo>
                  <a:pt x="100" y="121"/>
                  <a:pt x="97" y="129"/>
                  <a:pt x="92" y="137"/>
                </a:cubicBezTo>
                <a:cubicBezTo>
                  <a:pt x="87" y="144"/>
                  <a:pt x="81" y="150"/>
                  <a:pt x="74" y="154"/>
                </a:cubicBezTo>
                <a:cubicBezTo>
                  <a:pt x="68" y="158"/>
                  <a:pt x="61" y="160"/>
                  <a:pt x="54" y="160"/>
                </a:cubicBezTo>
                <a:cubicBezTo>
                  <a:pt x="46" y="160"/>
                  <a:pt x="39" y="158"/>
                  <a:pt x="33" y="154"/>
                </a:cubicBezTo>
                <a:cubicBezTo>
                  <a:pt x="26" y="150"/>
                  <a:pt x="21" y="144"/>
                  <a:pt x="16" y="137"/>
                </a:cubicBezTo>
                <a:cubicBezTo>
                  <a:pt x="11" y="129"/>
                  <a:pt x="7" y="121"/>
                  <a:pt x="4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4" y="50"/>
                </a:cubicBezTo>
                <a:cubicBezTo>
                  <a:pt x="7" y="40"/>
                  <a:pt x="11" y="32"/>
                  <a:pt x="16" y="24"/>
                </a:cubicBezTo>
                <a:cubicBezTo>
                  <a:pt x="21" y="17"/>
                  <a:pt x="26" y="11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1"/>
                  <a:pt x="87" y="17"/>
                  <a:pt x="92" y="24"/>
                </a:cubicBezTo>
                <a:cubicBezTo>
                  <a:pt x="97" y="32"/>
                  <a:pt x="100" y="40"/>
                  <a:pt x="103" y="50"/>
                </a:cubicBezTo>
                <a:cubicBezTo>
                  <a:pt x="106" y="60"/>
                  <a:pt x="107" y="70"/>
                  <a:pt x="107" y="81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704880" y="104868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799920" y="141804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781000" y="135252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6"/>
                  <a:pt x="8298" y="10"/>
                  <a:pt x="8311" y="16"/>
                </a:cubicBezTo>
                <a:cubicBezTo>
                  <a:pt x="8324" y="21"/>
                  <a:pt x="8336" y="28"/>
                  <a:pt x="8347" y="35"/>
                </a:cubicBezTo>
                <a:cubicBezTo>
                  <a:pt x="8359" y="43"/>
                  <a:pt x="8370" y="52"/>
                  <a:pt x="8380" y="62"/>
                </a:cubicBezTo>
                <a:cubicBezTo>
                  <a:pt x="8389" y="71"/>
                  <a:pt x="8398" y="82"/>
                  <a:pt x="8406" y="94"/>
                </a:cubicBezTo>
                <a:cubicBezTo>
                  <a:pt x="8414" y="105"/>
                  <a:pt x="8420" y="117"/>
                  <a:pt x="8425" y="130"/>
                </a:cubicBezTo>
                <a:cubicBezTo>
                  <a:pt x="8431" y="143"/>
                  <a:pt x="8435" y="156"/>
                  <a:pt x="8437" y="170"/>
                </a:cubicBezTo>
                <a:cubicBezTo>
                  <a:pt x="8440" y="184"/>
                  <a:pt x="8442" y="197"/>
                  <a:pt x="8442" y="211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0"/>
                </a:cubicBezTo>
                <a:cubicBezTo>
                  <a:pt x="8435" y="1114"/>
                  <a:pt x="8431" y="1127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8"/>
                  <a:pt x="8389" y="1199"/>
                  <a:pt x="8380" y="1209"/>
                </a:cubicBezTo>
                <a:cubicBezTo>
                  <a:pt x="8370" y="1218"/>
                  <a:pt x="8359" y="1227"/>
                  <a:pt x="8347" y="1235"/>
                </a:cubicBezTo>
                <a:cubicBezTo>
                  <a:pt x="8336" y="1243"/>
                  <a:pt x="8324" y="1249"/>
                  <a:pt x="8311" y="1254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69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781000" y="135252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6"/>
                  <a:pt x="8298" y="10"/>
                  <a:pt x="8311" y="16"/>
                </a:cubicBezTo>
                <a:cubicBezTo>
                  <a:pt x="8324" y="21"/>
                  <a:pt x="8336" y="28"/>
                  <a:pt x="8347" y="35"/>
                </a:cubicBezTo>
                <a:cubicBezTo>
                  <a:pt x="8359" y="43"/>
                  <a:pt x="8370" y="52"/>
                  <a:pt x="8380" y="62"/>
                </a:cubicBezTo>
                <a:cubicBezTo>
                  <a:pt x="8389" y="71"/>
                  <a:pt x="8398" y="82"/>
                  <a:pt x="8406" y="94"/>
                </a:cubicBezTo>
                <a:cubicBezTo>
                  <a:pt x="8414" y="105"/>
                  <a:pt x="8420" y="117"/>
                  <a:pt x="8425" y="130"/>
                </a:cubicBezTo>
                <a:cubicBezTo>
                  <a:pt x="8431" y="143"/>
                  <a:pt x="8435" y="156"/>
                  <a:pt x="8437" y="170"/>
                </a:cubicBezTo>
                <a:cubicBezTo>
                  <a:pt x="8440" y="184"/>
                  <a:pt x="8442" y="197"/>
                  <a:pt x="8442" y="211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0"/>
                </a:cubicBezTo>
                <a:cubicBezTo>
                  <a:pt x="8435" y="1114"/>
                  <a:pt x="8431" y="1127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8"/>
                  <a:pt x="8389" y="1199"/>
                  <a:pt x="8380" y="1209"/>
                </a:cubicBezTo>
                <a:cubicBezTo>
                  <a:pt x="8370" y="1218"/>
                  <a:pt x="8359" y="1227"/>
                  <a:pt x="8347" y="1235"/>
                </a:cubicBezTo>
                <a:cubicBezTo>
                  <a:pt x="8336" y="1243"/>
                  <a:pt x="8324" y="1249"/>
                  <a:pt x="8311" y="1254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69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638680" y="141912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80"/>
                </a:moveTo>
                <a:lnTo>
                  <a:pt x="211" y="80"/>
                </a:lnTo>
                <a:lnTo>
                  <a:pt x="211" y="0"/>
                </a:lnTo>
                <a:lnTo>
                  <a:pt x="345" y="160"/>
                </a:lnTo>
                <a:lnTo>
                  <a:pt x="211" y="318"/>
                </a:lnTo>
                <a:lnTo>
                  <a:pt x="211" y="239"/>
                </a:lnTo>
                <a:lnTo>
                  <a:pt x="0" y="239"/>
                </a:lnTo>
                <a:lnTo>
                  <a:pt x="0" y="8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99920" y="157176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2876400" y="141804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1192680" y="180972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79"/>
                </a:lnTo>
                <a:lnTo>
                  <a:pt x="0" y="79"/>
                </a:lnTo>
                <a:lnTo>
                  <a:pt x="0" y="0"/>
                </a:lnTo>
                <a:lnTo>
                  <a:pt x="41" y="0"/>
                </a:lnTo>
                <a:moveTo>
                  <a:pt x="41" y="158"/>
                </a:moveTo>
                <a:lnTo>
                  <a:pt x="41" y="238"/>
                </a:lnTo>
                <a:lnTo>
                  <a:pt x="0" y="238"/>
                </a:lnTo>
                <a:lnTo>
                  <a:pt x="0" y="158"/>
                </a:lnTo>
                <a:lnTo>
                  <a:pt x="41" y="158"/>
                </a:lnTo>
                <a:moveTo>
                  <a:pt x="41" y="317"/>
                </a:moveTo>
                <a:lnTo>
                  <a:pt x="41" y="396"/>
                </a:lnTo>
                <a:lnTo>
                  <a:pt x="0" y="396"/>
                </a:lnTo>
                <a:lnTo>
                  <a:pt x="0" y="317"/>
                </a:lnTo>
                <a:lnTo>
                  <a:pt x="41" y="317"/>
                </a:lnTo>
                <a:moveTo>
                  <a:pt x="41" y="476"/>
                </a:moveTo>
                <a:lnTo>
                  <a:pt x="41" y="530"/>
                </a:lnTo>
                <a:lnTo>
                  <a:pt x="0" y="530"/>
                </a:lnTo>
                <a:lnTo>
                  <a:pt x="0" y="476"/>
                </a:lnTo>
                <a:lnTo>
                  <a:pt x="41" y="47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1152360" y="1942920"/>
            <a:ext cx="95760" cy="57600"/>
          </a:xfrm>
          <a:custGeom>
            <a:avLst/>
            <a:gdLst/>
            <a:ahLst/>
            <a:rect l="0" t="0" r="r" b="b"/>
            <a:pathLst>
              <a:path fill="none" w="266" h="160">
                <a:moveTo>
                  <a:pt x="0" y="0"/>
                </a:moveTo>
                <a:lnTo>
                  <a:pt x="133" y="160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971280" y="2038320"/>
            <a:ext cx="5486760" cy="1943280"/>
          </a:xfrm>
          <a:custGeom>
            <a:avLst/>
            <a:gdLst/>
            <a:ahLst/>
            <a:rect l="0" t="0" r="r" b="b"/>
            <a:pathLst>
              <a:path w="15241" h="5398">
                <a:moveTo>
                  <a:pt x="0" y="0"/>
                </a:moveTo>
                <a:lnTo>
                  <a:pt x="15241" y="0"/>
                </a:lnTo>
                <a:lnTo>
                  <a:pt x="15241" y="5398"/>
                </a:lnTo>
                <a:lnTo>
                  <a:pt x="0" y="539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971280" y="2038320"/>
            <a:ext cx="5486760" cy="1943280"/>
          </a:xfrm>
          <a:custGeom>
            <a:avLst/>
            <a:gdLst/>
            <a:ahLst/>
            <a:rect l="0" t="0" r="r" b="b"/>
            <a:pathLst>
              <a:path w="15241" h="5398">
                <a:moveTo>
                  <a:pt x="0" y="0"/>
                </a:moveTo>
                <a:lnTo>
                  <a:pt x="15241" y="0"/>
                </a:lnTo>
                <a:lnTo>
                  <a:pt x="15241" y="5398"/>
                </a:lnTo>
                <a:lnTo>
                  <a:pt x="0" y="5398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6267240" y="21142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6267240" y="21477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2876400" y="157176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066680" y="210384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1104840" y="2438280"/>
            <a:ext cx="5258160" cy="1447920"/>
          </a:xfrm>
          <a:custGeom>
            <a:avLst/>
            <a:gdLst/>
            <a:ahLst/>
            <a:rect l="0" t="0" r="r" b="b"/>
            <a:pathLst>
              <a:path w="14606" h="4022">
                <a:moveTo>
                  <a:pt x="0" y="0"/>
                </a:moveTo>
                <a:lnTo>
                  <a:pt x="14606" y="0"/>
                </a:lnTo>
                <a:lnTo>
                  <a:pt x="14606" y="4022"/>
                </a:lnTo>
                <a:lnTo>
                  <a:pt x="0" y="40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1104840" y="2438280"/>
            <a:ext cx="5258160" cy="1447920"/>
          </a:xfrm>
          <a:custGeom>
            <a:avLst/>
            <a:gdLst/>
            <a:ahLst/>
            <a:rect l="0" t="0" r="r" b="b"/>
            <a:pathLst>
              <a:path w="14606" h="4022">
                <a:moveTo>
                  <a:pt x="0" y="0"/>
                </a:moveTo>
                <a:lnTo>
                  <a:pt x="14606" y="0"/>
                </a:lnTo>
                <a:lnTo>
                  <a:pt x="14606" y="4022"/>
                </a:lnTo>
                <a:lnTo>
                  <a:pt x="0" y="402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171840" y="251424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6171840" y="254772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1066680" y="225756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1200240" y="250380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1238040" y="2838240"/>
            <a:ext cx="5029560" cy="952920"/>
          </a:xfrm>
          <a:custGeom>
            <a:avLst/>
            <a:gdLst/>
            <a:ahLst/>
            <a:rect l="0" t="0" r="r" b="b"/>
            <a:pathLst>
              <a:path w="13971" h="2647">
                <a:moveTo>
                  <a:pt x="0" y="0"/>
                </a:moveTo>
                <a:lnTo>
                  <a:pt x="13971" y="0"/>
                </a:lnTo>
                <a:lnTo>
                  <a:pt x="1397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1238040" y="2838240"/>
            <a:ext cx="5029560" cy="952920"/>
          </a:xfrm>
          <a:custGeom>
            <a:avLst/>
            <a:gdLst/>
            <a:ahLst/>
            <a:rect l="0" t="0" r="r" b="b"/>
            <a:pathLst>
              <a:path w="13971" h="2647">
                <a:moveTo>
                  <a:pt x="0" y="0"/>
                </a:moveTo>
                <a:lnTo>
                  <a:pt x="13971" y="0"/>
                </a:lnTo>
                <a:lnTo>
                  <a:pt x="1397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6076800" y="2914560"/>
            <a:ext cx="114480" cy="95400"/>
          </a:xfrm>
          <a:custGeom>
            <a:avLst/>
            <a:gdLst/>
            <a:ahLst/>
            <a:rect l="0" t="0" r="r" b="b"/>
            <a:pathLst>
              <a:path w="318" h="265">
                <a:moveTo>
                  <a:pt x="0" y="0"/>
                </a:moveTo>
                <a:lnTo>
                  <a:pt x="318" y="0"/>
                </a:lnTo>
                <a:lnTo>
                  <a:pt x="31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6076800" y="294768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200240" y="265752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333440" y="290376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1371240" y="323820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371240" y="323820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5981400" y="331452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5981400" y="334800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333440" y="305748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467000" y="330372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467000" y="345780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704880" y="406728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700440" y="439488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80" name=""/>
          <p:cNvSpPr/>
          <p:nvPr/>
        </p:nvSpPr>
        <p:spPr>
          <a:xfrm>
            <a:off x="594360" y="737280"/>
            <a:ext cx="8145720" cy="3802320"/>
          </a:xfrm>
          <a:custGeom>
            <a:avLst/>
            <a:gdLst/>
            <a:ahLst/>
            <a:rect l="0" t="0" r="r" b="b"/>
            <a:pathLst>
              <a:path w="22627" h="10562">
                <a:moveTo>
                  <a:pt x="222" y="0"/>
                </a:moveTo>
                <a:lnTo>
                  <a:pt x="22406" y="0"/>
                </a:lnTo>
                <a:cubicBezTo>
                  <a:pt x="22420" y="0"/>
                  <a:pt x="22435" y="1"/>
                  <a:pt x="22449" y="4"/>
                </a:cubicBezTo>
                <a:cubicBezTo>
                  <a:pt x="22463" y="7"/>
                  <a:pt x="22477" y="11"/>
                  <a:pt x="22490" y="17"/>
                </a:cubicBezTo>
                <a:cubicBezTo>
                  <a:pt x="22504" y="22"/>
                  <a:pt x="22516" y="29"/>
                  <a:pt x="22529" y="37"/>
                </a:cubicBezTo>
                <a:cubicBezTo>
                  <a:pt x="22541" y="45"/>
                  <a:pt x="22552" y="54"/>
                  <a:pt x="22562" y="65"/>
                </a:cubicBezTo>
                <a:cubicBezTo>
                  <a:pt x="22572" y="75"/>
                  <a:pt x="22581" y="86"/>
                  <a:pt x="22590" y="98"/>
                </a:cubicBezTo>
                <a:cubicBezTo>
                  <a:pt x="22598" y="110"/>
                  <a:pt x="22604" y="123"/>
                  <a:pt x="22610" y="136"/>
                </a:cubicBezTo>
                <a:cubicBezTo>
                  <a:pt x="22616" y="150"/>
                  <a:pt x="22620" y="163"/>
                  <a:pt x="22623" y="178"/>
                </a:cubicBezTo>
                <a:cubicBezTo>
                  <a:pt x="22625" y="192"/>
                  <a:pt x="22627" y="206"/>
                  <a:pt x="22627" y="221"/>
                </a:cubicBezTo>
                <a:lnTo>
                  <a:pt x="22627" y="10341"/>
                </a:lnTo>
                <a:cubicBezTo>
                  <a:pt x="22627" y="10356"/>
                  <a:pt x="22625" y="10370"/>
                  <a:pt x="22623" y="10384"/>
                </a:cubicBezTo>
                <a:cubicBezTo>
                  <a:pt x="22620" y="10398"/>
                  <a:pt x="22616" y="10412"/>
                  <a:pt x="22610" y="10426"/>
                </a:cubicBezTo>
                <a:cubicBezTo>
                  <a:pt x="22604" y="10439"/>
                  <a:pt x="22598" y="10452"/>
                  <a:pt x="22590" y="10464"/>
                </a:cubicBezTo>
                <a:cubicBezTo>
                  <a:pt x="22581" y="10476"/>
                  <a:pt x="22572" y="10487"/>
                  <a:pt x="22562" y="10497"/>
                </a:cubicBezTo>
                <a:cubicBezTo>
                  <a:pt x="22552" y="10508"/>
                  <a:pt x="22541" y="10517"/>
                  <a:pt x="22529" y="10525"/>
                </a:cubicBezTo>
                <a:cubicBezTo>
                  <a:pt x="22516" y="10533"/>
                  <a:pt x="22504" y="10540"/>
                  <a:pt x="22490" y="10545"/>
                </a:cubicBezTo>
                <a:cubicBezTo>
                  <a:pt x="22477" y="10551"/>
                  <a:pt x="22463" y="10555"/>
                  <a:pt x="22449" y="10558"/>
                </a:cubicBezTo>
                <a:cubicBezTo>
                  <a:pt x="22435" y="10561"/>
                  <a:pt x="22420" y="10562"/>
                  <a:pt x="22406" y="10562"/>
                </a:cubicBezTo>
                <a:lnTo>
                  <a:pt x="222" y="10562"/>
                </a:lnTo>
                <a:cubicBezTo>
                  <a:pt x="207" y="10562"/>
                  <a:pt x="193" y="10561"/>
                  <a:pt x="178" y="10558"/>
                </a:cubicBezTo>
                <a:cubicBezTo>
                  <a:pt x="164" y="10555"/>
                  <a:pt x="150" y="10551"/>
                  <a:pt x="137" y="10545"/>
                </a:cubicBezTo>
                <a:cubicBezTo>
                  <a:pt x="123" y="10540"/>
                  <a:pt x="111" y="10533"/>
                  <a:pt x="99" y="10525"/>
                </a:cubicBezTo>
                <a:cubicBezTo>
                  <a:pt x="87" y="10517"/>
                  <a:pt x="75" y="10508"/>
                  <a:pt x="65" y="10497"/>
                </a:cubicBezTo>
                <a:cubicBezTo>
                  <a:pt x="55" y="10487"/>
                  <a:pt x="46" y="10476"/>
                  <a:pt x="38" y="10464"/>
                </a:cubicBezTo>
                <a:cubicBezTo>
                  <a:pt x="30" y="10452"/>
                  <a:pt x="23" y="10439"/>
                  <a:pt x="17" y="10426"/>
                </a:cubicBezTo>
                <a:cubicBezTo>
                  <a:pt x="12" y="10412"/>
                  <a:pt x="7" y="10398"/>
                  <a:pt x="5" y="10384"/>
                </a:cubicBezTo>
                <a:cubicBezTo>
                  <a:pt x="2" y="10370"/>
                  <a:pt x="0" y="10356"/>
                  <a:pt x="0" y="10341"/>
                </a:cubicBezTo>
                <a:lnTo>
                  <a:pt x="0" y="221"/>
                </a:lnTo>
                <a:cubicBezTo>
                  <a:pt x="0" y="206"/>
                  <a:pt x="2" y="192"/>
                  <a:pt x="5" y="178"/>
                </a:cubicBezTo>
                <a:cubicBezTo>
                  <a:pt x="7" y="163"/>
                  <a:pt x="12" y="150"/>
                  <a:pt x="17" y="136"/>
                </a:cubicBezTo>
                <a:cubicBezTo>
                  <a:pt x="23" y="123"/>
                  <a:pt x="30" y="110"/>
                  <a:pt x="38" y="98"/>
                </a:cubicBezTo>
                <a:cubicBezTo>
                  <a:pt x="46" y="86"/>
                  <a:pt x="55" y="75"/>
                  <a:pt x="65" y="65"/>
                </a:cubicBezTo>
                <a:cubicBezTo>
                  <a:pt x="75" y="54"/>
                  <a:pt x="87" y="45"/>
                  <a:pt x="99" y="37"/>
                </a:cubicBezTo>
                <a:cubicBezTo>
                  <a:pt x="111" y="29"/>
                  <a:pt x="123" y="22"/>
                  <a:pt x="137" y="17"/>
                </a:cubicBezTo>
                <a:cubicBezTo>
                  <a:pt x="150" y="11"/>
                  <a:pt x="164" y="7"/>
                  <a:pt x="178" y="4"/>
                </a:cubicBezTo>
                <a:cubicBezTo>
                  <a:pt x="193" y="1"/>
                  <a:pt x="207" y="0"/>
                  <a:pt x="2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594360" y="737280"/>
            <a:ext cx="8145720" cy="3802320"/>
          </a:xfrm>
          <a:custGeom>
            <a:avLst/>
            <a:gdLst/>
            <a:ahLst/>
            <a:rect l="0" t="0" r="r" b="b"/>
            <a:pathLst>
              <a:path w="22627" h="10562">
                <a:moveTo>
                  <a:pt x="222" y="0"/>
                </a:moveTo>
                <a:lnTo>
                  <a:pt x="22406" y="0"/>
                </a:lnTo>
                <a:cubicBezTo>
                  <a:pt x="22420" y="0"/>
                  <a:pt x="22435" y="1"/>
                  <a:pt x="22449" y="4"/>
                </a:cubicBezTo>
                <a:cubicBezTo>
                  <a:pt x="22463" y="7"/>
                  <a:pt x="22477" y="11"/>
                  <a:pt x="22490" y="17"/>
                </a:cubicBezTo>
                <a:cubicBezTo>
                  <a:pt x="22504" y="22"/>
                  <a:pt x="22516" y="29"/>
                  <a:pt x="22529" y="37"/>
                </a:cubicBezTo>
                <a:cubicBezTo>
                  <a:pt x="22541" y="45"/>
                  <a:pt x="22552" y="54"/>
                  <a:pt x="22562" y="65"/>
                </a:cubicBezTo>
                <a:cubicBezTo>
                  <a:pt x="22572" y="75"/>
                  <a:pt x="22581" y="86"/>
                  <a:pt x="22590" y="98"/>
                </a:cubicBezTo>
                <a:cubicBezTo>
                  <a:pt x="22598" y="110"/>
                  <a:pt x="22604" y="123"/>
                  <a:pt x="22610" y="136"/>
                </a:cubicBezTo>
                <a:cubicBezTo>
                  <a:pt x="22616" y="150"/>
                  <a:pt x="22620" y="163"/>
                  <a:pt x="22623" y="178"/>
                </a:cubicBezTo>
                <a:cubicBezTo>
                  <a:pt x="22625" y="192"/>
                  <a:pt x="22627" y="206"/>
                  <a:pt x="22627" y="221"/>
                </a:cubicBezTo>
                <a:lnTo>
                  <a:pt x="22627" y="10341"/>
                </a:lnTo>
                <a:cubicBezTo>
                  <a:pt x="22627" y="10356"/>
                  <a:pt x="22625" y="10370"/>
                  <a:pt x="22623" y="10384"/>
                </a:cubicBezTo>
                <a:cubicBezTo>
                  <a:pt x="22620" y="10398"/>
                  <a:pt x="22616" y="10412"/>
                  <a:pt x="22610" y="10426"/>
                </a:cubicBezTo>
                <a:cubicBezTo>
                  <a:pt x="22604" y="10439"/>
                  <a:pt x="22598" y="10452"/>
                  <a:pt x="22590" y="10464"/>
                </a:cubicBezTo>
                <a:cubicBezTo>
                  <a:pt x="22581" y="10476"/>
                  <a:pt x="22572" y="10487"/>
                  <a:pt x="22562" y="10497"/>
                </a:cubicBezTo>
                <a:cubicBezTo>
                  <a:pt x="22552" y="10508"/>
                  <a:pt x="22541" y="10517"/>
                  <a:pt x="22529" y="10525"/>
                </a:cubicBezTo>
                <a:cubicBezTo>
                  <a:pt x="22516" y="10533"/>
                  <a:pt x="22504" y="10540"/>
                  <a:pt x="22490" y="10545"/>
                </a:cubicBezTo>
                <a:cubicBezTo>
                  <a:pt x="22477" y="10551"/>
                  <a:pt x="22463" y="10555"/>
                  <a:pt x="22449" y="10558"/>
                </a:cubicBezTo>
                <a:cubicBezTo>
                  <a:pt x="22435" y="10561"/>
                  <a:pt x="22420" y="10562"/>
                  <a:pt x="22406" y="10562"/>
                </a:cubicBezTo>
                <a:lnTo>
                  <a:pt x="222" y="10562"/>
                </a:lnTo>
                <a:cubicBezTo>
                  <a:pt x="207" y="10562"/>
                  <a:pt x="193" y="10561"/>
                  <a:pt x="178" y="10558"/>
                </a:cubicBezTo>
                <a:cubicBezTo>
                  <a:pt x="164" y="10555"/>
                  <a:pt x="150" y="10551"/>
                  <a:pt x="137" y="10545"/>
                </a:cubicBezTo>
                <a:cubicBezTo>
                  <a:pt x="123" y="10540"/>
                  <a:pt x="111" y="10533"/>
                  <a:pt x="99" y="10525"/>
                </a:cubicBezTo>
                <a:cubicBezTo>
                  <a:pt x="87" y="10517"/>
                  <a:pt x="75" y="10508"/>
                  <a:pt x="65" y="10497"/>
                </a:cubicBezTo>
                <a:cubicBezTo>
                  <a:pt x="55" y="10487"/>
                  <a:pt x="46" y="10476"/>
                  <a:pt x="38" y="10464"/>
                </a:cubicBezTo>
                <a:cubicBezTo>
                  <a:pt x="30" y="10452"/>
                  <a:pt x="23" y="10439"/>
                  <a:pt x="17" y="10426"/>
                </a:cubicBezTo>
                <a:cubicBezTo>
                  <a:pt x="12" y="10412"/>
                  <a:pt x="7" y="10398"/>
                  <a:pt x="5" y="10384"/>
                </a:cubicBezTo>
                <a:cubicBezTo>
                  <a:pt x="2" y="10370"/>
                  <a:pt x="0" y="10356"/>
                  <a:pt x="0" y="10341"/>
                </a:cubicBezTo>
                <a:lnTo>
                  <a:pt x="0" y="221"/>
                </a:lnTo>
                <a:cubicBezTo>
                  <a:pt x="0" y="206"/>
                  <a:pt x="2" y="192"/>
                  <a:pt x="5" y="178"/>
                </a:cubicBezTo>
                <a:cubicBezTo>
                  <a:pt x="7" y="163"/>
                  <a:pt x="12" y="150"/>
                  <a:pt x="17" y="136"/>
                </a:cubicBezTo>
                <a:cubicBezTo>
                  <a:pt x="23" y="123"/>
                  <a:pt x="30" y="110"/>
                  <a:pt x="38" y="98"/>
                </a:cubicBezTo>
                <a:cubicBezTo>
                  <a:pt x="46" y="86"/>
                  <a:pt x="55" y="75"/>
                  <a:pt x="65" y="65"/>
                </a:cubicBezTo>
                <a:cubicBezTo>
                  <a:pt x="75" y="54"/>
                  <a:pt x="87" y="45"/>
                  <a:pt x="99" y="37"/>
                </a:cubicBezTo>
                <a:cubicBezTo>
                  <a:pt x="111" y="29"/>
                  <a:pt x="123" y="22"/>
                  <a:pt x="137" y="17"/>
                </a:cubicBezTo>
                <a:cubicBezTo>
                  <a:pt x="150" y="11"/>
                  <a:pt x="164" y="7"/>
                  <a:pt x="178" y="4"/>
                </a:cubicBezTo>
                <a:cubicBezTo>
                  <a:pt x="193" y="1"/>
                  <a:pt x="207" y="0"/>
                  <a:pt x="222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457200" y="49392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BEELD  2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686160" y="1051560"/>
            <a:ext cx="1441440" cy="381960"/>
          </a:xfrm>
          <a:custGeom>
            <a:avLst/>
            <a:gdLst/>
            <a:ahLst/>
            <a:rect l="0" t="0" r="r" b="b"/>
            <a:pathLst>
              <a:path w="4004" h="1061">
                <a:moveTo>
                  <a:pt x="178" y="0"/>
                </a:moveTo>
                <a:lnTo>
                  <a:pt x="3827" y="0"/>
                </a:lnTo>
                <a:cubicBezTo>
                  <a:pt x="3839" y="0"/>
                  <a:pt x="3850" y="1"/>
                  <a:pt x="3861" y="3"/>
                </a:cubicBezTo>
                <a:cubicBezTo>
                  <a:pt x="3873" y="5"/>
                  <a:pt x="3884" y="9"/>
                  <a:pt x="3895" y="13"/>
                </a:cubicBezTo>
                <a:cubicBezTo>
                  <a:pt x="3905" y="17"/>
                  <a:pt x="3916" y="23"/>
                  <a:pt x="3925" y="29"/>
                </a:cubicBezTo>
                <a:cubicBezTo>
                  <a:pt x="3935" y="36"/>
                  <a:pt x="3944" y="43"/>
                  <a:pt x="3952" y="51"/>
                </a:cubicBezTo>
                <a:cubicBezTo>
                  <a:pt x="3960" y="60"/>
                  <a:pt x="3968" y="68"/>
                  <a:pt x="3974" y="78"/>
                </a:cubicBezTo>
                <a:cubicBezTo>
                  <a:pt x="3980" y="88"/>
                  <a:pt x="3986" y="98"/>
                  <a:pt x="3990" y="109"/>
                </a:cubicBezTo>
                <a:cubicBezTo>
                  <a:pt x="3995" y="119"/>
                  <a:pt x="3998" y="130"/>
                  <a:pt x="4000" y="142"/>
                </a:cubicBezTo>
                <a:cubicBezTo>
                  <a:pt x="4003" y="153"/>
                  <a:pt x="4004" y="165"/>
                  <a:pt x="4004" y="176"/>
                </a:cubicBezTo>
                <a:lnTo>
                  <a:pt x="4004" y="884"/>
                </a:lnTo>
                <a:cubicBezTo>
                  <a:pt x="4004" y="896"/>
                  <a:pt x="4003" y="907"/>
                  <a:pt x="4000" y="919"/>
                </a:cubicBezTo>
                <a:cubicBezTo>
                  <a:pt x="3998" y="930"/>
                  <a:pt x="3995" y="941"/>
                  <a:pt x="3990" y="952"/>
                </a:cubicBezTo>
                <a:cubicBezTo>
                  <a:pt x="3986" y="963"/>
                  <a:pt x="3980" y="973"/>
                  <a:pt x="3974" y="983"/>
                </a:cubicBezTo>
                <a:cubicBezTo>
                  <a:pt x="3968" y="992"/>
                  <a:pt x="3960" y="1001"/>
                  <a:pt x="3952" y="1009"/>
                </a:cubicBezTo>
                <a:cubicBezTo>
                  <a:pt x="3944" y="1018"/>
                  <a:pt x="3935" y="1025"/>
                  <a:pt x="3925" y="1031"/>
                </a:cubicBezTo>
                <a:cubicBezTo>
                  <a:pt x="3916" y="1038"/>
                  <a:pt x="3905" y="1043"/>
                  <a:pt x="3895" y="1048"/>
                </a:cubicBezTo>
                <a:cubicBezTo>
                  <a:pt x="3884" y="1052"/>
                  <a:pt x="3873" y="1055"/>
                  <a:pt x="3861" y="1058"/>
                </a:cubicBezTo>
                <a:cubicBezTo>
                  <a:pt x="3850" y="1060"/>
                  <a:pt x="3839" y="1061"/>
                  <a:pt x="3827" y="1061"/>
                </a:cubicBezTo>
                <a:lnTo>
                  <a:pt x="178" y="1061"/>
                </a:lnTo>
                <a:cubicBezTo>
                  <a:pt x="166" y="1061"/>
                  <a:pt x="154" y="1060"/>
                  <a:pt x="143" y="1058"/>
                </a:cubicBezTo>
                <a:cubicBezTo>
                  <a:pt x="132" y="1055"/>
                  <a:pt x="121" y="1052"/>
                  <a:pt x="110" y="1048"/>
                </a:cubicBezTo>
                <a:cubicBezTo>
                  <a:pt x="99" y="1043"/>
                  <a:pt x="88" y="1038"/>
                  <a:pt x="78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3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5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5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9" y="17"/>
                  <a:pt x="110" y="13"/>
                </a:cubicBezTo>
                <a:cubicBezTo>
                  <a:pt x="121" y="9"/>
                  <a:pt x="132" y="5"/>
                  <a:pt x="143" y="3"/>
                </a:cubicBezTo>
                <a:cubicBezTo>
                  <a:pt x="154" y="1"/>
                  <a:pt x="166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686160" y="1051560"/>
            <a:ext cx="1441440" cy="381960"/>
          </a:xfrm>
          <a:custGeom>
            <a:avLst/>
            <a:gdLst/>
            <a:ahLst/>
            <a:rect l="0" t="0" r="r" b="b"/>
            <a:pathLst>
              <a:path w="4004" h="1061">
                <a:moveTo>
                  <a:pt x="178" y="0"/>
                </a:moveTo>
                <a:lnTo>
                  <a:pt x="3827" y="0"/>
                </a:lnTo>
                <a:cubicBezTo>
                  <a:pt x="3839" y="0"/>
                  <a:pt x="3850" y="1"/>
                  <a:pt x="3861" y="3"/>
                </a:cubicBezTo>
                <a:cubicBezTo>
                  <a:pt x="3873" y="5"/>
                  <a:pt x="3884" y="9"/>
                  <a:pt x="3895" y="13"/>
                </a:cubicBezTo>
                <a:cubicBezTo>
                  <a:pt x="3905" y="17"/>
                  <a:pt x="3916" y="23"/>
                  <a:pt x="3925" y="29"/>
                </a:cubicBezTo>
                <a:cubicBezTo>
                  <a:pt x="3935" y="36"/>
                  <a:pt x="3944" y="43"/>
                  <a:pt x="3952" y="51"/>
                </a:cubicBezTo>
                <a:cubicBezTo>
                  <a:pt x="3960" y="60"/>
                  <a:pt x="3968" y="68"/>
                  <a:pt x="3974" y="78"/>
                </a:cubicBezTo>
                <a:cubicBezTo>
                  <a:pt x="3980" y="88"/>
                  <a:pt x="3986" y="98"/>
                  <a:pt x="3990" y="109"/>
                </a:cubicBezTo>
                <a:cubicBezTo>
                  <a:pt x="3995" y="119"/>
                  <a:pt x="3998" y="130"/>
                  <a:pt x="4000" y="142"/>
                </a:cubicBezTo>
                <a:cubicBezTo>
                  <a:pt x="4003" y="153"/>
                  <a:pt x="4004" y="165"/>
                  <a:pt x="4004" y="176"/>
                </a:cubicBezTo>
                <a:lnTo>
                  <a:pt x="4004" y="884"/>
                </a:lnTo>
                <a:cubicBezTo>
                  <a:pt x="4004" y="896"/>
                  <a:pt x="4003" y="907"/>
                  <a:pt x="4000" y="919"/>
                </a:cubicBezTo>
                <a:cubicBezTo>
                  <a:pt x="3998" y="930"/>
                  <a:pt x="3995" y="941"/>
                  <a:pt x="3990" y="952"/>
                </a:cubicBezTo>
                <a:cubicBezTo>
                  <a:pt x="3986" y="963"/>
                  <a:pt x="3980" y="973"/>
                  <a:pt x="3974" y="983"/>
                </a:cubicBezTo>
                <a:cubicBezTo>
                  <a:pt x="3968" y="992"/>
                  <a:pt x="3960" y="1001"/>
                  <a:pt x="3952" y="1009"/>
                </a:cubicBezTo>
                <a:cubicBezTo>
                  <a:pt x="3944" y="1018"/>
                  <a:pt x="3935" y="1025"/>
                  <a:pt x="3925" y="1031"/>
                </a:cubicBezTo>
                <a:cubicBezTo>
                  <a:pt x="3916" y="1038"/>
                  <a:pt x="3905" y="1043"/>
                  <a:pt x="3895" y="1048"/>
                </a:cubicBezTo>
                <a:cubicBezTo>
                  <a:pt x="3884" y="1052"/>
                  <a:pt x="3873" y="1055"/>
                  <a:pt x="3861" y="1058"/>
                </a:cubicBezTo>
                <a:cubicBezTo>
                  <a:pt x="3850" y="1060"/>
                  <a:pt x="3839" y="1061"/>
                  <a:pt x="3827" y="1061"/>
                </a:cubicBezTo>
                <a:lnTo>
                  <a:pt x="178" y="1061"/>
                </a:lnTo>
                <a:cubicBezTo>
                  <a:pt x="166" y="1061"/>
                  <a:pt x="154" y="1060"/>
                  <a:pt x="143" y="1058"/>
                </a:cubicBezTo>
                <a:cubicBezTo>
                  <a:pt x="132" y="1055"/>
                  <a:pt x="121" y="1052"/>
                  <a:pt x="110" y="1048"/>
                </a:cubicBezTo>
                <a:cubicBezTo>
                  <a:pt x="99" y="1043"/>
                  <a:pt x="88" y="1038"/>
                  <a:pt x="78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3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5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5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9" y="17"/>
                  <a:pt x="110" y="13"/>
                </a:cubicBezTo>
                <a:cubicBezTo>
                  <a:pt x="121" y="9"/>
                  <a:pt x="132" y="5"/>
                  <a:pt x="143" y="3"/>
                </a:cubicBezTo>
                <a:cubicBezTo>
                  <a:pt x="154" y="1"/>
                  <a:pt x="166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1967760" y="1131120"/>
            <a:ext cx="80280" cy="47880"/>
          </a:xfrm>
          <a:custGeom>
            <a:avLst/>
            <a:gdLst/>
            <a:ahLst/>
            <a:rect l="0" t="0" r="r" b="b"/>
            <a:pathLst>
              <a:path w="223" h="133">
                <a:moveTo>
                  <a:pt x="67" y="0"/>
                </a:moveTo>
                <a:lnTo>
                  <a:pt x="155" y="0"/>
                </a:lnTo>
                <a:cubicBezTo>
                  <a:pt x="164" y="0"/>
                  <a:pt x="174" y="1"/>
                  <a:pt x="182" y="5"/>
                </a:cubicBezTo>
                <a:cubicBezTo>
                  <a:pt x="190" y="8"/>
                  <a:pt x="197" y="13"/>
                  <a:pt x="203" y="19"/>
                </a:cubicBezTo>
                <a:cubicBezTo>
                  <a:pt x="209" y="25"/>
                  <a:pt x="214" y="32"/>
                  <a:pt x="218" y="40"/>
                </a:cubicBezTo>
                <a:cubicBezTo>
                  <a:pt x="221" y="49"/>
                  <a:pt x="223" y="57"/>
                  <a:pt x="223" y="66"/>
                </a:cubicBezTo>
                <a:cubicBezTo>
                  <a:pt x="223" y="75"/>
                  <a:pt x="221" y="83"/>
                  <a:pt x="218" y="91"/>
                </a:cubicBezTo>
                <a:cubicBezTo>
                  <a:pt x="214" y="100"/>
                  <a:pt x="209" y="107"/>
                  <a:pt x="203" y="114"/>
                </a:cubicBezTo>
                <a:cubicBezTo>
                  <a:pt x="197" y="120"/>
                  <a:pt x="190" y="125"/>
                  <a:pt x="182" y="128"/>
                </a:cubicBezTo>
                <a:cubicBezTo>
                  <a:pt x="174" y="131"/>
                  <a:pt x="164" y="133"/>
                  <a:pt x="155" y="133"/>
                </a:cubicBezTo>
                <a:lnTo>
                  <a:pt x="67" y="133"/>
                </a:lnTo>
                <a:cubicBezTo>
                  <a:pt x="58" y="133"/>
                  <a:pt x="50" y="131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7"/>
                  <a:pt x="9" y="100"/>
                  <a:pt x="6" y="91"/>
                </a:cubicBezTo>
                <a:cubicBezTo>
                  <a:pt x="2" y="83"/>
                  <a:pt x="0" y="75"/>
                  <a:pt x="0" y="66"/>
                </a:cubicBezTo>
                <a:cubicBezTo>
                  <a:pt x="0" y="57"/>
                  <a:pt x="2" y="49"/>
                  <a:pt x="6" y="40"/>
                </a:cubicBezTo>
                <a:cubicBezTo>
                  <a:pt x="9" y="32"/>
                  <a:pt x="14" y="25"/>
                  <a:pt x="20" y="19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1"/>
                  <a:pt x="58" y="0"/>
                  <a:pt x="67" y="0"/>
                </a:cubicBez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031480" y="1131120"/>
            <a:ext cx="32400" cy="47880"/>
          </a:xfrm>
          <a:custGeom>
            <a:avLst/>
            <a:gdLst/>
            <a:ahLst/>
            <a:rect l="0" t="0" r="r" b="b"/>
            <a:pathLst>
              <a:path w="90" h="133">
                <a:moveTo>
                  <a:pt x="90" y="66"/>
                </a:moveTo>
                <a:cubicBezTo>
                  <a:pt x="90" y="75"/>
                  <a:pt x="89" y="83"/>
                  <a:pt x="87" y="91"/>
                </a:cubicBezTo>
                <a:cubicBezTo>
                  <a:pt x="84" y="100"/>
                  <a:pt x="81" y="107"/>
                  <a:pt x="77" y="114"/>
                </a:cubicBezTo>
                <a:cubicBezTo>
                  <a:pt x="73" y="120"/>
                  <a:pt x="68" y="125"/>
                  <a:pt x="63" y="128"/>
                </a:cubicBezTo>
                <a:cubicBezTo>
                  <a:pt x="57" y="131"/>
                  <a:pt x="52" y="133"/>
                  <a:pt x="46" y="133"/>
                </a:cubicBezTo>
                <a:cubicBezTo>
                  <a:pt x="40" y="133"/>
                  <a:pt x="34" y="131"/>
                  <a:pt x="28" y="128"/>
                </a:cubicBezTo>
                <a:cubicBezTo>
                  <a:pt x="22" y="125"/>
                  <a:pt x="18" y="120"/>
                  <a:pt x="13" y="114"/>
                </a:cubicBezTo>
                <a:cubicBezTo>
                  <a:pt x="9" y="107"/>
                  <a:pt x="6" y="100"/>
                  <a:pt x="4" y="91"/>
                </a:cubicBezTo>
                <a:cubicBezTo>
                  <a:pt x="2" y="83"/>
                  <a:pt x="0" y="75"/>
                  <a:pt x="0" y="66"/>
                </a:cubicBezTo>
                <a:cubicBezTo>
                  <a:pt x="0" y="57"/>
                  <a:pt x="2" y="49"/>
                  <a:pt x="4" y="40"/>
                </a:cubicBezTo>
                <a:cubicBezTo>
                  <a:pt x="6" y="32"/>
                  <a:pt x="9" y="25"/>
                  <a:pt x="13" y="19"/>
                </a:cubicBezTo>
                <a:cubicBezTo>
                  <a:pt x="18" y="13"/>
                  <a:pt x="22" y="8"/>
                  <a:pt x="28" y="5"/>
                </a:cubicBezTo>
                <a:cubicBezTo>
                  <a:pt x="34" y="1"/>
                  <a:pt x="40" y="0"/>
                  <a:pt x="46" y="0"/>
                </a:cubicBezTo>
                <a:cubicBezTo>
                  <a:pt x="52" y="0"/>
                  <a:pt x="57" y="1"/>
                  <a:pt x="63" y="5"/>
                </a:cubicBezTo>
                <a:cubicBezTo>
                  <a:pt x="68" y="8"/>
                  <a:pt x="73" y="13"/>
                  <a:pt x="77" y="19"/>
                </a:cubicBezTo>
                <a:cubicBezTo>
                  <a:pt x="81" y="25"/>
                  <a:pt x="84" y="32"/>
                  <a:pt x="87" y="40"/>
                </a:cubicBezTo>
                <a:cubicBezTo>
                  <a:pt x="89" y="49"/>
                  <a:pt x="90" y="57"/>
                  <a:pt x="90" y="66"/>
                </a:cubicBez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86160" y="797760"/>
            <a:ext cx="3800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765720" y="110592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206800" y="1051560"/>
            <a:ext cx="1951200" cy="381960"/>
          </a:xfrm>
          <a:custGeom>
            <a:avLst/>
            <a:gdLst/>
            <a:ahLst/>
            <a:rect l="0" t="0" r="r" b="b"/>
            <a:pathLst>
              <a:path w="5420" h="1061">
                <a:moveTo>
                  <a:pt x="177" y="0"/>
                </a:moveTo>
                <a:lnTo>
                  <a:pt x="5243" y="0"/>
                </a:lnTo>
                <a:cubicBezTo>
                  <a:pt x="5254" y="0"/>
                  <a:pt x="5266" y="1"/>
                  <a:pt x="5277" y="3"/>
                </a:cubicBezTo>
                <a:cubicBezTo>
                  <a:pt x="5289" y="5"/>
                  <a:pt x="5300" y="9"/>
                  <a:pt x="5310" y="13"/>
                </a:cubicBezTo>
                <a:cubicBezTo>
                  <a:pt x="5321" y="17"/>
                  <a:pt x="5331" y="23"/>
                  <a:pt x="5341" y="29"/>
                </a:cubicBezTo>
                <a:cubicBezTo>
                  <a:pt x="5351" y="36"/>
                  <a:pt x="5360" y="43"/>
                  <a:pt x="5368" y="51"/>
                </a:cubicBezTo>
                <a:cubicBezTo>
                  <a:pt x="5376" y="60"/>
                  <a:pt x="5383" y="68"/>
                  <a:pt x="5390" y="78"/>
                </a:cubicBezTo>
                <a:cubicBezTo>
                  <a:pt x="5396" y="88"/>
                  <a:pt x="5402" y="98"/>
                  <a:pt x="5406" y="109"/>
                </a:cubicBezTo>
                <a:cubicBezTo>
                  <a:pt x="5411" y="119"/>
                  <a:pt x="5414" y="130"/>
                  <a:pt x="5416" y="142"/>
                </a:cubicBezTo>
                <a:cubicBezTo>
                  <a:pt x="5418" y="153"/>
                  <a:pt x="5420" y="165"/>
                  <a:pt x="5420" y="176"/>
                </a:cubicBezTo>
                <a:lnTo>
                  <a:pt x="5420" y="884"/>
                </a:lnTo>
                <a:cubicBezTo>
                  <a:pt x="5420" y="896"/>
                  <a:pt x="5418" y="907"/>
                  <a:pt x="5416" y="919"/>
                </a:cubicBezTo>
                <a:cubicBezTo>
                  <a:pt x="5414" y="930"/>
                  <a:pt x="5411" y="941"/>
                  <a:pt x="5406" y="952"/>
                </a:cubicBezTo>
                <a:cubicBezTo>
                  <a:pt x="5402" y="963"/>
                  <a:pt x="5396" y="973"/>
                  <a:pt x="5390" y="983"/>
                </a:cubicBezTo>
                <a:cubicBezTo>
                  <a:pt x="5383" y="992"/>
                  <a:pt x="5376" y="1001"/>
                  <a:pt x="5368" y="1009"/>
                </a:cubicBezTo>
                <a:cubicBezTo>
                  <a:pt x="5360" y="1018"/>
                  <a:pt x="5351" y="1025"/>
                  <a:pt x="5341" y="1031"/>
                </a:cubicBezTo>
                <a:cubicBezTo>
                  <a:pt x="5331" y="1038"/>
                  <a:pt x="5321" y="1043"/>
                  <a:pt x="5310" y="1048"/>
                </a:cubicBezTo>
                <a:cubicBezTo>
                  <a:pt x="5300" y="1052"/>
                  <a:pt x="5289" y="1055"/>
                  <a:pt x="5277" y="1058"/>
                </a:cubicBezTo>
                <a:cubicBezTo>
                  <a:pt x="5266" y="1060"/>
                  <a:pt x="5254" y="1061"/>
                  <a:pt x="5243" y="1061"/>
                </a:cubicBezTo>
                <a:lnTo>
                  <a:pt x="177" y="1061"/>
                </a:lnTo>
                <a:cubicBezTo>
                  <a:pt x="165" y="1061"/>
                  <a:pt x="154" y="1060"/>
                  <a:pt x="142" y="1058"/>
                </a:cubicBezTo>
                <a:cubicBezTo>
                  <a:pt x="131" y="1055"/>
                  <a:pt x="120" y="1052"/>
                  <a:pt x="109" y="1048"/>
                </a:cubicBezTo>
                <a:cubicBezTo>
                  <a:pt x="98" y="1043"/>
                  <a:pt x="88" y="1038"/>
                  <a:pt x="79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4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6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7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206800" y="1051560"/>
            <a:ext cx="1951200" cy="381960"/>
          </a:xfrm>
          <a:custGeom>
            <a:avLst/>
            <a:gdLst/>
            <a:ahLst/>
            <a:rect l="0" t="0" r="r" b="b"/>
            <a:pathLst>
              <a:path w="5420" h="1061">
                <a:moveTo>
                  <a:pt x="177" y="0"/>
                </a:moveTo>
                <a:lnTo>
                  <a:pt x="5243" y="0"/>
                </a:lnTo>
                <a:cubicBezTo>
                  <a:pt x="5254" y="0"/>
                  <a:pt x="5266" y="1"/>
                  <a:pt x="5277" y="3"/>
                </a:cubicBezTo>
                <a:cubicBezTo>
                  <a:pt x="5289" y="5"/>
                  <a:pt x="5300" y="9"/>
                  <a:pt x="5310" y="13"/>
                </a:cubicBezTo>
                <a:cubicBezTo>
                  <a:pt x="5321" y="17"/>
                  <a:pt x="5331" y="23"/>
                  <a:pt x="5341" y="29"/>
                </a:cubicBezTo>
                <a:cubicBezTo>
                  <a:pt x="5351" y="36"/>
                  <a:pt x="5360" y="43"/>
                  <a:pt x="5368" y="51"/>
                </a:cubicBezTo>
                <a:cubicBezTo>
                  <a:pt x="5376" y="60"/>
                  <a:pt x="5383" y="68"/>
                  <a:pt x="5390" y="78"/>
                </a:cubicBezTo>
                <a:cubicBezTo>
                  <a:pt x="5396" y="88"/>
                  <a:pt x="5402" y="98"/>
                  <a:pt x="5406" y="109"/>
                </a:cubicBezTo>
                <a:cubicBezTo>
                  <a:pt x="5411" y="119"/>
                  <a:pt x="5414" y="130"/>
                  <a:pt x="5416" y="142"/>
                </a:cubicBezTo>
                <a:cubicBezTo>
                  <a:pt x="5418" y="153"/>
                  <a:pt x="5420" y="165"/>
                  <a:pt x="5420" y="176"/>
                </a:cubicBezTo>
                <a:lnTo>
                  <a:pt x="5420" y="884"/>
                </a:lnTo>
                <a:cubicBezTo>
                  <a:pt x="5420" y="896"/>
                  <a:pt x="5418" y="907"/>
                  <a:pt x="5416" y="919"/>
                </a:cubicBezTo>
                <a:cubicBezTo>
                  <a:pt x="5414" y="930"/>
                  <a:pt x="5411" y="941"/>
                  <a:pt x="5406" y="952"/>
                </a:cubicBezTo>
                <a:cubicBezTo>
                  <a:pt x="5402" y="963"/>
                  <a:pt x="5396" y="973"/>
                  <a:pt x="5390" y="983"/>
                </a:cubicBezTo>
                <a:cubicBezTo>
                  <a:pt x="5383" y="992"/>
                  <a:pt x="5376" y="1001"/>
                  <a:pt x="5368" y="1009"/>
                </a:cubicBezTo>
                <a:cubicBezTo>
                  <a:pt x="5360" y="1018"/>
                  <a:pt x="5351" y="1025"/>
                  <a:pt x="5341" y="1031"/>
                </a:cubicBezTo>
                <a:cubicBezTo>
                  <a:pt x="5331" y="1038"/>
                  <a:pt x="5321" y="1043"/>
                  <a:pt x="5310" y="1048"/>
                </a:cubicBezTo>
                <a:cubicBezTo>
                  <a:pt x="5300" y="1052"/>
                  <a:pt x="5289" y="1055"/>
                  <a:pt x="5277" y="1058"/>
                </a:cubicBezTo>
                <a:cubicBezTo>
                  <a:pt x="5266" y="1060"/>
                  <a:pt x="5254" y="1061"/>
                  <a:pt x="5243" y="1061"/>
                </a:cubicBezTo>
                <a:lnTo>
                  <a:pt x="177" y="1061"/>
                </a:lnTo>
                <a:cubicBezTo>
                  <a:pt x="165" y="1061"/>
                  <a:pt x="154" y="1060"/>
                  <a:pt x="142" y="1058"/>
                </a:cubicBezTo>
                <a:cubicBezTo>
                  <a:pt x="131" y="1055"/>
                  <a:pt x="120" y="1052"/>
                  <a:pt x="109" y="1048"/>
                </a:cubicBezTo>
                <a:cubicBezTo>
                  <a:pt x="98" y="1043"/>
                  <a:pt x="88" y="1038"/>
                  <a:pt x="79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4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6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7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98160" y="1107000"/>
            <a:ext cx="104040" cy="95760"/>
          </a:xfrm>
          <a:custGeom>
            <a:avLst/>
            <a:gdLst/>
            <a:ahLst/>
            <a:rect l="0" t="0" r="r" b="b"/>
            <a:pathLst>
              <a:path w="289" h="266">
                <a:moveTo>
                  <a:pt x="0" y="67"/>
                </a:moveTo>
                <a:lnTo>
                  <a:pt x="177" y="67"/>
                </a:lnTo>
                <a:lnTo>
                  <a:pt x="177" y="0"/>
                </a:lnTo>
                <a:lnTo>
                  <a:pt x="289" y="133"/>
                </a:lnTo>
                <a:lnTo>
                  <a:pt x="177" y="266"/>
                </a:lnTo>
                <a:lnTo>
                  <a:pt x="177" y="199"/>
                </a:lnTo>
                <a:lnTo>
                  <a:pt x="0" y="199"/>
                </a:lnTo>
                <a:lnTo>
                  <a:pt x="0" y="67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65720" y="1234440"/>
            <a:ext cx="1151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2286720" y="110592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1094040" y="1433160"/>
            <a:ext cx="12240" cy="159480"/>
          </a:xfrm>
          <a:custGeom>
            <a:avLst/>
            <a:gdLst/>
            <a:ahLst/>
            <a:rect l="0" t="0" r="r" b="b"/>
            <a:pathLst>
              <a:path w="34" h="443">
                <a:moveTo>
                  <a:pt x="34" y="0"/>
                </a:moveTo>
                <a:lnTo>
                  <a:pt x="34" y="66"/>
                </a:lnTo>
                <a:lnTo>
                  <a:pt x="0" y="66"/>
                </a:lnTo>
                <a:lnTo>
                  <a:pt x="0" y="0"/>
                </a:lnTo>
                <a:lnTo>
                  <a:pt x="34" y="0"/>
                </a:lnTo>
                <a:moveTo>
                  <a:pt x="34" y="133"/>
                </a:moveTo>
                <a:lnTo>
                  <a:pt x="34" y="199"/>
                </a:lnTo>
                <a:lnTo>
                  <a:pt x="0" y="199"/>
                </a:lnTo>
                <a:lnTo>
                  <a:pt x="0" y="133"/>
                </a:lnTo>
                <a:lnTo>
                  <a:pt x="34" y="133"/>
                </a:lnTo>
                <a:moveTo>
                  <a:pt x="34" y="266"/>
                </a:moveTo>
                <a:lnTo>
                  <a:pt x="34" y="333"/>
                </a:lnTo>
                <a:lnTo>
                  <a:pt x="0" y="333"/>
                </a:lnTo>
                <a:lnTo>
                  <a:pt x="0" y="266"/>
                </a:lnTo>
                <a:lnTo>
                  <a:pt x="34" y="266"/>
                </a:lnTo>
                <a:moveTo>
                  <a:pt x="34" y="399"/>
                </a:moveTo>
                <a:lnTo>
                  <a:pt x="34" y="443"/>
                </a:lnTo>
                <a:lnTo>
                  <a:pt x="0" y="443"/>
                </a:lnTo>
                <a:lnTo>
                  <a:pt x="0" y="399"/>
                </a:lnTo>
                <a:lnTo>
                  <a:pt x="34" y="39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1060200" y="1544400"/>
            <a:ext cx="79920" cy="48240"/>
          </a:xfrm>
          <a:custGeom>
            <a:avLst/>
            <a:gdLst/>
            <a:ahLst/>
            <a:rect l="0" t="0" r="r" b="b"/>
            <a:pathLst>
              <a:path fill="none" w="222" h="134">
                <a:moveTo>
                  <a:pt x="0" y="0"/>
                </a:moveTo>
                <a:lnTo>
                  <a:pt x="112" y="134"/>
                </a:lnTo>
                <a:lnTo>
                  <a:pt x="222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909000" y="1623960"/>
            <a:ext cx="3495600" cy="382320"/>
          </a:xfrm>
          <a:custGeom>
            <a:avLst/>
            <a:gdLst/>
            <a:ahLst/>
            <a:rect l="0" t="0" r="r" b="b"/>
            <a:pathLst>
              <a:path w="9710" h="1062">
                <a:moveTo>
                  <a:pt x="0" y="0"/>
                </a:moveTo>
                <a:lnTo>
                  <a:pt x="9710" y="0"/>
                </a:lnTo>
                <a:lnTo>
                  <a:pt x="9710" y="1062"/>
                </a:lnTo>
                <a:lnTo>
                  <a:pt x="0" y="1062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905040" y="1620000"/>
            <a:ext cx="3503520" cy="390240"/>
          </a:xfrm>
          <a:custGeom>
            <a:avLst/>
            <a:gdLst/>
            <a:ahLst/>
            <a:rect l="0" t="0" r="r" b="b"/>
            <a:pathLst>
              <a:path w="9732" h="1084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3" y="0"/>
                </a:lnTo>
                <a:lnTo>
                  <a:pt x="2423" y="22"/>
                </a:lnTo>
                <a:lnTo>
                  <a:pt x="2311" y="22"/>
                </a:lnTo>
                <a:lnTo>
                  <a:pt x="2311" y="0"/>
                </a:lnTo>
                <a:moveTo>
                  <a:pt x="2489" y="0"/>
                </a:moveTo>
                <a:lnTo>
                  <a:pt x="2600" y="0"/>
                </a:lnTo>
                <a:lnTo>
                  <a:pt x="2600" y="22"/>
                </a:lnTo>
                <a:lnTo>
                  <a:pt x="2489" y="22"/>
                </a:lnTo>
                <a:lnTo>
                  <a:pt x="2489" y="0"/>
                </a:lnTo>
                <a:moveTo>
                  <a:pt x="2666" y="0"/>
                </a:moveTo>
                <a:lnTo>
                  <a:pt x="2777" y="0"/>
                </a:lnTo>
                <a:lnTo>
                  <a:pt x="2777" y="22"/>
                </a:lnTo>
                <a:lnTo>
                  <a:pt x="2666" y="22"/>
                </a:lnTo>
                <a:lnTo>
                  <a:pt x="2666" y="0"/>
                </a:lnTo>
                <a:moveTo>
                  <a:pt x="2843" y="0"/>
                </a:moveTo>
                <a:lnTo>
                  <a:pt x="2953" y="0"/>
                </a:lnTo>
                <a:lnTo>
                  <a:pt x="2953" y="22"/>
                </a:lnTo>
                <a:lnTo>
                  <a:pt x="2843" y="22"/>
                </a:lnTo>
                <a:lnTo>
                  <a:pt x="2843" y="0"/>
                </a:lnTo>
                <a:moveTo>
                  <a:pt x="3020" y="0"/>
                </a:moveTo>
                <a:lnTo>
                  <a:pt x="3130" y="0"/>
                </a:lnTo>
                <a:lnTo>
                  <a:pt x="3130" y="22"/>
                </a:lnTo>
                <a:lnTo>
                  <a:pt x="3020" y="22"/>
                </a:lnTo>
                <a:lnTo>
                  <a:pt x="3020" y="0"/>
                </a:lnTo>
                <a:moveTo>
                  <a:pt x="3197" y="0"/>
                </a:moveTo>
                <a:lnTo>
                  <a:pt x="3307" y="0"/>
                </a:lnTo>
                <a:lnTo>
                  <a:pt x="3307" y="22"/>
                </a:lnTo>
                <a:lnTo>
                  <a:pt x="3197" y="22"/>
                </a:lnTo>
                <a:lnTo>
                  <a:pt x="3197" y="0"/>
                </a:lnTo>
                <a:moveTo>
                  <a:pt x="3374" y="0"/>
                </a:moveTo>
                <a:lnTo>
                  <a:pt x="3484" y="0"/>
                </a:lnTo>
                <a:lnTo>
                  <a:pt x="3484" y="22"/>
                </a:lnTo>
                <a:lnTo>
                  <a:pt x="3374" y="22"/>
                </a:lnTo>
                <a:lnTo>
                  <a:pt x="3374" y="0"/>
                </a:lnTo>
                <a:moveTo>
                  <a:pt x="3551" y="0"/>
                </a:moveTo>
                <a:lnTo>
                  <a:pt x="3661" y="0"/>
                </a:lnTo>
                <a:lnTo>
                  <a:pt x="3661" y="22"/>
                </a:lnTo>
                <a:lnTo>
                  <a:pt x="3551" y="22"/>
                </a:lnTo>
                <a:lnTo>
                  <a:pt x="3551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32" y="33"/>
                </a:moveTo>
                <a:lnTo>
                  <a:pt x="9732" y="144"/>
                </a:lnTo>
                <a:lnTo>
                  <a:pt x="9710" y="144"/>
                </a:lnTo>
                <a:lnTo>
                  <a:pt x="9710" y="33"/>
                </a:lnTo>
                <a:lnTo>
                  <a:pt x="9732" y="33"/>
                </a:lnTo>
                <a:moveTo>
                  <a:pt x="9732" y="210"/>
                </a:moveTo>
                <a:lnTo>
                  <a:pt x="9732" y="321"/>
                </a:lnTo>
                <a:lnTo>
                  <a:pt x="9710" y="321"/>
                </a:lnTo>
                <a:lnTo>
                  <a:pt x="9710" y="210"/>
                </a:lnTo>
                <a:lnTo>
                  <a:pt x="9732" y="210"/>
                </a:lnTo>
                <a:moveTo>
                  <a:pt x="9732" y="388"/>
                </a:moveTo>
                <a:lnTo>
                  <a:pt x="9732" y="498"/>
                </a:lnTo>
                <a:lnTo>
                  <a:pt x="9710" y="498"/>
                </a:lnTo>
                <a:lnTo>
                  <a:pt x="9710" y="388"/>
                </a:lnTo>
                <a:lnTo>
                  <a:pt x="9732" y="388"/>
                </a:lnTo>
                <a:moveTo>
                  <a:pt x="9732" y="565"/>
                </a:moveTo>
                <a:lnTo>
                  <a:pt x="9732" y="675"/>
                </a:lnTo>
                <a:lnTo>
                  <a:pt x="9710" y="675"/>
                </a:lnTo>
                <a:lnTo>
                  <a:pt x="9710" y="565"/>
                </a:lnTo>
                <a:lnTo>
                  <a:pt x="9732" y="565"/>
                </a:lnTo>
                <a:moveTo>
                  <a:pt x="9732" y="742"/>
                </a:moveTo>
                <a:lnTo>
                  <a:pt x="9732" y="852"/>
                </a:lnTo>
                <a:lnTo>
                  <a:pt x="9710" y="852"/>
                </a:lnTo>
                <a:lnTo>
                  <a:pt x="9710" y="742"/>
                </a:lnTo>
                <a:lnTo>
                  <a:pt x="9732" y="742"/>
                </a:lnTo>
                <a:moveTo>
                  <a:pt x="9732" y="918"/>
                </a:moveTo>
                <a:lnTo>
                  <a:pt x="9732" y="1029"/>
                </a:lnTo>
                <a:lnTo>
                  <a:pt x="9710" y="1029"/>
                </a:lnTo>
                <a:lnTo>
                  <a:pt x="9710" y="918"/>
                </a:lnTo>
                <a:lnTo>
                  <a:pt x="9732" y="918"/>
                </a:lnTo>
                <a:moveTo>
                  <a:pt x="9699" y="1084"/>
                </a:moveTo>
                <a:lnTo>
                  <a:pt x="9589" y="1084"/>
                </a:lnTo>
                <a:lnTo>
                  <a:pt x="9589" y="1062"/>
                </a:lnTo>
                <a:lnTo>
                  <a:pt x="9699" y="1062"/>
                </a:lnTo>
                <a:lnTo>
                  <a:pt x="9699" y="1084"/>
                </a:lnTo>
                <a:moveTo>
                  <a:pt x="9522" y="1084"/>
                </a:moveTo>
                <a:lnTo>
                  <a:pt x="9412" y="1084"/>
                </a:lnTo>
                <a:lnTo>
                  <a:pt x="9412" y="1062"/>
                </a:lnTo>
                <a:lnTo>
                  <a:pt x="9522" y="1062"/>
                </a:lnTo>
                <a:lnTo>
                  <a:pt x="9522" y="1084"/>
                </a:lnTo>
                <a:moveTo>
                  <a:pt x="9345" y="1084"/>
                </a:moveTo>
                <a:lnTo>
                  <a:pt x="9235" y="1084"/>
                </a:lnTo>
                <a:lnTo>
                  <a:pt x="9235" y="1062"/>
                </a:lnTo>
                <a:lnTo>
                  <a:pt x="9345" y="1062"/>
                </a:lnTo>
                <a:lnTo>
                  <a:pt x="9345" y="1084"/>
                </a:lnTo>
                <a:moveTo>
                  <a:pt x="9168" y="1084"/>
                </a:moveTo>
                <a:lnTo>
                  <a:pt x="9058" y="1084"/>
                </a:lnTo>
                <a:lnTo>
                  <a:pt x="9058" y="1062"/>
                </a:lnTo>
                <a:lnTo>
                  <a:pt x="9168" y="1062"/>
                </a:lnTo>
                <a:lnTo>
                  <a:pt x="9168" y="1084"/>
                </a:lnTo>
                <a:moveTo>
                  <a:pt x="8991" y="1084"/>
                </a:moveTo>
                <a:lnTo>
                  <a:pt x="8881" y="1084"/>
                </a:lnTo>
                <a:lnTo>
                  <a:pt x="8881" y="1062"/>
                </a:lnTo>
                <a:lnTo>
                  <a:pt x="8991" y="1062"/>
                </a:lnTo>
                <a:lnTo>
                  <a:pt x="8991" y="1084"/>
                </a:lnTo>
                <a:moveTo>
                  <a:pt x="8814" y="1084"/>
                </a:moveTo>
                <a:lnTo>
                  <a:pt x="8704" y="1084"/>
                </a:lnTo>
                <a:lnTo>
                  <a:pt x="8704" y="1062"/>
                </a:lnTo>
                <a:lnTo>
                  <a:pt x="8814" y="1062"/>
                </a:lnTo>
                <a:lnTo>
                  <a:pt x="8814" y="1084"/>
                </a:lnTo>
                <a:moveTo>
                  <a:pt x="8638" y="1084"/>
                </a:moveTo>
                <a:lnTo>
                  <a:pt x="8527" y="1084"/>
                </a:lnTo>
                <a:lnTo>
                  <a:pt x="8527" y="1062"/>
                </a:lnTo>
                <a:lnTo>
                  <a:pt x="8638" y="1062"/>
                </a:lnTo>
                <a:lnTo>
                  <a:pt x="8638" y="1084"/>
                </a:lnTo>
                <a:moveTo>
                  <a:pt x="8461" y="1084"/>
                </a:moveTo>
                <a:lnTo>
                  <a:pt x="8350" y="1084"/>
                </a:lnTo>
                <a:lnTo>
                  <a:pt x="8350" y="1062"/>
                </a:lnTo>
                <a:lnTo>
                  <a:pt x="8461" y="1062"/>
                </a:lnTo>
                <a:lnTo>
                  <a:pt x="8461" y="1084"/>
                </a:lnTo>
                <a:moveTo>
                  <a:pt x="8284" y="1084"/>
                </a:moveTo>
                <a:lnTo>
                  <a:pt x="8173" y="1084"/>
                </a:lnTo>
                <a:lnTo>
                  <a:pt x="8173" y="1062"/>
                </a:lnTo>
                <a:lnTo>
                  <a:pt x="8284" y="1062"/>
                </a:lnTo>
                <a:lnTo>
                  <a:pt x="8284" y="1084"/>
                </a:lnTo>
                <a:moveTo>
                  <a:pt x="8107" y="1084"/>
                </a:moveTo>
                <a:lnTo>
                  <a:pt x="7996" y="1084"/>
                </a:lnTo>
                <a:lnTo>
                  <a:pt x="7996" y="1062"/>
                </a:lnTo>
                <a:lnTo>
                  <a:pt x="8107" y="1062"/>
                </a:lnTo>
                <a:lnTo>
                  <a:pt x="8107" y="1084"/>
                </a:lnTo>
                <a:moveTo>
                  <a:pt x="7930" y="1084"/>
                </a:moveTo>
                <a:lnTo>
                  <a:pt x="7819" y="1084"/>
                </a:lnTo>
                <a:lnTo>
                  <a:pt x="7819" y="1062"/>
                </a:lnTo>
                <a:lnTo>
                  <a:pt x="7930" y="1062"/>
                </a:lnTo>
                <a:lnTo>
                  <a:pt x="7930" y="1084"/>
                </a:lnTo>
                <a:moveTo>
                  <a:pt x="7753" y="1084"/>
                </a:moveTo>
                <a:lnTo>
                  <a:pt x="7642" y="1084"/>
                </a:lnTo>
                <a:lnTo>
                  <a:pt x="7642" y="1062"/>
                </a:lnTo>
                <a:lnTo>
                  <a:pt x="7753" y="1062"/>
                </a:lnTo>
                <a:lnTo>
                  <a:pt x="7753" y="1084"/>
                </a:lnTo>
                <a:moveTo>
                  <a:pt x="7576" y="1084"/>
                </a:moveTo>
                <a:lnTo>
                  <a:pt x="7465" y="1084"/>
                </a:lnTo>
                <a:lnTo>
                  <a:pt x="7465" y="1062"/>
                </a:lnTo>
                <a:lnTo>
                  <a:pt x="7576" y="1062"/>
                </a:lnTo>
                <a:lnTo>
                  <a:pt x="7576" y="1084"/>
                </a:lnTo>
                <a:moveTo>
                  <a:pt x="7399" y="1084"/>
                </a:moveTo>
                <a:lnTo>
                  <a:pt x="7288" y="1084"/>
                </a:lnTo>
                <a:lnTo>
                  <a:pt x="7288" y="1062"/>
                </a:lnTo>
                <a:lnTo>
                  <a:pt x="7399" y="1062"/>
                </a:lnTo>
                <a:lnTo>
                  <a:pt x="7399" y="1084"/>
                </a:lnTo>
                <a:moveTo>
                  <a:pt x="7222" y="1084"/>
                </a:moveTo>
                <a:lnTo>
                  <a:pt x="7111" y="1084"/>
                </a:lnTo>
                <a:lnTo>
                  <a:pt x="7111" y="1062"/>
                </a:lnTo>
                <a:lnTo>
                  <a:pt x="7222" y="1062"/>
                </a:lnTo>
                <a:lnTo>
                  <a:pt x="7222" y="1084"/>
                </a:lnTo>
                <a:moveTo>
                  <a:pt x="7045" y="1084"/>
                </a:moveTo>
                <a:lnTo>
                  <a:pt x="6935" y="1084"/>
                </a:lnTo>
                <a:lnTo>
                  <a:pt x="6935" y="1062"/>
                </a:lnTo>
                <a:lnTo>
                  <a:pt x="7045" y="1062"/>
                </a:lnTo>
                <a:lnTo>
                  <a:pt x="7045" y="1084"/>
                </a:lnTo>
                <a:moveTo>
                  <a:pt x="6868" y="1084"/>
                </a:moveTo>
                <a:lnTo>
                  <a:pt x="6758" y="1084"/>
                </a:lnTo>
                <a:lnTo>
                  <a:pt x="6758" y="1062"/>
                </a:lnTo>
                <a:lnTo>
                  <a:pt x="6868" y="1062"/>
                </a:lnTo>
                <a:lnTo>
                  <a:pt x="6868" y="1084"/>
                </a:lnTo>
                <a:moveTo>
                  <a:pt x="6691" y="1084"/>
                </a:moveTo>
                <a:lnTo>
                  <a:pt x="6581" y="1084"/>
                </a:lnTo>
                <a:lnTo>
                  <a:pt x="6581" y="1062"/>
                </a:lnTo>
                <a:lnTo>
                  <a:pt x="6691" y="1062"/>
                </a:lnTo>
                <a:lnTo>
                  <a:pt x="6691" y="1084"/>
                </a:lnTo>
                <a:moveTo>
                  <a:pt x="6514" y="1084"/>
                </a:moveTo>
                <a:lnTo>
                  <a:pt x="6404" y="1084"/>
                </a:lnTo>
                <a:lnTo>
                  <a:pt x="6404" y="1062"/>
                </a:lnTo>
                <a:lnTo>
                  <a:pt x="6514" y="1062"/>
                </a:lnTo>
                <a:lnTo>
                  <a:pt x="6514" y="1084"/>
                </a:lnTo>
                <a:moveTo>
                  <a:pt x="6337" y="1084"/>
                </a:moveTo>
                <a:lnTo>
                  <a:pt x="6227" y="1084"/>
                </a:lnTo>
                <a:lnTo>
                  <a:pt x="6227" y="1062"/>
                </a:lnTo>
                <a:lnTo>
                  <a:pt x="6337" y="1062"/>
                </a:lnTo>
                <a:lnTo>
                  <a:pt x="6337" y="1084"/>
                </a:lnTo>
                <a:moveTo>
                  <a:pt x="6160" y="1084"/>
                </a:moveTo>
                <a:lnTo>
                  <a:pt x="6050" y="1084"/>
                </a:lnTo>
                <a:lnTo>
                  <a:pt x="6050" y="1062"/>
                </a:lnTo>
                <a:lnTo>
                  <a:pt x="6160" y="1062"/>
                </a:lnTo>
                <a:lnTo>
                  <a:pt x="6160" y="1084"/>
                </a:lnTo>
                <a:moveTo>
                  <a:pt x="5983" y="1084"/>
                </a:moveTo>
                <a:lnTo>
                  <a:pt x="5873" y="1084"/>
                </a:lnTo>
                <a:lnTo>
                  <a:pt x="5873" y="1062"/>
                </a:lnTo>
                <a:lnTo>
                  <a:pt x="5983" y="1062"/>
                </a:lnTo>
                <a:lnTo>
                  <a:pt x="5983" y="1084"/>
                </a:lnTo>
                <a:moveTo>
                  <a:pt x="5807" y="1084"/>
                </a:moveTo>
                <a:lnTo>
                  <a:pt x="5696" y="1084"/>
                </a:lnTo>
                <a:lnTo>
                  <a:pt x="5696" y="1062"/>
                </a:lnTo>
                <a:lnTo>
                  <a:pt x="5807" y="1062"/>
                </a:lnTo>
                <a:lnTo>
                  <a:pt x="5807" y="1084"/>
                </a:lnTo>
                <a:moveTo>
                  <a:pt x="5630" y="1084"/>
                </a:moveTo>
                <a:lnTo>
                  <a:pt x="5519" y="1084"/>
                </a:lnTo>
                <a:lnTo>
                  <a:pt x="5519" y="1062"/>
                </a:lnTo>
                <a:lnTo>
                  <a:pt x="5630" y="1062"/>
                </a:lnTo>
                <a:lnTo>
                  <a:pt x="5630" y="1084"/>
                </a:lnTo>
                <a:moveTo>
                  <a:pt x="5453" y="1084"/>
                </a:moveTo>
                <a:lnTo>
                  <a:pt x="5342" y="1084"/>
                </a:lnTo>
                <a:lnTo>
                  <a:pt x="5342" y="1062"/>
                </a:lnTo>
                <a:lnTo>
                  <a:pt x="5453" y="1062"/>
                </a:lnTo>
                <a:lnTo>
                  <a:pt x="5453" y="1084"/>
                </a:lnTo>
                <a:moveTo>
                  <a:pt x="5276" y="1084"/>
                </a:moveTo>
                <a:lnTo>
                  <a:pt x="5165" y="1084"/>
                </a:lnTo>
                <a:lnTo>
                  <a:pt x="5165" y="1062"/>
                </a:lnTo>
                <a:lnTo>
                  <a:pt x="5276" y="1062"/>
                </a:lnTo>
                <a:lnTo>
                  <a:pt x="5276" y="1084"/>
                </a:lnTo>
                <a:moveTo>
                  <a:pt x="5099" y="1084"/>
                </a:moveTo>
                <a:lnTo>
                  <a:pt x="4988" y="1084"/>
                </a:lnTo>
                <a:lnTo>
                  <a:pt x="4988" y="1062"/>
                </a:lnTo>
                <a:lnTo>
                  <a:pt x="5099" y="1062"/>
                </a:lnTo>
                <a:lnTo>
                  <a:pt x="5099" y="1084"/>
                </a:lnTo>
                <a:moveTo>
                  <a:pt x="4922" y="1084"/>
                </a:moveTo>
                <a:lnTo>
                  <a:pt x="4811" y="1084"/>
                </a:lnTo>
                <a:lnTo>
                  <a:pt x="4811" y="1062"/>
                </a:lnTo>
                <a:lnTo>
                  <a:pt x="4922" y="1062"/>
                </a:lnTo>
                <a:lnTo>
                  <a:pt x="4922" y="1084"/>
                </a:lnTo>
                <a:moveTo>
                  <a:pt x="4745" y="1084"/>
                </a:moveTo>
                <a:lnTo>
                  <a:pt x="4634" y="1084"/>
                </a:lnTo>
                <a:lnTo>
                  <a:pt x="4634" y="1062"/>
                </a:lnTo>
                <a:lnTo>
                  <a:pt x="4745" y="1062"/>
                </a:lnTo>
                <a:lnTo>
                  <a:pt x="4745" y="1084"/>
                </a:lnTo>
                <a:moveTo>
                  <a:pt x="4568" y="1084"/>
                </a:moveTo>
                <a:lnTo>
                  <a:pt x="4457" y="1084"/>
                </a:lnTo>
                <a:lnTo>
                  <a:pt x="4457" y="1062"/>
                </a:lnTo>
                <a:lnTo>
                  <a:pt x="4568" y="1062"/>
                </a:lnTo>
                <a:lnTo>
                  <a:pt x="4568" y="1084"/>
                </a:lnTo>
                <a:moveTo>
                  <a:pt x="4391" y="1084"/>
                </a:moveTo>
                <a:lnTo>
                  <a:pt x="4280" y="1084"/>
                </a:lnTo>
                <a:lnTo>
                  <a:pt x="4280" y="1062"/>
                </a:lnTo>
                <a:lnTo>
                  <a:pt x="4391" y="1062"/>
                </a:lnTo>
                <a:lnTo>
                  <a:pt x="4391" y="1084"/>
                </a:lnTo>
                <a:moveTo>
                  <a:pt x="4214" y="1084"/>
                </a:moveTo>
                <a:lnTo>
                  <a:pt x="4104" y="1084"/>
                </a:lnTo>
                <a:lnTo>
                  <a:pt x="4104" y="1062"/>
                </a:lnTo>
                <a:lnTo>
                  <a:pt x="4214" y="1062"/>
                </a:lnTo>
                <a:lnTo>
                  <a:pt x="4214" y="1084"/>
                </a:lnTo>
                <a:moveTo>
                  <a:pt x="4037" y="1084"/>
                </a:moveTo>
                <a:lnTo>
                  <a:pt x="3927" y="1084"/>
                </a:lnTo>
                <a:lnTo>
                  <a:pt x="3927" y="1062"/>
                </a:lnTo>
                <a:lnTo>
                  <a:pt x="4037" y="1062"/>
                </a:lnTo>
                <a:lnTo>
                  <a:pt x="4037" y="1084"/>
                </a:lnTo>
                <a:moveTo>
                  <a:pt x="3860" y="1084"/>
                </a:moveTo>
                <a:lnTo>
                  <a:pt x="3750" y="1084"/>
                </a:lnTo>
                <a:lnTo>
                  <a:pt x="3750" y="1062"/>
                </a:lnTo>
                <a:lnTo>
                  <a:pt x="3860" y="1062"/>
                </a:lnTo>
                <a:lnTo>
                  <a:pt x="3860" y="1084"/>
                </a:lnTo>
                <a:moveTo>
                  <a:pt x="3683" y="1084"/>
                </a:moveTo>
                <a:lnTo>
                  <a:pt x="3573" y="1084"/>
                </a:lnTo>
                <a:lnTo>
                  <a:pt x="3573" y="1062"/>
                </a:lnTo>
                <a:lnTo>
                  <a:pt x="3683" y="1062"/>
                </a:lnTo>
                <a:lnTo>
                  <a:pt x="3683" y="1084"/>
                </a:lnTo>
                <a:moveTo>
                  <a:pt x="3506" y="1084"/>
                </a:moveTo>
                <a:lnTo>
                  <a:pt x="3396" y="1084"/>
                </a:lnTo>
                <a:lnTo>
                  <a:pt x="3396" y="1062"/>
                </a:lnTo>
                <a:lnTo>
                  <a:pt x="3506" y="1062"/>
                </a:lnTo>
                <a:lnTo>
                  <a:pt x="3506" y="1084"/>
                </a:lnTo>
                <a:moveTo>
                  <a:pt x="3329" y="1084"/>
                </a:moveTo>
                <a:lnTo>
                  <a:pt x="3219" y="1084"/>
                </a:lnTo>
                <a:lnTo>
                  <a:pt x="3219" y="1062"/>
                </a:lnTo>
                <a:lnTo>
                  <a:pt x="3329" y="1062"/>
                </a:lnTo>
                <a:lnTo>
                  <a:pt x="3329" y="1084"/>
                </a:lnTo>
                <a:moveTo>
                  <a:pt x="3153" y="1084"/>
                </a:moveTo>
                <a:lnTo>
                  <a:pt x="3042" y="1084"/>
                </a:lnTo>
                <a:lnTo>
                  <a:pt x="3042" y="1062"/>
                </a:lnTo>
                <a:lnTo>
                  <a:pt x="3153" y="1062"/>
                </a:lnTo>
                <a:lnTo>
                  <a:pt x="3153" y="1084"/>
                </a:lnTo>
                <a:moveTo>
                  <a:pt x="2976" y="1084"/>
                </a:moveTo>
                <a:lnTo>
                  <a:pt x="2865" y="1084"/>
                </a:lnTo>
                <a:lnTo>
                  <a:pt x="2865" y="1062"/>
                </a:lnTo>
                <a:lnTo>
                  <a:pt x="2976" y="1062"/>
                </a:lnTo>
                <a:lnTo>
                  <a:pt x="2976" y="1084"/>
                </a:lnTo>
                <a:moveTo>
                  <a:pt x="2799" y="1084"/>
                </a:moveTo>
                <a:lnTo>
                  <a:pt x="2688" y="1084"/>
                </a:lnTo>
                <a:lnTo>
                  <a:pt x="2688" y="1062"/>
                </a:lnTo>
                <a:lnTo>
                  <a:pt x="2799" y="1062"/>
                </a:lnTo>
                <a:lnTo>
                  <a:pt x="2799" y="1084"/>
                </a:lnTo>
                <a:moveTo>
                  <a:pt x="2622" y="1084"/>
                </a:moveTo>
                <a:lnTo>
                  <a:pt x="2511" y="1084"/>
                </a:lnTo>
                <a:lnTo>
                  <a:pt x="2511" y="1062"/>
                </a:lnTo>
                <a:lnTo>
                  <a:pt x="2622" y="1062"/>
                </a:lnTo>
                <a:lnTo>
                  <a:pt x="2622" y="1084"/>
                </a:lnTo>
                <a:moveTo>
                  <a:pt x="2445" y="1084"/>
                </a:moveTo>
                <a:lnTo>
                  <a:pt x="2333" y="1084"/>
                </a:lnTo>
                <a:lnTo>
                  <a:pt x="2333" y="1062"/>
                </a:lnTo>
                <a:lnTo>
                  <a:pt x="2445" y="1062"/>
                </a:lnTo>
                <a:lnTo>
                  <a:pt x="2445" y="1084"/>
                </a:lnTo>
                <a:moveTo>
                  <a:pt x="2267" y="1084"/>
                </a:moveTo>
                <a:lnTo>
                  <a:pt x="2156" y="1084"/>
                </a:lnTo>
                <a:lnTo>
                  <a:pt x="2156" y="1062"/>
                </a:lnTo>
                <a:lnTo>
                  <a:pt x="2267" y="1062"/>
                </a:lnTo>
                <a:lnTo>
                  <a:pt x="2267" y="1084"/>
                </a:lnTo>
                <a:moveTo>
                  <a:pt x="2090" y="1084"/>
                </a:moveTo>
                <a:lnTo>
                  <a:pt x="1979" y="1084"/>
                </a:lnTo>
                <a:lnTo>
                  <a:pt x="1979" y="1062"/>
                </a:lnTo>
                <a:lnTo>
                  <a:pt x="2090" y="1062"/>
                </a:lnTo>
                <a:lnTo>
                  <a:pt x="2090" y="1084"/>
                </a:lnTo>
                <a:moveTo>
                  <a:pt x="1913" y="1084"/>
                </a:moveTo>
                <a:lnTo>
                  <a:pt x="1802" y="1084"/>
                </a:lnTo>
                <a:lnTo>
                  <a:pt x="1802" y="1062"/>
                </a:lnTo>
                <a:lnTo>
                  <a:pt x="1913" y="1062"/>
                </a:lnTo>
                <a:lnTo>
                  <a:pt x="1913" y="1084"/>
                </a:lnTo>
                <a:moveTo>
                  <a:pt x="1736" y="1084"/>
                </a:moveTo>
                <a:lnTo>
                  <a:pt x="1625" y="1084"/>
                </a:lnTo>
                <a:lnTo>
                  <a:pt x="1625" y="1062"/>
                </a:lnTo>
                <a:lnTo>
                  <a:pt x="1736" y="1062"/>
                </a:lnTo>
                <a:lnTo>
                  <a:pt x="1736" y="1084"/>
                </a:lnTo>
                <a:moveTo>
                  <a:pt x="1559" y="1084"/>
                </a:moveTo>
                <a:lnTo>
                  <a:pt x="1449" y="1084"/>
                </a:lnTo>
                <a:lnTo>
                  <a:pt x="1449" y="1062"/>
                </a:lnTo>
                <a:lnTo>
                  <a:pt x="1559" y="1062"/>
                </a:lnTo>
                <a:lnTo>
                  <a:pt x="1559" y="1084"/>
                </a:lnTo>
                <a:moveTo>
                  <a:pt x="1382" y="1084"/>
                </a:moveTo>
                <a:lnTo>
                  <a:pt x="1272" y="1084"/>
                </a:lnTo>
                <a:lnTo>
                  <a:pt x="1272" y="1062"/>
                </a:lnTo>
                <a:lnTo>
                  <a:pt x="1382" y="1062"/>
                </a:lnTo>
                <a:lnTo>
                  <a:pt x="1382" y="1084"/>
                </a:lnTo>
                <a:moveTo>
                  <a:pt x="1205" y="1084"/>
                </a:moveTo>
                <a:lnTo>
                  <a:pt x="1095" y="1084"/>
                </a:lnTo>
                <a:lnTo>
                  <a:pt x="1095" y="1062"/>
                </a:lnTo>
                <a:lnTo>
                  <a:pt x="1205" y="1062"/>
                </a:lnTo>
                <a:lnTo>
                  <a:pt x="1205" y="1084"/>
                </a:lnTo>
                <a:moveTo>
                  <a:pt x="1028" y="1084"/>
                </a:moveTo>
                <a:lnTo>
                  <a:pt x="918" y="1084"/>
                </a:lnTo>
                <a:lnTo>
                  <a:pt x="918" y="1062"/>
                </a:lnTo>
                <a:lnTo>
                  <a:pt x="1028" y="1062"/>
                </a:lnTo>
                <a:lnTo>
                  <a:pt x="1028" y="1084"/>
                </a:lnTo>
                <a:moveTo>
                  <a:pt x="851" y="1084"/>
                </a:moveTo>
                <a:lnTo>
                  <a:pt x="741" y="1084"/>
                </a:lnTo>
                <a:lnTo>
                  <a:pt x="741" y="1062"/>
                </a:lnTo>
                <a:lnTo>
                  <a:pt x="851" y="1062"/>
                </a:lnTo>
                <a:lnTo>
                  <a:pt x="851" y="1084"/>
                </a:lnTo>
                <a:moveTo>
                  <a:pt x="674" y="1084"/>
                </a:moveTo>
                <a:lnTo>
                  <a:pt x="564" y="1084"/>
                </a:lnTo>
                <a:lnTo>
                  <a:pt x="564" y="1062"/>
                </a:lnTo>
                <a:lnTo>
                  <a:pt x="674" y="1062"/>
                </a:lnTo>
                <a:lnTo>
                  <a:pt x="674" y="1084"/>
                </a:lnTo>
                <a:moveTo>
                  <a:pt x="498" y="1084"/>
                </a:moveTo>
                <a:lnTo>
                  <a:pt x="387" y="1084"/>
                </a:lnTo>
                <a:lnTo>
                  <a:pt x="387" y="1062"/>
                </a:lnTo>
                <a:lnTo>
                  <a:pt x="498" y="1062"/>
                </a:lnTo>
                <a:lnTo>
                  <a:pt x="498" y="1084"/>
                </a:lnTo>
                <a:moveTo>
                  <a:pt x="321" y="1084"/>
                </a:moveTo>
                <a:lnTo>
                  <a:pt x="210" y="1084"/>
                </a:lnTo>
                <a:lnTo>
                  <a:pt x="210" y="1062"/>
                </a:lnTo>
                <a:lnTo>
                  <a:pt x="321" y="1062"/>
                </a:lnTo>
                <a:lnTo>
                  <a:pt x="321" y="1084"/>
                </a:lnTo>
                <a:moveTo>
                  <a:pt x="144" y="1084"/>
                </a:moveTo>
                <a:lnTo>
                  <a:pt x="33" y="1084"/>
                </a:lnTo>
                <a:lnTo>
                  <a:pt x="33" y="1062"/>
                </a:lnTo>
                <a:lnTo>
                  <a:pt x="144" y="1062"/>
                </a:lnTo>
                <a:lnTo>
                  <a:pt x="144" y="1084"/>
                </a:lnTo>
                <a:moveTo>
                  <a:pt x="0" y="1029"/>
                </a:moveTo>
                <a:lnTo>
                  <a:pt x="0" y="918"/>
                </a:lnTo>
                <a:lnTo>
                  <a:pt x="22" y="918"/>
                </a:lnTo>
                <a:lnTo>
                  <a:pt x="22" y="1029"/>
                </a:lnTo>
                <a:lnTo>
                  <a:pt x="0" y="1029"/>
                </a:lnTo>
                <a:moveTo>
                  <a:pt x="0" y="852"/>
                </a:moveTo>
                <a:lnTo>
                  <a:pt x="0" y="742"/>
                </a:lnTo>
                <a:lnTo>
                  <a:pt x="22" y="742"/>
                </a:lnTo>
                <a:lnTo>
                  <a:pt x="22" y="852"/>
                </a:lnTo>
                <a:lnTo>
                  <a:pt x="0" y="852"/>
                </a:lnTo>
                <a:moveTo>
                  <a:pt x="0" y="675"/>
                </a:moveTo>
                <a:lnTo>
                  <a:pt x="0" y="565"/>
                </a:lnTo>
                <a:lnTo>
                  <a:pt x="22" y="565"/>
                </a:lnTo>
                <a:lnTo>
                  <a:pt x="22" y="675"/>
                </a:lnTo>
                <a:lnTo>
                  <a:pt x="0" y="675"/>
                </a:lnTo>
                <a:moveTo>
                  <a:pt x="0" y="498"/>
                </a:moveTo>
                <a:lnTo>
                  <a:pt x="0" y="388"/>
                </a:lnTo>
                <a:lnTo>
                  <a:pt x="22" y="388"/>
                </a:lnTo>
                <a:lnTo>
                  <a:pt x="22" y="498"/>
                </a:lnTo>
                <a:lnTo>
                  <a:pt x="0" y="498"/>
                </a:lnTo>
                <a:moveTo>
                  <a:pt x="0" y="321"/>
                </a:moveTo>
                <a:lnTo>
                  <a:pt x="0" y="210"/>
                </a:lnTo>
                <a:lnTo>
                  <a:pt x="22" y="210"/>
                </a:lnTo>
                <a:lnTo>
                  <a:pt x="22" y="321"/>
                </a:lnTo>
                <a:lnTo>
                  <a:pt x="0" y="321"/>
                </a:lnTo>
                <a:moveTo>
                  <a:pt x="0" y="144"/>
                </a:moveTo>
                <a:lnTo>
                  <a:pt x="0" y="33"/>
                </a:lnTo>
                <a:lnTo>
                  <a:pt x="22" y="33"/>
                </a:lnTo>
                <a:lnTo>
                  <a:pt x="22" y="144"/>
                </a:lnTo>
                <a:lnTo>
                  <a:pt x="0" y="144"/>
                </a:lnTo>
                <a:moveTo>
                  <a:pt x="11" y="0"/>
                </a:move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245120" y="168768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4245120" y="171540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2286720" y="1234440"/>
            <a:ext cx="1497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988920" y="1678680"/>
            <a:ext cx="599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909000" y="2228760"/>
            <a:ext cx="4236120" cy="381960"/>
          </a:xfrm>
          <a:custGeom>
            <a:avLst/>
            <a:gdLst/>
            <a:ahLst/>
            <a:rect l="0" t="0" r="r" b="b"/>
            <a:pathLst>
              <a:path w="11767" h="1061">
                <a:moveTo>
                  <a:pt x="0" y="0"/>
                </a:moveTo>
                <a:lnTo>
                  <a:pt x="11767" y="0"/>
                </a:lnTo>
                <a:lnTo>
                  <a:pt x="11767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905040" y="2224800"/>
            <a:ext cx="4244040" cy="389880"/>
          </a:xfrm>
          <a:custGeom>
            <a:avLst/>
            <a:gdLst/>
            <a:ahLst/>
            <a:rect l="0" t="0" r="r" b="b"/>
            <a:pathLst>
              <a:path w="11789" h="1083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2" y="0"/>
                </a:lnTo>
                <a:lnTo>
                  <a:pt x="2422" y="22"/>
                </a:lnTo>
                <a:lnTo>
                  <a:pt x="2311" y="22"/>
                </a:lnTo>
                <a:lnTo>
                  <a:pt x="2311" y="0"/>
                </a:lnTo>
                <a:moveTo>
                  <a:pt x="2488" y="0"/>
                </a:moveTo>
                <a:lnTo>
                  <a:pt x="2599" y="0"/>
                </a:lnTo>
                <a:lnTo>
                  <a:pt x="2599" y="22"/>
                </a:lnTo>
                <a:lnTo>
                  <a:pt x="2488" y="22"/>
                </a:lnTo>
                <a:lnTo>
                  <a:pt x="2488" y="0"/>
                </a:lnTo>
                <a:moveTo>
                  <a:pt x="2665" y="0"/>
                </a:moveTo>
                <a:lnTo>
                  <a:pt x="2776" y="0"/>
                </a:lnTo>
                <a:lnTo>
                  <a:pt x="2776" y="22"/>
                </a:lnTo>
                <a:lnTo>
                  <a:pt x="2665" y="22"/>
                </a:lnTo>
                <a:lnTo>
                  <a:pt x="2665" y="0"/>
                </a:lnTo>
                <a:moveTo>
                  <a:pt x="2842" y="0"/>
                </a:moveTo>
                <a:lnTo>
                  <a:pt x="2952" y="0"/>
                </a:lnTo>
                <a:lnTo>
                  <a:pt x="2952" y="22"/>
                </a:lnTo>
                <a:lnTo>
                  <a:pt x="2842" y="22"/>
                </a:lnTo>
                <a:lnTo>
                  <a:pt x="2842" y="0"/>
                </a:lnTo>
                <a:moveTo>
                  <a:pt x="3019" y="0"/>
                </a:moveTo>
                <a:lnTo>
                  <a:pt x="3129" y="0"/>
                </a:lnTo>
                <a:lnTo>
                  <a:pt x="3129" y="22"/>
                </a:lnTo>
                <a:lnTo>
                  <a:pt x="3019" y="22"/>
                </a:lnTo>
                <a:lnTo>
                  <a:pt x="3019" y="0"/>
                </a:lnTo>
                <a:moveTo>
                  <a:pt x="3196" y="0"/>
                </a:moveTo>
                <a:lnTo>
                  <a:pt x="3306" y="0"/>
                </a:lnTo>
                <a:lnTo>
                  <a:pt x="3306" y="22"/>
                </a:lnTo>
                <a:lnTo>
                  <a:pt x="3196" y="22"/>
                </a:lnTo>
                <a:lnTo>
                  <a:pt x="3196" y="0"/>
                </a:lnTo>
                <a:moveTo>
                  <a:pt x="3373" y="0"/>
                </a:moveTo>
                <a:lnTo>
                  <a:pt x="3484" y="0"/>
                </a:lnTo>
                <a:lnTo>
                  <a:pt x="3484" y="22"/>
                </a:lnTo>
                <a:lnTo>
                  <a:pt x="3373" y="22"/>
                </a:lnTo>
                <a:lnTo>
                  <a:pt x="3373" y="0"/>
                </a:lnTo>
                <a:moveTo>
                  <a:pt x="3551" y="0"/>
                </a:moveTo>
                <a:lnTo>
                  <a:pt x="3661" y="0"/>
                </a:lnTo>
                <a:lnTo>
                  <a:pt x="3661" y="22"/>
                </a:lnTo>
                <a:lnTo>
                  <a:pt x="3551" y="22"/>
                </a:lnTo>
                <a:lnTo>
                  <a:pt x="3551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43" y="0"/>
                </a:moveTo>
                <a:lnTo>
                  <a:pt x="9854" y="0"/>
                </a:lnTo>
                <a:lnTo>
                  <a:pt x="9854" y="22"/>
                </a:lnTo>
                <a:lnTo>
                  <a:pt x="9743" y="22"/>
                </a:lnTo>
                <a:lnTo>
                  <a:pt x="9743" y="0"/>
                </a:lnTo>
                <a:moveTo>
                  <a:pt x="9920" y="0"/>
                </a:moveTo>
                <a:lnTo>
                  <a:pt x="10031" y="0"/>
                </a:lnTo>
                <a:lnTo>
                  <a:pt x="10031" y="22"/>
                </a:lnTo>
                <a:lnTo>
                  <a:pt x="9920" y="22"/>
                </a:lnTo>
                <a:lnTo>
                  <a:pt x="9920" y="0"/>
                </a:lnTo>
                <a:moveTo>
                  <a:pt x="10097" y="0"/>
                </a:moveTo>
                <a:lnTo>
                  <a:pt x="10208" y="0"/>
                </a:lnTo>
                <a:lnTo>
                  <a:pt x="10208" y="22"/>
                </a:lnTo>
                <a:lnTo>
                  <a:pt x="10097" y="22"/>
                </a:lnTo>
                <a:lnTo>
                  <a:pt x="10097" y="0"/>
                </a:lnTo>
                <a:moveTo>
                  <a:pt x="10274" y="0"/>
                </a:moveTo>
                <a:lnTo>
                  <a:pt x="10385" y="0"/>
                </a:lnTo>
                <a:lnTo>
                  <a:pt x="10385" y="22"/>
                </a:lnTo>
                <a:lnTo>
                  <a:pt x="10274" y="22"/>
                </a:lnTo>
                <a:lnTo>
                  <a:pt x="10274" y="0"/>
                </a:lnTo>
                <a:moveTo>
                  <a:pt x="10451" y="0"/>
                </a:moveTo>
                <a:lnTo>
                  <a:pt x="10562" y="0"/>
                </a:lnTo>
                <a:lnTo>
                  <a:pt x="10562" y="22"/>
                </a:lnTo>
                <a:lnTo>
                  <a:pt x="10451" y="22"/>
                </a:lnTo>
                <a:lnTo>
                  <a:pt x="10451" y="0"/>
                </a:lnTo>
                <a:moveTo>
                  <a:pt x="10628" y="0"/>
                </a:moveTo>
                <a:lnTo>
                  <a:pt x="10739" y="0"/>
                </a:lnTo>
                <a:lnTo>
                  <a:pt x="10739" y="22"/>
                </a:lnTo>
                <a:lnTo>
                  <a:pt x="10628" y="22"/>
                </a:lnTo>
                <a:lnTo>
                  <a:pt x="10628" y="0"/>
                </a:lnTo>
                <a:moveTo>
                  <a:pt x="10805" y="0"/>
                </a:moveTo>
                <a:lnTo>
                  <a:pt x="10916" y="0"/>
                </a:lnTo>
                <a:lnTo>
                  <a:pt x="10916" y="22"/>
                </a:lnTo>
                <a:lnTo>
                  <a:pt x="10805" y="22"/>
                </a:lnTo>
                <a:lnTo>
                  <a:pt x="10805" y="0"/>
                </a:lnTo>
                <a:moveTo>
                  <a:pt x="10982" y="0"/>
                </a:moveTo>
                <a:lnTo>
                  <a:pt x="11092" y="0"/>
                </a:lnTo>
                <a:lnTo>
                  <a:pt x="11092" y="22"/>
                </a:lnTo>
                <a:lnTo>
                  <a:pt x="10982" y="22"/>
                </a:lnTo>
                <a:lnTo>
                  <a:pt x="10982" y="0"/>
                </a:lnTo>
                <a:moveTo>
                  <a:pt x="11159" y="0"/>
                </a:moveTo>
                <a:lnTo>
                  <a:pt x="11269" y="0"/>
                </a:lnTo>
                <a:lnTo>
                  <a:pt x="11269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36" y="0"/>
                </a:moveTo>
                <a:lnTo>
                  <a:pt x="11446" y="0"/>
                </a:lnTo>
                <a:lnTo>
                  <a:pt x="11446" y="22"/>
                </a:lnTo>
                <a:lnTo>
                  <a:pt x="11336" y="22"/>
                </a:lnTo>
                <a:lnTo>
                  <a:pt x="11336" y="0"/>
                </a:lnTo>
                <a:moveTo>
                  <a:pt x="11513" y="0"/>
                </a:moveTo>
                <a:lnTo>
                  <a:pt x="11623" y="0"/>
                </a:lnTo>
                <a:lnTo>
                  <a:pt x="11623" y="22"/>
                </a:lnTo>
                <a:lnTo>
                  <a:pt x="11513" y="22"/>
                </a:lnTo>
                <a:lnTo>
                  <a:pt x="11513" y="0"/>
                </a:lnTo>
                <a:moveTo>
                  <a:pt x="11690" y="0"/>
                </a:moveTo>
                <a:lnTo>
                  <a:pt x="11789" y="0"/>
                </a:lnTo>
                <a:lnTo>
                  <a:pt x="11789" y="33"/>
                </a:lnTo>
                <a:lnTo>
                  <a:pt x="11767" y="33"/>
                </a:lnTo>
                <a:lnTo>
                  <a:pt x="11767" y="11"/>
                </a:lnTo>
                <a:lnTo>
                  <a:pt x="11778" y="11"/>
                </a:lnTo>
                <a:lnTo>
                  <a:pt x="11778" y="22"/>
                </a:lnTo>
                <a:lnTo>
                  <a:pt x="11690" y="22"/>
                </a:lnTo>
                <a:lnTo>
                  <a:pt x="11690" y="0"/>
                </a:lnTo>
                <a:moveTo>
                  <a:pt x="11789" y="99"/>
                </a:moveTo>
                <a:lnTo>
                  <a:pt x="11789" y="209"/>
                </a:lnTo>
                <a:lnTo>
                  <a:pt x="11767" y="209"/>
                </a:lnTo>
                <a:lnTo>
                  <a:pt x="11767" y="99"/>
                </a:lnTo>
                <a:lnTo>
                  <a:pt x="11789" y="99"/>
                </a:lnTo>
                <a:moveTo>
                  <a:pt x="11789" y="276"/>
                </a:moveTo>
                <a:lnTo>
                  <a:pt x="11789" y="386"/>
                </a:lnTo>
                <a:lnTo>
                  <a:pt x="11767" y="386"/>
                </a:lnTo>
                <a:lnTo>
                  <a:pt x="11767" y="276"/>
                </a:lnTo>
                <a:lnTo>
                  <a:pt x="11789" y="276"/>
                </a:lnTo>
                <a:moveTo>
                  <a:pt x="11789" y="452"/>
                </a:moveTo>
                <a:lnTo>
                  <a:pt x="11789" y="563"/>
                </a:lnTo>
                <a:lnTo>
                  <a:pt x="11767" y="563"/>
                </a:lnTo>
                <a:lnTo>
                  <a:pt x="11767" y="452"/>
                </a:lnTo>
                <a:lnTo>
                  <a:pt x="11789" y="452"/>
                </a:lnTo>
                <a:moveTo>
                  <a:pt x="11789" y="629"/>
                </a:moveTo>
                <a:lnTo>
                  <a:pt x="11789" y="740"/>
                </a:lnTo>
                <a:lnTo>
                  <a:pt x="11767" y="740"/>
                </a:lnTo>
                <a:lnTo>
                  <a:pt x="11767" y="629"/>
                </a:lnTo>
                <a:lnTo>
                  <a:pt x="11789" y="629"/>
                </a:lnTo>
                <a:moveTo>
                  <a:pt x="11789" y="806"/>
                </a:moveTo>
                <a:lnTo>
                  <a:pt x="11789" y="917"/>
                </a:lnTo>
                <a:lnTo>
                  <a:pt x="11767" y="917"/>
                </a:lnTo>
                <a:lnTo>
                  <a:pt x="11767" y="806"/>
                </a:lnTo>
                <a:lnTo>
                  <a:pt x="11789" y="806"/>
                </a:lnTo>
                <a:moveTo>
                  <a:pt x="11789" y="984"/>
                </a:moveTo>
                <a:lnTo>
                  <a:pt x="11789" y="1083"/>
                </a:lnTo>
                <a:lnTo>
                  <a:pt x="11756" y="1083"/>
                </a:lnTo>
                <a:lnTo>
                  <a:pt x="11756" y="1061"/>
                </a:lnTo>
                <a:lnTo>
                  <a:pt x="11778" y="1061"/>
                </a:lnTo>
                <a:lnTo>
                  <a:pt x="11778" y="1072"/>
                </a:lnTo>
                <a:lnTo>
                  <a:pt x="11767" y="1072"/>
                </a:lnTo>
                <a:lnTo>
                  <a:pt x="11767" y="984"/>
                </a:lnTo>
                <a:lnTo>
                  <a:pt x="11789" y="984"/>
                </a:lnTo>
                <a:moveTo>
                  <a:pt x="11690" y="1083"/>
                </a:moveTo>
                <a:lnTo>
                  <a:pt x="11579" y="1083"/>
                </a:lnTo>
                <a:lnTo>
                  <a:pt x="11579" y="1061"/>
                </a:lnTo>
                <a:lnTo>
                  <a:pt x="11690" y="1061"/>
                </a:lnTo>
                <a:lnTo>
                  <a:pt x="11690" y="1083"/>
                </a:lnTo>
                <a:moveTo>
                  <a:pt x="11513" y="1083"/>
                </a:moveTo>
                <a:lnTo>
                  <a:pt x="11402" y="1083"/>
                </a:lnTo>
                <a:lnTo>
                  <a:pt x="11402" y="1061"/>
                </a:lnTo>
                <a:lnTo>
                  <a:pt x="11513" y="1061"/>
                </a:lnTo>
                <a:lnTo>
                  <a:pt x="11513" y="1083"/>
                </a:lnTo>
                <a:moveTo>
                  <a:pt x="11336" y="1083"/>
                </a:moveTo>
                <a:lnTo>
                  <a:pt x="11225" y="1083"/>
                </a:lnTo>
                <a:lnTo>
                  <a:pt x="11225" y="1061"/>
                </a:lnTo>
                <a:lnTo>
                  <a:pt x="11336" y="1061"/>
                </a:lnTo>
                <a:lnTo>
                  <a:pt x="11336" y="1083"/>
                </a:lnTo>
                <a:moveTo>
                  <a:pt x="11159" y="1083"/>
                </a:moveTo>
                <a:lnTo>
                  <a:pt x="11048" y="1083"/>
                </a:lnTo>
                <a:lnTo>
                  <a:pt x="11048" y="1061"/>
                </a:lnTo>
                <a:lnTo>
                  <a:pt x="11159" y="1061"/>
                </a:lnTo>
                <a:lnTo>
                  <a:pt x="11159" y="1083"/>
                </a:lnTo>
                <a:moveTo>
                  <a:pt x="10982" y="1083"/>
                </a:moveTo>
                <a:lnTo>
                  <a:pt x="10871" y="1083"/>
                </a:lnTo>
                <a:lnTo>
                  <a:pt x="10871" y="1061"/>
                </a:lnTo>
                <a:lnTo>
                  <a:pt x="10982" y="1061"/>
                </a:lnTo>
                <a:lnTo>
                  <a:pt x="10982" y="1083"/>
                </a:lnTo>
                <a:moveTo>
                  <a:pt x="10805" y="1083"/>
                </a:moveTo>
                <a:lnTo>
                  <a:pt x="10694" y="1083"/>
                </a:lnTo>
                <a:lnTo>
                  <a:pt x="10694" y="1061"/>
                </a:lnTo>
                <a:lnTo>
                  <a:pt x="10805" y="1061"/>
                </a:lnTo>
                <a:lnTo>
                  <a:pt x="10805" y="1083"/>
                </a:lnTo>
                <a:moveTo>
                  <a:pt x="10628" y="1083"/>
                </a:moveTo>
                <a:lnTo>
                  <a:pt x="10517" y="1083"/>
                </a:lnTo>
                <a:lnTo>
                  <a:pt x="10517" y="1061"/>
                </a:lnTo>
                <a:lnTo>
                  <a:pt x="10628" y="1061"/>
                </a:lnTo>
                <a:lnTo>
                  <a:pt x="10628" y="1083"/>
                </a:lnTo>
                <a:moveTo>
                  <a:pt x="10451" y="1083"/>
                </a:moveTo>
                <a:lnTo>
                  <a:pt x="10340" y="1083"/>
                </a:lnTo>
                <a:lnTo>
                  <a:pt x="10340" y="1061"/>
                </a:lnTo>
                <a:lnTo>
                  <a:pt x="10451" y="1061"/>
                </a:lnTo>
                <a:lnTo>
                  <a:pt x="10451" y="1083"/>
                </a:lnTo>
                <a:moveTo>
                  <a:pt x="10274" y="1083"/>
                </a:moveTo>
                <a:lnTo>
                  <a:pt x="10164" y="1083"/>
                </a:lnTo>
                <a:lnTo>
                  <a:pt x="10164" y="1061"/>
                </a:lnTo>
                <a:lnTo>
                  <a:pt x="10274" y="1061"/>
                </a:lnTo>
                <a:lnTo>
                  <a:pt x="10274" y="1083"/>
                </a:lnTo>
                <a:moveTo>
                  <a:pt x="10097" y="1083"/>
                </a:moveTo>
                <a:lnTo>
                  <a:pt x="9987" y="1083"/>
                </a:lnTo>
                <a:lnTo>
                  <a:pt x="9987" y="1061"/>
                </a:lnTo>
                <a:lnTo>
                  <a:pt x="10097" y="1061"/>
                </a:lnTo>
                <a:lnTo>
                  <a:pt x="10097" y="1083"/>
                </a:lnTo>
                <a:moveTo>
                  <a:pt x="9920" y="1083"/>
                </a:moveTo>
                <a:lnTo>
                  <a:pt x="9810" y="1083"/>
                </a:lnTo>
                <a:lnTo>
                  <a:pt x="9810" y="1061"/>
                </a:lnTo>
                <a:lnTo>
                  <a:pt x="9920" y="1061"/>
                </a:lnTo>
                <a:lnTo>
                  <a:pt x="9920" y="1083"/>
                </a:lnTo>
                <a:moveTo>
                  <a:pt x="9743" y="1083"/>
                </a:moveTo>
                <a:lnTo>
                  <a:pt x="9633" y="1083"/>
                </a:lnTo>
                <a:lnTo>
                  <a:pt x="9633" y="1061"/>
                </a:lnTo>
                <a:lnTo>
                  <a:pt x="9743" y="1061"/>
                </a:lnTo>
                <a:lnTo>
                  <a:pt x="9743" y="1083"/>
                </a:lnTo>
                <a:moveTo>
                  <a:pt x="9566" y="1083"/>
                </a:moveTo>
                <a:lnTo>
                  <a:pt x="9456" y="1083"/>
                </a:lnTo>
                <a:lnTo>
                  <a:pt x="9456" y="1061"/>
                </a:lnTo>
                <a:lnTo>
                  <a:pt x="9566" y="1061"/>
                </a:lnTo>
                <a:lnTo>
                  <a:pt x="9566" y="1083"/>
                </a:lnTo>
                <a:moveTo>
                  <a:pt x="9389" y="1083"/>
                </a:moveTo>
                <a:lnTo>
                  <a:pt x="9279" y="1083"/>
                </a:lnTo>
                <a:lnTo>
                  <a:pt x="9279" y="1061"/>
                </a:lnTo>
                <a:lnTo>
                  <a:pt x="9389" y="1061"/>
                </a:lnTo>
                <a:lnTo>
                  <a:pt x="9389" y="1083"/>
                </a:lnTo>
                <a:moveTo>
                  <a:pt x="9213" y="1083"/>
                </a:moveTo>
                <a:lnTo>
                  <a:pt x="9102" y="1083"/>
                </a:lnTo>
                <a:lnTo>
                  <a:pt x="9102" y="1061"/>
                </a:lnTo>
                <a:lnTo>
                  <a:pt x="9213" y="1061"/>
                </a:lnTo>
                <a:lnTo>
                  <a:pt x="9213" y="1083"/>
                </a:lnTo>
                <a:moveTo>
                  <a:pt x="9036" y="1083"/>
                </a:moveTo>
                <a:lnTo>
                  <a:pt x="8925" y="1083"/>
                </a:lnTo>
                <a:lnTo>
                  <a:pt x="8925" y="1061"/>
                </a:lnTo>
                <a:lnTo>
                  <a:pt x="9036" y="1061"/>
                </a:lnTo>
                <a:lnTo>
                  <a:pt x="9036" y="1083"/>
                </a:lnTo>
                <a:moveTo>
                  <a:pt x="8859" y="1083"/>
                </a:moveTo>
                <a:lnTo>
                  <a:pt x="8748" y="1083"/>
                </a:lnTo>
                <a:lnTo>
                  <a:pt x="8748" y="1061"/>
                </a:lnTo>
                <a:lnTo>
                  <a:pt x="8859" y="1061"/>
                </a:lnTo>
                <a:lnTo>
                  <a:pt x="8859" y="1083"/>
                </a:lnTo>
                <a:moveTo>
                  <a:pt x="8682" y="1083"/>
                </a:moveTo>
                <a:lnTo>
                  <a:pt x="8571" y="1083"/>
                </a:lnTo>
                <a:lnTo>
                  <a:pt x="8571" y="1061"/>
                </a:lnTo>
                <a:lnTo>
                  <a:pt x="8682" y="1061"/>
                </a:lnTo>
                <a:lnTo>
                  <a:pt x="8682" y="1083"/>
                </a:lnTo>
                <a:moveTo>
                  <a:pt x="8505" y="1083"/>
                </a:moveTo>
                <a:lnTo>
                  <a:pt x="8394" y="1083"/>
                </a:lnTo>
                <a:lnTo>
                  <a:pt x="8394" y="1061"/>
                </a:lnTo>
                <a:lnTo>
                  <a:pt x="8505" y="1061"/>
                </a:lnTo>
                <a:lnTo>
                  <a:pt x="8505" y="1083"/>
                </a:lnTo>
                <a:moveTo>
                  <a:pt x="8328" y="1083"/>
                </a:moveTo>
                <a:lnTo>
                  <a:pt x="8217" y="1083"/>
                </a:lnTo>
                <a:lnTo>
                  <a:pt x="8217" y="1061"/>
                </a:lnTo>
                <a:lnTo>
                  <a:pt x="8328" y="1061"/>
                </a:lnTo>
                <a:lnTo>
                  <a:pt x="8328" y="1083"/>
                </a:lnTo>
                <a:moveTo>
                  <a:pt x="8151" y="1083"/>
                </a:moveTo>
                <a:lnTo>
                  <a:pt x="8040" y="1083"/>
                </a:lnTo>
                <a:lnTo>
                  <a:pt x="8040" y="1061"/>
                </a:lnTo>
                <a:lnTo>
                  <a:pt x="8151" y="1061"/>
                </a:lnTo>
                <a:lnTo>
                  <a:pt x="8151" y="1083"/>
                </a:lnTo>
                <a:moveTo>
                  <a:pt x="7974" y="1083"/>
                </a:moveTo>
                <a:lnTo>
                  <a:pt x="7863" y="1083"/>
                </a:lnTo>
                <a:lnTo>
                  <a:pt x="7863" y="1061"/>
                </a:lnTo>
                <a:lnTo>
                  <a:pt x="7974" y="1061"/>
                </a:lnTo>
                <a:lnTo>
                  <a:pt x="7974" y="1083"/>
                </a:lnTo>
                <a:moveTo>
                  <a:pt x="7797" y="1083"/>
                </a:moveTo>
                <a:lnTo>
                  <a:pt x="7686" y="1083"/>
                </a:lnTo>
                <a:lnTo>
                  <a:pt x="7686" y="1061"/>
                </a:lnTo>
                <a:lnTo>
                  <a:pt x="7797" y="1061"/>
                </a:lnTo>
                <a:lnTo>
                  <a:pt x="7797" y="1083"/>
                </a:lnTo>
                <a:moveTo>
                  <a:pt x="7620" y="1083"/>
                </a:moveTo>
                <a:lnTo>
                  <a:pt x="7510" y="1083"/>
                </a:lnTo>
                <a:lnTo>
                  <a:pt x="7510" y="1061"/>
                </a:lnTo>
                <a:lnTo>
                  <a:pt x="7620" y="1061"/>
                </a:lnTo>
                <a:lnTo>
                  <a:pt x="7620" y="1083"/>
                </a:lnTo>
                <a:moveTo>
                  <a:pt x="7443" y="1083"/>
                </a:moveTo>
                <a:lnTo>
                  <a:pt x="7333" y="1083"/>
                </a:lnTo>
                <a:lnTo>
                  <a:pt x="7333" y="1061"/>
                </a:lnTo>
                <a:lnTo>
                  <a:pt x="7443" y="1061"/>
                </a:lnTo>
                <a:lnTo>
                  <a:pt x="7443" y="1083"/>
                </a:lnTo>
                <a:moveTo>
                  <a:pt x="7266" y="1083"/>
                </a:moveTo>
                <a:lnTo>
                  <a:pt x="7156" y="1083"/>
                </a:lnTo>
                <a:lnTo>
                  <a:pt x="7156" y="1061"/>
                </a:lnTo>
                <a:lnTo>
                  <a:pt x="7266" y="1061"/>
                </a:lnTo>
                <a:lnTo>
                  <a:pt x="7266" y="1083"/>
                </a:lnTo>
                <a:moveTo>
                  <a:pt x="7089" y="1083"/>
                </a:moveTo>
                <a:lnTo>
                  <a:pt x="6979" y="1083"/>
                </a:lnTo>
                <a:lnTo>
                  <a:pt x="6979" y="1061"/>
                </a:lnTo>
                <a:lnTo>
                  <a:pt x="7089" y="1061"/>
                </a:lnTo>
                <a:lnTo>
                  <a:pt x="7089" y="1083"/>
                </a:lnTo>
                <a:moveTo>
                  <a:pt x="6912" y="1083"/>
                </a:moveTo>
                <a:lnTo>
                  <a:pt x="6802" y="1083"/>
                </a:lnTo>
                <a:lnTo>
                  <a:pt x="6802" y="1061"/>
                </a:lnTo>
                <a:lnTo>
                  <a:pt x="6912" y="1061"/>
                </a:lnTo>
                <a:lnTo>
                  <a:pt x="6912" y="1083"/>
                </a:lnTo>
                <a:moveTo>
                  <a:pt x="6735" y="1083"/>
                </a:moveTo>
                <a:lnTo>
                  <a:pt x="6625" y="1083"/>
                </a:lnTo>
                <a:lnTo>
                  <a:pt x="6625" y="1061"/>
                </a:lnTo>
                <a:lnTo>
                  <a:pt x="6735" y="1061"/>
                </a:lnTo>
                <a:lnTo>
                  <a:pt x="6735" y="1083"/>
                </a:lnTo>
                <a:moveTo>
                  <a:pt x="6559" y="1083"/>
                </a:moveTo>
                <a:lnTo>
                  <a:pt x="6448" y="1083"/>
                </a:lnTo>
                <a:lnTo>
                  <a:pt x="6448" y="1061"/>
                </a:lnTo>
                <a:lnTo>
                  <a:pt x="6559" y="1061"/>
                </a:lnTo>
                <a:lnTo>
                  <a:pt x="6559" y="1083"/>
                </a:lnTo>
                <a:moveTo>
                  <a:pt x="6382" y="1083"/>
                </a:moveTo>
                <a:lnTo>
                  <a:pt x="6271" y="1083"/>
                </a:lnTo>
                <a:lnTo>
                  <a:pt x="6271" y="1061"/>
                </a:lnTo>
                <a:lnTo>
                  <a:pt x="6382" y="1061"/>
                </a:lnTo>
                <a:lnTo>
                  <a:pt x="6382" y="1083"/>
                </a:lnTo>
                <a:moveTo>
                  <a:pt x="6205" y="1083"/>
                </a:moveTo>
                <a:lnTo>
                  <a:pt x="6094" y="1083"/>
                </a:lnTo>
                <a:lnTo>
                  <a:pt x="6094" y="1061"/>
                </a:lnTo>
                <a:lnTo>
                  <a:pt x="6205" y="1061"/>
                </a:lnTo>
                <a:lnTo>
                  <a:pt x="6205" y="1083"/>
                </a:lnTo>
                <a:moveTo>
                  <a:pt x="6028" y="1083"/>
                </a:moveTo>
                <a:lnTo>
                  <a:pt x="5917" y="1083"/>
                </a:lnTo>
                <a:lnTo>
                  <a:pt x="5917" y="1061"/>
                </a:lnTo>
                <a:lnTo>
                  <a:pt x="6028" y="1061"/>
                </a:lnTo>
                <a:lnTo>
                  <a:pt x="6028" y="1083"/>
                </a:lnTo>
                <a:moveTo>
                  <a:pt x="5851" y="1083"/>
                </a:moveTo>
                <a:lnTo>
                  <a:pt x="5740" y="1083"/>
                </a:lnTo>
                <a:lnTo>
                  <a:pt x="5740" y="1061"/>
                </a:lnTo>
                <a:lnTo>
                  <a:pt x="5851" y="1061"/>
                </a:lnTo>
                <a:lnTo>
                  <a:pt x="5851" y="1083"/>
                </a:lnTo>
                <a:moveTo>
                  <a:pt x="5674" y="1083"/>
                </a:moveTo>
                <a:lnTo>
                  <a:pt x="5563" y="1083"/>
                </a:lnTo>
                <a:lnTo>
                  <a:pt x="5563" y="1061"/>
                </a:lnTo>
                <a:lnTo>
                  <a:pt x="5674" y="1061"/>
                </a:lnTo>
                <a:lnTo>
                  <a:pt x="5674" y="1083"/>
                </a:lnTo>
                <a:moveTo>
                  <a:pt x="5497" y="1083"/>
                </a:moveTo>
                <a:lnTo>
                  <a:pt x="5386" y="1083"/>
                </a:lnTo>
                <a:lnTo>
                  <a:pt x="5386" y="1061"/>
                </a:lnTo>
                <a:lnTo>
                  <a:pt x="5497" y="1061"/>
                </a:lnTo>
                <a:lnTo>
                  <a:pt x="5497" y="1083"/>
                </a:lnTo>
                <a:moveTo>
                  <a:pt x="5320" y="1083"/>
                </a:moveTo>
                <a:lnTo>
                  <a:pt x="5209" y="1083"/>
                </a:lnTo>
                <a:lnTo>
                  <a:pt x="5209" y="1061"/>
                </a:lnTo>
                <a:lnTo>
                  <a:pt x="5320" y="1061"/>
                </a:lnTo>
                <a:lnTo>
                  <a:pt x="5320" y="1083"/>
                </a:lnTo>
                <a:moveTo>
                  <a:pt x="5143" y="1083"/>
                </a:moveTo>
                <a:lnTo>
                  <a:pt x="5032" y="1083"/>
                </a:lnTo>
                <a:lnTo>
                  <a:pt x="5032" y="1061"/>
                </a:lnTo>
                <a:lnTo>
                  <a:pt x="5143" y="1061"/>
                </a:lnTo>
                <a:lnTo>
                  <a:pt x="5143" y="1083"/>
                </a:lnTo>
                <a:moveTo>
                  <a:pt x="4966" y="1083"/>
                </a:moveTo>
                <a:lnTo>
                  <a:pt x="4856" y="1083"/>
                </a:lnTo>
                <a:lnTo>
                  <a:pt x="4856" y="1061"/>
                </a:lnTo>
                <a:lnTo>
                  <a:pt x="4966" y="1061"/>
                </a:lnTo>
                <a:lnTo>
                  <a:pt x="4966" y="1083"/>
                </a:lnTo>
                <a:moveTo>
                  <a:pt x="4789" y="1083"/>
                </a:moveTo>
                <a:lnTo>
                  <a:pt x="4679" y="1083"/>
                </a:lnTo>
                <a:lnTo>
                  <a:pt x="4679" y="1061"/>
                </a:lnTo>
                <a:lnTo>
                  <a:pt x="4789" y="1061"/>
                </a:lnTo>
                <a:lnTo>
                  <a:pt x="4789" y="1083"/>
                </a:lnTo>
                <a:moveTo>
                  <a:pt x="4612" y="1083"/>
                </a:moveTo>
                <a:lnTo>
                  <a:pt x="4502" y="1083"/>
                </a:lnTo>
                <a:lnTo>
                  <a:pt x="4502" y="1061"/>
                </a:lnTo>
                <a:lnTo>
                  <a:pt x="4612" y="1061"/>
                </a:lnTo>
                <a:lnTo>
                  <a:pt x="4612" y="1083"/>
                </a:lnTo>
                <a:moveTo>
                  <a:pt x="4435" y="1083"/>
                </a:moveTo>
                <a:lnTo>
                  <a:pt x="4325" y="1083"/>
                </a:lnTo>
                <a:lnTo>
                  <a:pt x="4325" y="1061"/>
                </a:lnTo>
                <a:lnTo>
                  <a:pt x="4435" y="1061"/>
                </a:lnTo>
                <a:lnTo>
                  <a:pt x="4435" y="1083"/>
                </a:lnTo>
                <a:moveTo>
                  <a:pt x="4258" y="1083"/>
                </a:moveTo>
                <a:lnTo>
                  <a:pt x="4148" y="1083"/>
                </a:lnTo>
                <a:lnTo>
                  <a:pt x="4148" y="1061"/>
                </a:lnTo>
                <a:lnTo>
                  <a:pt x="4258" y="1061"/>
                </a:lnTo>
                <a:lnTo>
                  <a:pt x="4258" y="1083"/>
                </a:lnTo>
                <a:moveTo>
                  <a:pt x="4081" y="1083"/>
                </a:moveTo>
                <a:lnTo>
                  <a:pt x="3971" y="1083"/>
                </a:lnTo>
                <a:lnTo>
                  <a:pt x="3971" y="1061"/>
                </a:lnTo>
                <a:lnTo>
                  <a:pt x="4081" y="1061"/>
                </a:lnTo>
                <a:lnTo>
                  <a:pt x="4081" y="1083"/>
                </a:lnTo>
                <a:moveTo>
                  <a:pt x="3905" y="1083"/>
                </a:moveTo>
                <a:lnTo>
                  <a:pt x="3794" y="1083"/>
                </a:lnTo>
                <a:lnTo>
                  <a:pt x="3794" y="1061"/>
                </a:lnTo>
                <a:lnTo>
                  <a:pt x="3905" y="1061"/>
                </a:lnTo>
                <a:lnTo>
                  <a:pt x="3905" y="1083"/>
                </a:lnTo>
                <a:moveTo>
                  <a:pt x="3728" y="1083"/>
                </a:moveTo>
                <a:lnTo>
                  <a:pt x="3617" y="1083"/>
                </a:lnTo>
                <a:lnTo>
                  <a:pt x="3617" y="1061"/>
                </a:lnTo>
                <a:lnTo>
                  <a:pt x="3728" y="1061"/>
                </a:lnTo>
                <a:lnTo>
                  <a:pt x="3728" y="1083"/>
                </a:lnTo>
                <a:moveTo>
                  <a:pt x="3551" y="1083"/>
                </a:moveTo>
                <a:lnTo>
                  <a:pt x="3440" y="1083"/>
                </a:lnTo>
                <a:lnTo>
                  <a:pt x="3440" y="1061"/>
                </a:lnTo>
                <a:lnTo>
                  <a:pt x="3551" y="1061"/>
                </a:lnTo>
                <a:lnTo>
                  <a:pt x="3551" y="1083"/>
                </a:lnTo>
                <a:moveTo>
                  <a:pt x="3373" y="1083"/>
                </a:moveTo>
                <a:lnTo>
                  <a:pt x="3262" y="1083"/>
                </a:lnTo>
                <a:lnTo>
                  <a:pt x="3262" y="1061"/>
                </a:lnTo>
                <a:lnTo>
                  <a:pt x="3373" y="1061"/>
                </a:lnTo>
                <a:lnTo>
                  <a:pt x="3373" y="1083"/>
                </a:lnTo>
                <a:moveTo>
                  <a:pt x="3196" y="1083"/>
                </a:moveTo>
                <a:lnTo>
                  <a:pt x="3085" y="1083"/>
                </a:lnTo>
                <a:lnTo>
                  <a:pt x="3085" y="1061"/>
                </a:lnTo>
                <a:lnTo>
                  <a:pt x="3196" y="1061"/>
                </a:lnTo>
                <a:lnTo>
                  <a:pt x="3196" y="1083"/>
                </a:lnTo>
                <a:moveTo>
                  <a:pt x="3019" y="1083"/>
                </a:moveTo>
                <a:lnTo>
                  <a:pt x="2908" y="1083"/>
                </a:lnTo>
                <a:lnTo>
                  <a:pt x="2908" y="1061"/>
                </a:lnTo>
                <a:lnTo>
                  <a:pt x="3019" y="1061"/>
                </a:lnTo>
                <a:lnTo>
                  <a:pt x="3019" y="1083"/>
                </a:lnTo>
                <a:moveTo>
                  <a:pt x="2842" y="1083"/>
                </a:moveTo>
                <a:lnTo>
                  <a:pt x="2731" y="1083"/>
                </a:lnTo>
                <a:lnTo>
                  <a:pt x="2731" y="1061"/>
                </a:lnTo>
                <a:lnTo>
                  <a:pt x="2842" y="1061"/>
                </a:lnTo>
                <a:lnTo>
                  <a:pt x="2842" y="1083"/>
                </a:lnTo>
                <a:moveTo>
                  <a:pt x="2665" y="1083"/>
                </a:moveTo>
                <a:lnTo>
                  <a:pt x="2554" y="1083"/>
                </a:lnTo>
                <a:lnTo>
                  <a:pt x="2554" y="1061"/>
                </a:lnTo>
                <a:lnTo>
                  <a:pt x="2665" y="1061"/>
                </a:lnTo>
                <a:lnTo>
                  <a:pt x="2665" y="1083"/>
                </a:lnTo>
                <a:moveTo>
                  <a:pt x="2488" y="1083"/>
                </a:moveTo>
                <a:lnTo>
                  <a:pt x="2377" y="1083"/>
                </a:lnTo>
                <a:lnTo>
                  <a:pt x="2377" y="1061"/>
                </a:lnTo>
                <a:lnTo>
                  <a:pt x="2488" y="1061"/>
                </a:lnTo>
                <a:lnTo>
                  <a:pt x="2488" y="1083"/>
                </a:lnTo>
                <a:moveTo>
                  <a:pt x="2311" y="1083"/>
                </a:moveTo>
                <a:lnTo>
                  <a:pt x="2201" y="1083"/>
                </a:lnTo>
                <a:lnTo>
                  <a:pt x="2201" y="1061"/>
                </a:lnTo>
                <a:lnTo>
                  <a:pt x="2311" y="1061"/>
                </a:lnTo>
                <a:lnTo>
                  <a:pt x="2311" y="1083"/>
                </a:lnTo>
                <a:moveTo>
                  <a:pt x="2134" y="1083"/>
                </a:moveTo>
                <a:lnTo>
                  <a:pt x="2024" y="1083"/>
                </a:lnTo>
                <a:lnTo>
                  <a:pt x="2024" y="1061"/>
                </a:lnTo>
                <a:lnTo>
                  <a:pt x="2134" y="1061"/>
                </a:lnTo>
                <a:lnTo>
                  <a:pt x="2134" y="1083"/>
                </a:lnTo>
                <a:moveTo>
                  <a:pt x="1957" y="1083"/>
                </a:moveTo>
                <a:lnTo>
                  <a:pt x="1847" y="1083"/>
                </a:lnTo>
                <a:lnTo>
                  <a:pt x="1847" y="1061"/>
                </a:lnTo>
                <a:lnTo>
                  <a:pt x="1957" y="1061"/>
                </a:lnTo>
                <a:lnTo>
                  <a:pt x="1957" y="1083"/>
                </a:lnTo>
                <a:moveTo>
                  <a:pt x="1780" y="1083"/>
                </a:moveTo>
                <a:lnTo>
                  <a:pt x="1670" y="1083"/>
                </a:lnTo>
                <a:lnTo>
                  <a:pt x="1670" y="1061"/>
                </a:lnTo>
                <a:lnTo>
                  <a:pt x="1780" y="1061"/>
                </a:lnTo>
                <a:lnTo>
                  <a:pt x="1780" y="1083"/>
                </a:lnTo>
                <a:moveTo>
                  <a:pt x="1603" y="1083"/>
                </a:moveTo>
                <a:lnTo>
                  <a:pt x="1493" y="1083"/>
                </a:lnTo>
                <a:lnTo>
                  <a:pt x="1493" y="1061"/>
                </a:lnTo>
                <a:lnTo>
                  <a:pt x="1603" y="1061"/>
                </a:lnTo>
                <a:lnTo>
                  <a:pt x="1603" y="1083"/>
                </a:lnTo>
                <a:moveTo>
                  <a:pt x="1426" y="1083"/>
                </a:moveTo>
                <a:lnTo>
                  <a:pt x="1316" y="1083"/>
                </a:lnTo>
                <a:lnTo>
                  <a:pt x="1316" y="1061"/>
                </a:lnTo>
                <a:lnTo>
                  <a:pt x="1426" y="1061"/>
                </a:lnTo>
                <a:lnTo>
                  <a:pt x="1426" y="1083"/>
                </a:lnTo>
                <a:moveTo>
                  <a:pt x="1249" y="1083"/>
                </a:moveTo>
                <a:lnTo>
                  <a:pt x="1139" y="1083"/>
                </a:lnTo>
                <a:lnTo>
                  <a:pt x="1139" y="1061"/>
                </a:lnTo>
                <a:lnTo>
                  <a:pt x="1249" y="1061"/>
                </a:lnTo>
                <a:lnTo>
                  <a:pt x="1249" y="1083"/>
                </a:lnTo>
                <a:moveTo>
                  <a:pt x="1073" y="1083"/>
                </a:moveTo>
                <a:lnTo>
                  <a:pt x="962" y="1083"/>
                </a:lnTo>
                <a:lnTo>
                  <a:pt x="962" y="1061"/>
                </a:lnTo>
                <a:lnTo>
                  <a:pt x="1073" y="1061"/>
                </a:lnTo>
                <a:lnTo>
                  <a:pt x="1073" y="1083"/>
                </a:lnTo>
                <a:moveTo>
                  <a:pt x="896" y="1083"/>
                </a:moveTo>
                <a:lnTo>
                  <a:pt x="785" y="1083"/>
                </a:lnTo>
                <a:lnTo>
                  <a:pt x="785" y="1061"/>
                </a:lnTo>
                <a:lnTo>
                  <a:pt x="896" y="1061"/>
                </a:lnTo>
                <a:lnTo>
                  <a:pt x="896" y="1083"/>
                </a:lnTo>
                <a:moveTo>
                  <a:pt x="719" y="1083"/>
                </a:moveTo>
                <a:lnTo>
                  <a:pt x="608" y="1083"/>
                </a:lnTo>
                <a:lnTo>
                  <a:pt x="608" y="1061"/>
                </a:lnTo>
                <a:lnTo>
                  <a:pt x="719" y="1061"/>
                </a:lnTo>
                <a:lnTo>
                  <a:pt x="719" y="1083"/>
                </a:lnTo>
                <a:moveTo>
                  <a:pt x="542" y="1083"/>
                </a:moveTo>
                <a:lnTo>
                  <a:pt x="431" y="1083"/>
                </a:lnTo>
                <a:lnTo>
                  <a:pt x="431" y="1061"/>
                </a:lnTo>
                <a:lnTo>
                  <a:pt x="542" y="1061"/>
                </a:lnTo>
                <a:lnTo>
                  <a:pt x="542" y="1083"/>
                </a:lnTo>
                <a:moveTo>
                  <a:pt x="365" y="1083"/>
                </a:moveTo>
                <a:lnTo>
                  <a:pt x="254" y="1083"/>
                </a:lnTo>
                <a:lnTo>
                  <a:pt x="254" y="1061"/>
                </a:lnTo>
                <a:lnTo>
                  <a:pt x="365" y="1061"/>
                </a:lnTo>
                <a:lnTo>
                  <a:pt x="365" y="1083"/>
                </a:lnTo>
                <a:moveTo>
                  <a:pt x="188" y="1083"/>
                </a:moveTo>
                <a:lnTo>
                  <a:pt x="77" y="1083"/>
                </a:lnTo>
                <a:lnTo>
                  <a:pt x="77" y="1061"/>
                </a:lnTo>
                <a:lnTo>
                  <a:pt x="188" y="1061"/>
                </a:lnTo>
                <a:lnTo>
                  <a:pt x="188" y="1083"/>
                </a:lnTo>
                <a:moveTo>
                  <a:pt x="0" y="1072"/>
                </a:moveTo>
                <a:lnTo>
                  <a:pt x="0" y="962"/>
                </a:lnTo>
                <a:lnTo>
                  <a:pt x="22" y="962"/>
                </a:lnTo>
                <a:lnTo>
                  <a:pt x="22" y="1072"/>
                </a:lnTo>
                <a:lnTo>
                  <a:pt x="0" y="1072"/>
                </a:lnTo>
                <a:moveTo>
                  <a:pt x="0" y="895"/>
                </a:moveTo>
                <a:lnTo>
                  <a:pt x="0" y="784"/>
                </a:lnTo>
                <a:lnTo>
                  <a:pt x="22" y="784"/>
                </a:lnTo>
                <a:lnTo>
                  <a:pt x="22" y="895"/>
                </a:lnTo>
                <a:lnTo>
                  <a:pt x="0" y="895"/>
                </a:lnTo>
                <a:moveTo>
                  <a:pt x="0" y="718"/>
                </a:moveTo>
                <a:lnTo>
                  <a:pt x="0" y="607"/>
                </a:lnTo>
                <a:lnTo>
                  <a:pt x="22" y="607"/>
                </a:lnTo>
                <a:lnTo>
                  <a:pt x="22" y="718"/>
                </a:lnTo>
                <a:lnTo>
                  <a:pt x="0" y="718"/>
                </a:lnTo>
                <a:moveTo>
                  <a:pt x="0" y="541"/>
                </a:moveTo>
                <a:lnTo>
                  <a:pt x="0" y="430"/>
                </a:lnTo>
                <a:lnTo>
                  <a:pt x="22" y="430"/>
                </a:lnTo>
                <a:lnTo>
                  <a:pt x="22" y="541"/>
                </a:lnTo>
                <a:lnTo>
                  <a:pt x="0" y="541"/>
                </a:lnTo>
                <a:moveTo>
                  <a:pt x="0" y="364"/>
                </a:moveTo>
                <a:lnTo>
                  <a:pt x="0" y="254"/>
                </a:lnTo>
                <a:lnTo>
                  <a:pt x="22" y="254"/>
                </a:lnTo>
                <a:lnTo>
                  <a:pt x="22" y="364"/>
                </a:lnTo>
                <a:lnTo>
                  <a:pt x="0" y="364"/>
                </a:lnTo>
                <a:moveTo>
                  <a:pt x="0" y="187"/>
                </a:moveTo>
                <a:lnTo>
                  <a:pt x="0" y="77"/>
                </a:lnTo>
                <a:lnTo>
                  <a:pt x="22" y="77"/>
                </a:lnTo>
                <a:lnTo>
                  <a:pt x="22" y="187"/>
                </a:lnTo>
                <a:lnTo>
                  <a:pt x="0" y="187"/>
                </a:lnTo>
                <a:moveTo>
                  <a:pt x="11" y="0"/>
                </a:move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4985640" y="229212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4985640" y="232020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988920" y="1807200"/>
            <a:ext cx="29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988920" y="2283480"/>
            <a:ext cx="1544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909000" y="2833200"/>
            <a:ext cx="1250280" cy="381960"/>
          </a:xfrm>
          <a:custGeom>
            <a:avLst/>
            <a:gdLst/>
            <a:ahLst/>
            <a:rect l="0" t="0" r="r" b="b"/>
            <a:pathLst>
              <a:path w="3473" h="1061">
                <a:moveTo>
                  <a:pt x="0" y="0"/>
                </a:moveTo>
                <a:lnTo>
                  <a:pt x="3473" y="0"/>
                </a:lnTo>
                <a:lnTo>
                  <a:pt x="3473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909000" y="2833200"/>
            <a:ext cx="1250280" cy="381960"/>
          </a:xfrm>
          <a:custGeom>
            <a:avLst/>
            <a:gdLst/>
            <a:ahLst/>
            <a:rect l="0" t="0" r="r" b="b"/>
            <a:pathLst>
              <a:path w="3473" h="1061">
                <a:moveTo>
                  <a:pt x="0" y="0"/>
                </a:moveTo>
                <a:lnTo>
                  <a:pt x="3473" y="0"/>
                </a:lnTo>
                <a:lnTo>
                  <a:pt x="3473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1999800" y="2896920"/>
            <a:ext cx="95760" cy="79560"/>
          </a:xfrm>
          <a:custGeom>
            <a:avLst/>
            <a:gdLst/>
            <a:ahLst/>
            <a:rect l="0" t="0" r="r" b="b"/>
            <a:pathLst>
              <a:path w="266" h="221">
                <a:moveTo>
                  <a:pt x="0" y="0"/>
                </a:moveTo>
                <a:lnTo>
                  <a:pt x="266" y="0"/>
                </a:lnTo>
                <a:lnTo>
                  <a:pt x="266" y="221"/>
                </a:lnTo>
                <a:lnTo>
                  <a:pt x="0" y="221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1999800" y="292464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988920" y="2411640"/>
            <a:ext cx="34664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988920" y="2887920"/>
            <a:ext cx="78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909000" y="3437640"/>
            <a:ext cx="4379400" cy="382320"/>
          </a:xfrm>
          <a:custGeom>
            <a:avLst/>
            <a:gdLst/>
            <a:ahLst/>
            <a:rect l="0" t="0" r="r" b="b"/>
            <a:pathLst>
              <a:path w="12165" h="1062">
                <a:moveTo>
                  <a:pt x="0" y="0"/>
                </a:moveTo>
                <a:lnTo>
                  <a:pt x="12165" y="0"/>
                </a:lnTo>
                <a:lnTo>
                  <a:pt x="12165" y="1062"/>
                </a:lnTo>
                <a:lnTo>
                  <a:pt x="0" y="1062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905040" y="3433680"/>
            <a:ext cx="4387320" cy="390240"/>
          </a:xfrm>
          <a:custGeom>
            <a:avLst/>
            <a:gdLst/>
            <a:ahLst/>
            <a:rect l="0" t="0" r="r" b="b"/>
            <a:pathLst>
              <a:path w="12187" h="1084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2" y="0"/>
                </a:lnTo>
                <a:lnTo>
                  <a:pt x="2422" y="22"/>
                </a:lnTo>
                <a:lnTo>
                  <a:pt x="2311" y="22"/>
                </a:lnTo>
                <a:lnTo>
                  <a:pt x="2311" y="0"/>
                </a:lnTo>
                <a:moveTo>
                  <a:pt x="2488" y="0"/>
                </a:moveTo>
                <a:lnTo>
                  <a:pt x="2599" y="0"/>
                </a:lnTo>
                <a:lnTo>
                  <a:pt x="2599" y="22"/>
                </a:lnTo>
                <a:lnTo>
                  <a:pt x="2488" y="22"/>
                </a:lnTo>
                <a:lnTo>
                  <a:pt x="2488" y="0"/>
                </a:lnTo>
                <a:moveTo>
                  <a:pt x="2665" y="0"/>
                </a:moveTo>
                <a:lnTo>
                  <a:pt x="2776" y="0"/>
                </a:lnTo>
                <a:lnTo>
                  <a:pt x="2776" y="22"/>
                </a:lnTo>
                <a:lnTo>
                  <a:pt x="2665" y="22"/>
                </a:lnTo>
                <a:lnTo>
                  <a:pt x="2665" y="0"/>
                </a:lnTo>
                <a:moveTo>
                  <a:pt x="2842" y="0"/>
                </a:moveTo>
                <a:lnTo>
                  <a:pt x="2952" y="0"/>
                </a:lnTo>
                <a:lnTo>
                  <a:pt x="2952" y="22"/>
                </a:lnTo>
                <a:lnTo>
                  <a:pt x="2842" y="22"/>
                </a:lnTo>
                <a:lnTo>
                  <a:pt x="2842" y="0"/>
                </a:lnTo>
                <a:moveTo>
                  <a:pt x="3019" y="0"/>
                </a:moveTo>
                <a:lnTo>
                  <a:pt x="3129" y="0"/>
                </a:lnTo>
                <a:lnTo>
                  <a:pt x="3129" y="22"/>
                </a:lnTo>
                <a:lnTo>
                  <a:pt x="3019" y="22"/>
                </a:lnTo>
                <a:lnTo>
                  <a:pt x="3019" y="0"/>
                </a:lnTo>
                <a:moveTo>
                  <a:pt x="3196" y="0"/>
                </a:moveTo>
                <a:lnTo>
                  <a:pt x="3306" y="0"/>
                </a:lnTo>
                <a:lnTo>
                  <a:pt x="3306" y="22"/>
                </a:lnTo>
                <a:lnTo>
                  <a:pt x="3196" y="22"/>
                </a:lnTo>
                <a:lnTo>
                  <a:pt x="3196" y="0"/>
                </a:lnTo>
                <a:moveTo>
                  <a:pt x="3373" y="0"/>
                </a:moveTo>
                <a:lnTo>
                  <a:pt x="3483" y="0"/>
                </a:lnTo>
                <a:lnTo>
                  <a:pt x="3483" y="22"/>
                </a:lnTo>
                <a:lnTo>
                  <a:pt x="3373" y="22"/>
                </a:lnTo>
                <a:lnTo>
                  <a:pt x="3373" y="0"/>
                </a:lnTo>
                <a:moveTo>
                  <a:pt x="3550" y="0"/>
                </a:moveTo>
                <a:lnTo>
                  <a:pt x="3661" y="0"/>
                </a:lnTo>
                <a:lnTo>
                  <a:pt x="3661" y="22"/>
                </a:lnTo>
                <a:lnTo>
                  <a:pt x="3550" y="22"/>
                </a:lnTo>
                <a:lnTo>
                  <a:pt x="3550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43" y="0"/>
                </a:moveTo>
                <a:lnTo>
                  <a:pt x="9854" y="0"/>
                </a:lnTo>
                <a:lnTo>
                  <a:pt x="9854" y="22"/>
                </a:lnTo>
                <a:lnTo>
                  <a:pt x="9743" y="22"/>
                </a:lnTo>
                <a:lnTo>
                  <a:pt x="9743" y="0"/>
                </a:lnTo>
                <a:moveTo>
                  <a:pt x="9920" y="0"/>
                </a:moveTo>
                <a:lnTo>
                  <a:pt x="10031" y="0"/>
                </a:lnTo>
                <a:lnTo>
                  <a:pt x="10031" y="22"/>
                </a:lnTo>
                <a:lnTo>
                  <a:pt x="9920" y="22"/>
                </a:lnTo>
                <a:lnTo>
                  <a:pt x="9920" y="0"/>
                </a:lnTo>
                <a:moveTo>
                  <a:pt x="10097" y="0"/>
                </a:moveTo>
                <a:lnTo>
                  <a:pt x="10208" y="0"/>
                </a:lnTo>
                <a:lnTo>
                  <a:pt x="10208" y="22"/>
                </a:lnTo>
                <a:lnTo>
                  <a:pt x="10097" y="22"/>
                </a:lnTo>
                <a:lnTo>
                  <a:pt x="10097" y="0"/>
                </a:lnTo>
                <a:moveTo>
                  <a:pt x="10274" y="0"/>
                </a:moveTo>
                <a:lnTo>
                  <a:pt x="10385" y="0"/>
                </a:lnTo>
                <a:lnTo>
                  <a:pt x="10385" y="22"/>
                </a:lnTo>
                <a:lnTo>
                  <a:pt x="10274" y="22"/>
                </a:lnTo>
                <a:lnTo>
                  <a:pt x="10274" y="0"/>
                </a:lnTo>
                <a:moveTo>
                  <a:pt x="10451" y="0"/>
                </a:moveTo>
                <a:lnTo>
                  <a:pt x="10562" y="0"/>
                </a:lnTo>
                <a:lnTo>
                  <a:pt x="10562" y="22"/>
                </a:lnTo>
                <a:lnTo>
                  <a:pt x="10451" y="22"/>
                </a:lnTo>
                <a:lnTo>
                  <a:pt x="10451" y="0"/>
                </a:lnTo>
                <a:moveTo>
                  <a:pt x="10628" y="0"/>
                </a:moveTo>
                <a:lnTo>
                  <a:pt x="10739" y="0"/>
                </a:lnTo>
                <a:lnTo>
                  <a:pt x="10739" y="22"/>
                </a:lnTo>
                <a:lnTo>
                  <a:pt x="10628" y="22"/>
                </a:lnTo>
                <a:lnTo>
                  <a:pt x="10628" y="0"/>
                </a:lnTo>
                <a:moveTo>
                  <a:pt x="10805" y="0"/>
                </a:moveTo>
                <a:lnTo>
                  <a:pt x="10916" y="0"/>
                </a:lnTo>
                <a:lnTo>
                  <a:pt x="10916" y="22"/>
                </a:lnTo>
                <a:lnTo>
                  <a:pt x="10805" y="22"/>
                </a:lnTo>
                <a:lnTo>
                  <a:pt x="10805" y="0"/>
                </a:lnTo>
                <a:moveTo>
                  <a:pt x="10982" y="0"/>
                </a:moveTo>
                <a:lnTo>
                  <a:pt x="11092" y="0"/>
                </a:lnTo>
                <a:lnTo>
                  <a:pt x="11092" y="22"/>
                </a:lnTo>
                <a:lnTo>
                  <a:pt x="10982" y="22"/>
                </a:lnTo>
                <a:lnTo>
                  <a:pt x="10982" y="0"/>
                </a:lnTo>
                <a:moveTo>
                  <a:pt x="11159" y="0"/>
                </a:moveTo>
                <a:lnTo>
                  <a:pt x="11269" y="0"/>
                </a:lnTo>
                <a:lnTo>
                  <a:pt x="11269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36" y="0"/>
                </a:moveTo>
                <a:lnTo>
                  <a:pt x="11446" y="0"/>
                </a:lnTo>
                <a:lnTo>
                  <a:pt x="11446" y="22"/>
                </a:lnTo>
                <a:lnTo>
                  <a:pt x="11336" y="22"/>
                </a:lnTo>
                <a:lnTo>
                  <a:pt x="11336" y="0"/>
                </a:lnTo>
                <a:moveTo>
                  <a:pt x="11513" y="0"/>
                </a:moveTo>
                <a:lnTo>
                  <a:pt x="11623" y="0"/>
                </a:lnTo>
                <a:lnTo>
                  <a:pt x="11623" y="22"/>
                </a:lnTo>
                <a:lnTo>
                  <a:pt x="11513" y="22"/>
                </a:lnTo>
                <a:lnTo>
                  <a:pt x="11513" y="0"/>
                </a:lnTo>
                <a:moveTo>
                  <a:pt x="11690" y="0"/>
                </a:moveTo>
                <a:lnTo>
                  <a:pt x="11800" y="0"/>
                </a:lnTo>
                <a:lnTo>
                  <a:pt x="11800" y="22"/>
                </a:lnTo>
                <a:lnTo>
                  <a:pt x="11690" y="22"/>
                </a:lnTo>
                <a:lnTo>
                  <a:pt x="11690" y="0"/>
                </a:lnTo>
                <a:moveTo>
                  <a:pt x="11867" y="0"/>
                </a:moveTo>
                <a:lnTo>
                  <a:pt x="11977" y="0"/>
                </a:lnTo>
                <a:lnTo>
                  <a:pt x="11977" y="22"/>
                </a:lnTo>
                <a:lnTo>
                  <a:pt x="11867" y="22"/>
                </a:lnTo>
                <a:lnTo>
                  <a:pt x="11867" y="0"/>
                </a:lnTo>
                <a:moveTo>
                  <a:pt x="12043" y="0"/>
                </a:moveTo>
                <a:lnTo>
                  <a:pt x="12154" y="0"/>
                </a:lnTo>
                <a:lnTo>
                  <a:pt x="12154" y="22"/>
                </a:lnTo>
                <a:lnTo>
                  <a:pt x="12043" y="22"/>
                </a:lnTo>
                <a:lnTo>
                  <a:pt x="12043" y="0"/>
                </a:lnTo>
                <a:moveTo>
                  <a:pt x="12187" y="55"/>
                </a:moveTo>
                <a:lnTo>
                  <a:pt x="12187" y="166"/>
                </a:lnTo>
                <a:lnTo>
                  <a:pt x="12165" y="166"/>
                </a:lnTo>
                <a:lnTo>
                  <a:pt x="12165" y="55"/>
                </a:lnTo>
                <a:lnTo>
                  <a:pt x="12187" y="55"/>
                </a:lnTo>
                <a:moveTo>
                  <a:pt x="12187" y="232"/>
                </a:moveTo>
                <a:lnTo>
                  <a:pt x="12187" y="342"/>
                </a:lnTo>
                <a:lnTo>
                  <a:pt x="12165" y="342"/>
                </a:lnTo>
                <a:lnTo>
                  <a:pt x="12165" y="232"/>
                </a:lnTo>
                <a:lnTo>
                  <a:pt x="12187" y="232"/>
                </a:lnTo>
                <a:moveTo>
                  <a:pt x="12187" y="409"/>
                </a:moveTo>
                <a:lnTo>
                  <a:pt x="12187" y="519"/>
                </a:lnTo>
                <a:lnTo>
                  <a:pt x="12165" y="519"/>
                </a:lnTo>
                <a:lnTo>
                  <a:pt x="12165" y="409"/>
                </a:lnTo>
                <a:lnTo>
                  <a:pt x="12187" y="409"/>
                </a:lnTo>
                <a:moveTo>
                  <a:pt x="12187" y="585"/>
                </a:moveTo>
                <a:lnTo>
                  <a:pt x="12187" y="696"/>
                </a:lnTo>
                <a:lnTo>
                  <a:pt x="12165" y="696"/>
                </a:lnTo>
                <a:lnTo>
                  <a:pt x="12165" y="585"/>
                </a:lnTo>
                <a:lnTo>
                  <a:pt x="12187" y="585"/>
                </a:lnTo>
                <a:moveTo>
                  <a:pt x="12187" y="763"/>
                </a:moveTo>
                <a:lnTo>
                  <a:pt x="12187" y="874"/>
                </a:lnTo>
                <a:lnTo>
                  <a:pt x="12165" y="874"/>
                </a:lnTo>
                <a:lnTo>
                  <a:pt x="12165" y="763"/>
                </a:lnTo>
                <a:lnTo>
                  <a:pt x="12187" y="763"/>
                </a:lnTo>
                <a:moveTo>
                  <a:pt x="12187" y="940"/>
                </a:moveTo>
                <a:lnTo>
                  <a:pt x="12187" y="1050"/>
                </a:lnTo>
                <a:lnTo>
                  <a:pt x="12165" y="1050"/>
                </a:lnTo>
                <a:lnTo>
                  <a:pt x="12165" y="940"/>
                </a:lnTo>
                <a:lnTo>
                  <a:pt x="12187" y="940"/>
                </a:lnTo>
                <a:moveTo>
                  <a:pt x="12132" y="1084"/>
                </a:moveTo>
                <a:lnTo>
                  <a:pt x="12021" y="1084"/>
                </a:lnTo>
                <a:lnTo>
                  <a:pt x="12021" y="1061"/>
                </a:lnTo>
                <a:lnTo>
                  <a:pt x="12132" y="1061"/>
                </a:lnTo>
                <a:lnTo>
                  <a:pt x="12132" y="1084"/>
                </a:lnTo>
                <a:moveTo>
                  <a:pt x="11955" y="1084"/>
                </a:moveTo>
                <a:lnTo>
                  <a:pt x="11844" y="1084"/>
                </a:lnTo>
                <a:lnTo>
                  <a:pt x="11844" y="1061"/>
                </a:lnTo>
                <a:lnTo>
                  <a:pt x="11955" y="1061"/>
                </a:lnTo>
                <a:lnTo>
                  <a:pt x="11955" y="1084"/>
                </a:lnTo>
                <a:moveTo>
                  <a:pt x="11778" y="1084"/>
                </a:moveTo>
                <a:lnTo>
                  <a:pt x="11668" y="1084"/>
                </a:lnTo>
                <a:lnTo>
                  <a:pt x="11668" y="1061"/>
                </a:lnTo>
                <a:lnTo>
                  <a:pt x="11778" y="1061"/>
                </a:lnTo>
                <a:lnTo>
                  <a:pt x="11778" y="1084"/>
                </a:lnTo>
                <a:moveTo>
                  <a:pt x="11601" y="1084"/>
                </a:moveTo>
                <a:lnTo>
                  <a:pt x="11491" y="1084"/>
                </a:lnTo>
                <a:lnTo>
                  <a:pt x="11491" y="1061"/>
                </a:lnTo>
                <a:lnTo>
                  <a:pt x="11601" y="1061"/>
                </a:lnTo>
                <a:lnTo>
                  <a:pt x="11601" y="1084"/>
                </a:lnTo>
                <a:moveTo>
                  <a:pt x="11424" y="1084"/>
                </a:moveTo>
                <a:lnTo>
                  <a:pt x="11314" y="1084"/>
                </a:lnTo>
                <a:lnTo>
                  <a:pt x="11314" y="1061"/>
                </a:lnTo>
                <a:lnTo>
                  <a:pt x="11424" y="1061"/>
                </a:lnTo>
                <a:lnTo>
                  <a:pt x="11424" y="1084"/>
                </a:lnTo>
                <a:moveTo>
                  <a:pt x="11247" y="1084"/>
                </a:moveTo>
                <a:lnTo>
                  <a:pt x="11137" y="1084"/>
                </a:lnTo>
                <a:lnTo>
                  <a:pt x="11137" y="1061"/>
                </a:lnTo>
                <a:lnTo>
                  <a:pt x="11247" y="1061"/>
                </a:lnTo>
                <a:lnTo>
                  <a:pt x="11247" y="1084"/>
                </a:lnTo>
                <a:moveTo>
                  <a:pt x="11070" y="1084"/>
                </a:moveTo>
                <a:lnTo>
                  <a:pt x="10960" y="1084"/>
                </a:lnTo>
                <a:lnTo>
                  <a:pt x="10960" y="1061"/>
                </a:lnTo>
                <a:lnTo>
                  <a:pt x="11070" y="1061"/>
                </a:lnTo>
                <a:lnTo>
                  <a:pt x="11070" y="1084"/>
                </a:lnTo>
                <a:moveTo>
                  <a:pt x="10893" y="1084"/>
                </a:moveTo>
                <a:lnTo>
                  <a:pt x="10783" y="1084"/>
                </a:lnTo>
                <a:lnTo>
                  <a:pt x="10783" y="1061"/>
                </a:lnTo>
                <a:lnTo>
                  <a:pt x="10893" y="1061"/>
                </a:lnTo>
                <a:lnTo>
                  <a:pt x="10893" y="1084"/>
                </a:lnTo>
                <a:moveTo>
                  <a:pt x="10716" y="1084"/>
                </a:moveTo>
                <a:lnTo>
                  <a:pt x="10606" y="1084"/>
                </a:lnTo>
                <a:lnTo>
                  <a:pt x="10606" y="1061"/>
                </a:lnTo>
                <a:lnTo>
                  <a:pt x="10716" y="1061"/>
                </a:lnTo>
                <a:lnTo>
                  <a:pt x="10716" y="1084"/>
                </a:lnTo>
                <a:moveTo>
                  <a:pt x="10540" y="1084"/>
                </a:moveTo>
                <a:lnTo>
                  <a:pt x="10429" y="1084"/>
                </a:lnTo>
                <a:lnTo>
                  <a:pt x="10429" y="1061"/>
                </a:lnTo>
                <a:lnTo>
                  <a:pt x="10540" y="1061"/>
                </a:lnTo>
                <a:lnTo>
                  <a:pt x="10540" y="1084"/>
                </a:lnTo>
                <a:moveTo>
                  <a:pt x="10363" y="1084"/>
                </a:moveTo>
                <a:lnTo>
                  <a:pt x="10252" y="1084"/>
                </a:lnTo>
                <a:lnTo>
                  <a:pt x="10252" y="1061"/>
                </a:lnTo>
                <a:lnTo>
                  <a:pt x="10363" y="1061"/>
                </a:lnTo>
                <a:lnTo>
                  <a:pt x="10363" y="1084"/>
                </a:lnTo>
                <a:moveTo>
                  <a:pt x="10186" y="1084"/>
                </a:moveTo>
                <a:lnTo>
                  <a:pt x="10075" y="1084"/>
                </a:lnTo>
                <a:lnTo>
                  <a:pt x="10075" y="1061"/>
                </a:lnTo>
                <a:lnTo>
                  <a:pt x="10186" y="1061"/>
                </a:lnTo>
                <a:lnTo>
                  <a:pt x="10186" y="1084"/>
                </a:lnTo>
                <a:moveTo>
                  <a:pt x="10009" y="1084"/>
                </a:moveTo>
                <a:lnTo>
                  <a:pt x="9898" y="1084"/>
                </a:lnTo>
                <a:lnTo>
                  <a:pt x="9898" y="1061"/>
                </a:lnTo>
                <a:lnTo>
                  <a:pt x="10009" y="1061"/>
                </a:lnTo>
                <a:lnTo>
                  <a:pt x="10009" y="1084"/>
                </a:lnTo>
                <a:moveTo>
                  <a:pt x="9832" y="1084"/>
                </a:moveTo>
                <a:lnTo>
                  <a:pt x="9721" y="1084"/>
                </a:lnTo>
                <a:lnTo>
                  <a:pt x="9721" y="1061"/>
                </a:lnTo>
                <a:lnTo>
                  <a:pt x="9832" y="1061"/>
                </a:lnTo>
                <a:lnTo>
                  <a:pt x="9832" y="1084"/>
                </a:lnTo>
                <a:moveTo>
                  <a:pt x="9655" y="1084"/>
                </a:moveTo>
                <a:lnTo>
                  <a:pt x="9544" y="1084"/>
                </a:lnTo>
                <a:lnTo>
                  <a:pt x="9544" y="1061"/>
                </a:lnTo>
                <a:lnTo>
                  <a:pt x="9655" y="1061"/>
                </a:lnTo>
                <a:lnTo>
                  <a:pt x="9655" y="1084"/>
                </a:lnTo>
                <a:moveTo>
                  <a:pt x="9478" y="1084"/>
                </a:moveTo>
                <a:lnTo>
                  <a:pt x="9367" y="1084"/>
                </a:lnTo>
                <a:lnTo>
                  <a:pt x="9367" y="1061"/>
                </a:lnTo>
                <a:lnTo>
                  <a:pt x="9478" y="1061"/>
                </a:lnTo>
                <a:lnTo>
                  <a:pt x="9478" y="1084"/>
                </a:lnTo>
                <a:moveTo>
                  <a:pt x="9301" y="1084"/>
                </a:moveTo>
                <a:lnTo>
                  <a:pt x="9190" y="1084"/>
                </a:lnTo>
                <a:lnTo>
                  <a:pt x="9190" y="1061"/>
                </a:lnTo>
                <a:lnTo>
                  <a:pt x="9301" y="1061"/>
                </a:lnTo>
                <a:lnTo>
                  <a:pt x="9301" y="1084"/>
                </a:lnTo>
                <a:moveTo>
                  <a:pt x="9124" y="1084"/>
                </a:moveTo>
                <a:lnTo>
                  <a:pt x="9013" y="1084"/>
                </a:lnTo>
                <a:lnTo>
                  <a:pt x="9013" y="1061"/>
                </a:lnTo>
                <a:lnTo>
                  <a:pt x="9124" y="1061"/>
                </a:lnTo>
                <a:lnTo>
                  <a:pt x="9124" y="1084"/>
                </a:lnTo>
                <a:moveTo>
                  <a:pt x="8947" y="1084"/>
                </a:moveTo>
                <a:lnTo>
                  <a:pt x="8837" y="1084"/>
                </a:lnTo>
                <a:lnTo>
                  <a:pt x="8837" y="1061"/>
                </a:lnTo>
                <a:lnTo>
                  <a:pt x="8947" y="1061"/>
                </a:lnTo>
                <a:lnTo>
                  <a:pt x="8947" y="1084"/>
                </a:lnTo>
                <a:moveTo>
                  <a:pt x="8770" y="1084"/>
                </a:moveTo>
                <a:lnTo>
                  <a:pt x="8660" y="1084"/>
                </a:lnTo>
                <a:lnTo>
                  <a:pt x="8660" y="1061"/>
                </a:lnTo>
                <a:lnTo>
                  <a:pt x="8770" y="1061"/>
                </a:lnTo>
                <a:lnTo>
                  <a:pt x="8770" y="1084"/>
                </a:lnTo>
                <a:moveTo>
                  <a:pt x="8593" y="1084"/>
                </a:moveTo>
                <a:lnTo>
                  <a:pt x="8483" y="1084"/>
                </a:lnTo>
                <a:lnTo>
                  <a:pt x="8483" y="1061"/>
                </a:lnTo>
                <a:lnTo>
                  <a:pt x="8593" y="1061"/>
                </a:lnTo>
                <a:lnTo>
                  <a:pt x="8593" y="1084"/>
                </a:lnTo>
                <a:moveTo>
                  <a:pt x="8416" y="1084"/>
                </a:moveTo>
                <a:lnTo>
                  <a:pt x="8306" y="1084"/>
                </a:lnTo>
                <a:lnTo>
                  <a:pt x="8306" y="1061"/>
                </a:lnTo>
                <a:lnTo>
                  <a:pt x="8416" y="1061"/>
                </a:lnTo>
                <a:lnTo>
                  <a:pt x="8416" y="1084"/>
                </a:lnTo>
                <a:moveTo>
                  <a:pt x="8239" y="1084"/>
                </a:moveTo>
                <a:lnTo>
                  <a:pt x="8129" y="1084"/>
                </a:lnTo>
                <a:lnTo>
                  <a:pt x="8129" y="1061"/>
                </a:lnTo>
                <a:lnTo>
                  <a:pt x="8239" y="1061"/>
                </a:lnTo>
                <a:lnTo>
                  <a:pt x="8239" y="1084"/>
                </a:lnTo>
                <a:moveTo>
                  <a:pt x="8062" y="1084"/>
                </a:moveTo>
                <a:lnTo>
                  <a:pt x="7952" y="1084"/>
                </a:lnTo>
                <a:lnTo>
                  <a:pt x="7952" y="1061"/>
                </a:lnTo>
                <a:lnTo>
                  <a:pt x="8062" y="1061"/>
                </a:lnTo>
                <a:lnTo>
                  <a:pt x="8062" y="1084"/>
                </a:lnTo>
                <a:moveTo>
                  <a:pt x="7886" y="1084"/>
                </a:moveTo>
                <a:lnTo>
                  <a:pt x="7775" y="1084"/>
                </a:lnTo>
                <a:lnTo>
                  <a:pt x="7775" y="1061"/>
                </a:lnTo>
                <a:lnTo>
                  <a:pt x="7886" y="1061"/>
                </a:lnTo>
                <a:lnTo>
                  <a:pt x="7886" y="1084"/>
                </a:lnTo>
                <a:moveTo>
                  <a:pt x="7709" y="1084"/>
                </a:moveTo>
                <a:lnTo>
                  <a:pt x="7598" y="1084"/>
                </a:lnTo>
                <a:lnTo>
                  <a:pt x="7598" y="1061"/>
                </a:lnTo>
                <a:lnTo>
                  <a:pt x="7709" y="1061"/>
                </a:lnTo>
                <a:lnTo>
                  <a:pt x="7709" y="1084"/>
                </a:lnTo>
                <a:moveTo>
                  <a:pt x="7532" y="1084"/>
                </a:moveTo>
                <a:lnTo>
                  <a:pt x="7421" y="1084"/>
                </a:lnTo>
                <a:lnTo>
                  <a:pt x="7421" y="1061"/>
                </a:lnTo>
                <a:lnTo>
                  <a:pt x="7532" y="1061"/>
                </a:lnTo>
                <a:lnTo>
                  <a:pt x="7532" y="1084"/>
                </a:lnTo>
                <a:moveTo>
                  <a:pt x="7355" y="1084"/>
                </a:moveTo>
                <a:lnTo>
                  <a:pt x="7244" y="1084"/>
                </a:lnTo>
                <a:lnTo>
                  <a:pt x="7244" y="1061"/>
                </a:lnTo>
                <a:lnTo>
                  <a:pt x="7355" y="1061"/>
                </a:lnTo>
                <a:lnTo>
                  <a:pt x="7355" y="1084"/>
                </a:lnTo>
                <a:moveTo>
                  <a:pt x="7178" y="1084"/>
                </a:moveTo>
                <a:lnTo>
                  <a:pt x="7067" y="1084"/>
                </a:lnTo>
                <a:lnTo>
                  <a:pt x="7067" y="1061"/>
                </a:lnTo>
                <a:lnTo>
                  <a:pt x="7178" y="1061"/>
                </a:lnTo>
                <a:lnTo>
                  <a:pt x="7178" y="1084"/>
                </a:lnTo>
                <a:moveTo>
                  <a:pt x="7001" y="1084"/>
                </a:moveTo>
                <a:lnTo>
                  <a:pt x="6890" y="1084"/>
                </a:lnTo>
                <a:lnTo>
                  <a:pt x="6890" y="1061"/>
                </a:lnTo>
                <a:lnTo>
                  <a:pt x="7001" y="1061"/>
                </a:lnTo>
                <a:lnTo>
                  <a:pt x="7001" y="1084"/>
                </a:lnTo>
                <a:moveTo>
                  <a:pt x="6824" y="1084"/>
                </a:moveTo>
                <a:lnTo>
                  <a:pt x="6713" y="1084"/>
                </a:lnTo>
                <a:lnTo>
                  <a:pt x="6713" y="1061"/>
                </a:lnTo>
                <a:lnTo>
                  <a:pt x="6824" y="1061"/>
                </a:lnTo>
                <a:lnTo>
                  <a:pt x="6824" y="1084"/>
                </a:lnTo>
                <a:moveTo>
                  <a:pt x="6647" y="1084"/>
                </a:moveTo>
                <a:lnTo>
                  <a:pt x="6536" y="1084"/>
                </a:lnTo>
                <a:lnTo>
                  <a:pt x="6536" y="1061"/>
                </a:lnTo>
                <a:lnTo>
                  <a:pt x="6647" y="1061"/>
                </a:lnTo>
                <a:lnTo>
                  <a:pt x="6647" y="1084"/>
                </a:lnTo>
                <a:moveTo>
                  <a:pt x="6470" y="1084"/>
                </a:moveTo>
                <a:lnTo>
                  <a:pt x="6359" y="1084"/>
                </a:lnTo>
                <a:lnTo>
                  <a:pt x="6359" y="1061"/>
                </a:lnTo>
                <a:lnTo>
                  <a:pt x="6470" y="1061"/>
                </a:lnTo>
                <a:lnTo>
                  <a:pt x="6470" y="1084"/>
                </a:lnTo>
                <a:moveTo>
                  <a:pt x="6293" y="1084"/>
                </a:moveTo>
                <a:lnTo>
                  <a:pt x="6183" y="1084"/>
                </a:lnTo>
                <a:lnTo>
                  <a:pt x="6183" y="1061"/>
                </a:lnTo>
                <a:lnTo>
                  <a:pt x="6293" y="1061"/>
                </a:lnTo>
                <a:lnTo>
                  <a:pt x="6293" y="1084"/>
                </a:lnTo>
                <a:moveTo>
                  <a:pt x="6116" y="1084"/>
                </a:moveTo>
                <a:lnTo>
                  <a:pt x="6006" y="1084"/>
                </a:lnTo>
                <a:lnTo>
                  <a:pt x="6006" y="1061"/>
                </a:lnTo>
                <a:lnTo>
                  <a:pt x="6116" y="1061"/>
                </a:lnTo>
                <a:lnTo>
                  <a:pt x="6116" y="1084"/>
                </a:lnTo>
                <a:moveTo>
                  <a:pt x="5939" y="1084"/>
                </a:moveTo>
                <a:lnTo>
                  <a:pt x="5829" y="1084"/>
                </a:lnTo>
                <a:lnTo>
                  <a:pt x="5829" y="1061"/>
                </a:lnTo>
                <a:lnTo>
                  <a:pt x="5939" y="1061"/>
                </a:lnTo>
                <a:lnTo>
                  <a:pt x="5939" y="1084"/>
                </a:lnTo>
                <a:moveTo>
                  <a:pt x="5762" y="1084"/>
                </a:moveTo>
                <a:lnTo>
                  <a:pt x="5652" y="1084"/>
                </a:lnTo>
                <a:lnTo>
                  <a:pt x="5652" y="1061"/>
                </a:lnTo>
                <a:lnTo>
                  <a:pt x="5762" y="1061"/>
                </a:lnTo>
                <a:lnTo>
                  <a:pt x="5762" y="1084"/>
                </a:lnTo>
                <a:moveTo>
                  <a:pt x="5585" y="1084"/>
                </a:moveTo>
                <a:lnTo>
                  <a:pt x="5475" y="1084"/>
                </a:lnTo>
                <a:lnTo>
                  <a:pt x="5475" y="1061"/>
                </a:lnTo>
                <a:lnTo>
                  <a:pt x="5585" y="1061"/>
                </a:lnTo>
                <a:lnTo>
                  <a:pt x="5585" y="1084"/>
                </a:lnTo>
                <a:moveTo>
                  <a:pt x="5408" y="1084"/>
                </a:moveTo>
                <a:lnTo>
                  <a:pt x="5298" y="1084"/>
                </a:lnTo>
                <a:lnTo>
                  <a:pt x="5298" y="1061"/>
                </a:lnTo>
                <a:lnTo>
                  <a:pt x="5408" y="1061"/>
                </a:lnTo>
                <a:lnTo>
                  <a:pt x="5408" y="1084"/>
                </a:lnTo>
                <a:moveTo>
                  <a:pt x="5232" y="1084"/>
                </a:moveTo>
                <a:lnTo>
                  <a:pt x="5121" y="1084"/>
                </a:lnTo>
                <a:lnTo>
                  <a:pt x="5121" y="1061"/>
                </a:lnTo>
                <a:lnTo>
                  <a:pt x="5232" y="1061"/>
                </a:lnTo>
                <a:lnTo>
                  <a:pt x="5232" y="1084"/>
                </a:lnTo>
                <a:moveTo>
                  <a:pt x="5055" y="1084"/>
                </a:moveTo>
                <a:lnTo>
                  <a:pt x="4944" y="1084"/>
                </a:lnTo>
                <a:lnTo>
                  <a:pt x="4944" y="1061"/>
                </a:lnTo>
                <a:lnTo>
                  <a:pt x="5055" y="1061"/>
                </a:lnTo>
                <a:lnTo>
                  <a:pt x="5055" y="1084"/>
                </a:lnTo>
                <a:moveTo>
                  <a:pt x="4878" y="1084"/>
                </a:moveTo>
                <a:lnTo>
                  <a:pt x="4767" y="1084"/>
                </a:lnTo>
                <a:lnTo>
                  <a:pt x="4767" y="1061"/>
                </a:lnTo>
                <a:lnTo>
                  <a:pt x="4878" y="1061"/>
                </a:lnTo>
                <a:lnTo>
                  <a:pt x="4878" y="1084"/>
                </a:lnTo>
                <a:moveTo>
                  <a:pt x="4701" y="1084"/>
                </a:moveTo>
                <a:lnTo>
                  <a:pt x="4590" y="1084"/>
                </a:lnTo>
                <a:lnTo>
                  <a:pt x="4590" y="1061"/>
                </a:lnTo>
                <a:lnTo>
                  <a:pt x="4701" y="1061"/>
                </a:lnTo>
                <a:lnTo>
                  <a:pt x="4701" y="1084"/>
                </a:lnTo>
                <a:moveTo>
                  <a:pt x="4524" y="1084"/>
                </a:moveTo>
                <a:lnTo>
                  <a:pt x="4413" y="1084"/>
                </a:lnTo>
                <a:lnTo>
                  <a:pt x="4413" y="1061"/>
                </a:lnTo>
                <a:lnTo>
                  <a:pt x="4524" y="1061"/>
                </a:lnTo>
                <a:lnTo>
                  <a:pt x="4524" y="1084"/>
                </a:lnTo>
                <a:moveTo>
                  <a:pt x="4347" y="1084"/>
                </a:moveTo>
                <a:lnTo>
                  <a:pt x="4236" y="1084"/>
                </a:lnTo>
                <a:lnTo>
                  <a:pt x="4236" y="1061"/>
                </a:lnTo>
                <a:lnTo>
                  <a:pt x="4347" y="1061"/>
                </a:lnTo>
                <a:lnTo>
                  <a:pt x="4347" y="1084"/>
                </a:lnTo>
                <a:moveTo>
                  <a:pt x="4170" y="1084"/>
                </a:moveTo>
                <a:lnTo>
                  <a:pt x="4059" y="1084"/>
                </a:lnTo>
                <a:lnTo>
                  <a:pt x="4059" y="1061"/>
                </a:lnTo>
                <a:lnTo>
                  <a:pt x="4170" y="1061"/>
                </a:lnTo>
                <a:lnTo>
                  <a:pt x="4170" y="1084"/>
                </a:lnTo>
                <a:moveTo>
                  <a:pt x="3993" y="1084"/>
                </a:moveTo>
                <a:lnTo>
                  <a:pt x="3882" y="1084"/>
                </a:lnTo>
                <a:lnTo>
                  <a:pt x="3882" y="1061"/>
                </a:lnTo>
                <a:lnTo>
                  <a:pt x="3993" y="1061"/>
                </a:lnTo>
                <a:lnTo>
                  <a:pt x="3993" y="1084"/>
                </a:lnTo>
                <a:moveTo>
                  <a:pt x="3816" y="1084"/>
                </a:moveTo>
                <a:lnTo>
                  <a:pt x="3705" y="1084"/>
                </a:lnTo>
                <a:lnTo>
                  <a:pt x="3705" y="1061"/>
                </a:lnTo>
                <a:lnTo>
                  <a:pt x="3816" y="1061"/>
                </a:lnTo>
                <a:lnTo>
                  <a:pt x="3816" y="1084"/>
                </a:lnTo>
                <a:moveTo>
                  <a:pt x="3639" y="1084"/>
                </a:moveTo>
                <a:lnTo>
                  <a:pt x="3528" y="1084"/>
                </a:lnTo>
                <a:lnTo>
                  <a:pt x="3528" y="1061"/>
                </a:lnTo>
                <a:lnTo>
                  <a:pt x="3639" y="1061"/>
                </a:lnTo>
                <a:lnTo>
                  <a:pt x="3639" y="1084"/>
                </a:lnTo>
                <a:moveTo>
                  <a:pt x="3461" y="1084"/>
                </a:moveTo>
                <a:lnTo>
                  <a:pt x="3351" y="1084"/>
                </a:lnTo>
                <a:lnTo>
                  <a:pt x="3351" y="1061"/>
                </a:lnTo>
                <a:lnTo>
                  <a:pt x="3461" y="1061"/>
                </a:lnTo>
                <a:lnTo>
                  <a:pt x="3461" y="1084"/>
                </a:lnTo>
                <a:moveTo>
                  <a:pt x="3284" y="1084"/>
                </a:moveTo>
                <a:lnTo>
                  <a:pt x="3174" y="1084"/>
                </a:lnTo>
                <a:lnTo>
                  <a:pt x="3174" y="1061"/>
                </a:lnTo>
                <a:lnTo>
                  <a:pt x="3284" y="1061"/>
                </a:lnTo>
                <a:lnTo>
                  <a:pt x="3284" y="1084"/>
                </a:lnTo>
                <a:moveTo>
                  <a:pt x="3107" y="1084"/>
                </a:moveTo>
                <a:lnTo>
                  <a:pt x="2997" y="1084"/>
                </a:lnTo>
                <a:lnTo>
                  <a:pt x="2997" y="1061"/>
                </a:lnTo>
                <a:lnTo>
                  <a:pt x="3107" y="1061"/>
                </a:lnTo>
                <a:lnTo>
                  <a:pt x="3107" y="1084"/>
                </a:lnTo>
                <a:moveTo>
                  <a:pt x="2930" y="1084"/>
                </a:moveTo>
                <a:lnTo>
                  <a:pt x="2820" y="1084"/>
                </a:lnTo>
                <a:lnTo>
                  <a:pt x="2820" y="1061"/>
                </a:lnTo>
                <a:lnTo>
                  <a:pt x="2930" y="1061"/>
                </a:lnTo>
                <a:lnTo>
                  <a:pt x="2930" y="1084"/>
                </a:lnTo>
                <a:moveTo>
                  <a:pt x="2753" y="1084"/>
                </a:moveTo>
                <a:lnTo>
                  <a:pt x="2643" y="1084"/>
                </a:lnTo>
                <a:lnTo>
                  <a:pt x="2643" y="1061"/>
                </a:lnTo>
                <a:lnTo>
                  <a:pt x="2753" y="1061"/>
                </a:lnTo>
                <a:lnTo>
                  <a:pt x="2753" y="1084"/>
                </a:lnTo>
                <a:moveTo>
                  <a:pt x="2577" y="1084"/>
                </a:moveTo>
                <a:lnTo>
                  <a:pt x="2466" y="1084"/>
                </a:lnTo>
                <a:lnTo>
                  <a:pt x="2466" y="1061"/>
                </a:lnTo>
                <a:lnTo>
                  <a:pt x="2577" y="1061"/>
                </a:lnTo>
                <a:lnTo>
                  <a:pt x="2577" y="1084"/>
                </a:lnTo>
                <a:moveTo>
                  <a:pt x="2400" y="1084"/>
                </a:moveTo>
                <a:lnTo>
                  <a:pt x="2289" y="1084"/>
                </a:lnTo>
                <a:lnTo>
                  <a:pt x="2289" y="1061"/>
                </a:lnTo>
                <a:lnTo>
                  <a:pt x="2400" y="1061"/>
                </a:lnTo>
                <a:lnTo>
                  <a:pt x="2400" y="1084"/>
                </a:lnTo>
                <a:moveTo>
                  <a:pt x="2223" y="1084"/>
                </a:moveTo>
                <a:lnTo>
                  <a:pt x="2112" y="1084"/>
                </a:lnTo>
                <a:lnTo>
                  <a:pt x="2112" y="1061"/>
                </a:lnTo>
                <a:lnTo>
                  <a:pt x="2223" y="1061"/>
                </a:lnTo>
                <a:lnTo>
                  <a:pt x="2223" y="1084"/>
                </a:lnTo>
                <a:moveTo>
                  <a:pt x="2046" y="1084"/>
                </a:moveTo>
                <a:lnTo>
                  <a:pt x="1935" y="1084"/>
                </a:lnTo>
                <a:lnTo>
                  <a:pt x="1935" y="1061"/>
                </a:lnTo>
                <a:lnTo>
                  <a:pt x="2046" y="1061"/>
                </a:lnTo>
                <a:lnTo>
                  <a:pt x="2046" y="1084"/>
                </a:lnTo>
                <a:moveTo>
                  <a:pt x="1869" y="1084"/>
                </a:moveTo>
                <a:lnTo>
                  <a:pt x="1758" y="1084"/>
                </a:lnTo>
                <a:lnTo>
                  <a:pt x="1758" y="1061"/>
                </a:lnTo>
                <a:lnTo>
                  <a:pt x="1869" y="1061"/>
                </a:lnTo>
                <a:lnTo>
                  <a:pt x="1869" y="1084"/>
                </a:lnTo>
                <a:moveTo>
                  <a:pt x="1692" y="1084"/>
                </a:moveTo>
                <a:lnTo>
                  <a:pt x="1581" y="1084"/>
                </a:lnTo>
                <a:lnTo>
                  <a:pt x="1581" y="1061"/>
                </a:lnTo>
                <a:lnTo>
                  <a:pt x="1692" y="1061"/>
                </a:lnTo>
                <a:lnTo>
                  <a:pt x="1692" y="1084"/>
                </a:lnTo>
                <a:moveTo>
                  <a:pt x="1515" y="1084"/>
                </a:moveTo>
                <a:lnTo>
                  <a:pt x="1404" y="1084"/>
                </a:lnTo>
                <a:lnTo>
                  <a:pt x="1404" y="1061"/>
                </a:lnTo>
                <a:lnTo>
                  <a:pt x="1515" y="1061"/>
                </a:lnTo>
                <a:lnTo>
                  <a:pt x="1515" y="1084"/>
                </a:lnTo>
                <a:moveTo>
                  <a:pt x="1338" y="1084"/>
                </a:moveTo>
                <a:lnTo>
                  <a:pt x="1227" y="1084"/>
                </a:lnTo>
                <a:lnTo>
                  <a:pt x="1227" y="1061"/>
                </a:lnTo>
                <a:lnTo>
                  <a:pt x="1338" y="1061"/>
                </a:lnTo>
                <a:lnTo>
                  <a:pt x="1338" y="1084"/>
                </a:lnTo>
                <a:moveTo>
                  <a:pt x="1161" y="1084"/>
                </a:moveTo>
                <a:lnTo>
                  <a:pt x="1050" y="1084"/>
                </a:lnTo>
                <a:lnTo>
                  <a:pt x="1050" y="1061"/>
                </a:lnTo>
                <a:lnTo>
                  <a:pt x="1161" y="1061"/>
                </a:lnTo>
                <a:lnTo>
                  <a:pt x="1161" y="1084"/>
                </a:lnTo>
                <a:moveTo>
                  <a:pt x="984" y="1084"/>
                </a:moveTo>
                <a:lnTo>
                  <a:pt x="874" y="1084"/>
                </a:lnTo>
                <a:lnTo>
                  <a:pt x="874" y="1061"/>
                </a:lnTo>
                <a:lnTo>
                  <a:pt x="984" y="1061"/>
                </a:lnTo>
                <a:lnTo>
                  <a:pt x="984" y="1084"/>
                </a:lnTo>
                <a:moveTo>
                  <a:pt x="807" y="1084"/>
                </a:moveTo>
                <a:lnTo>
                  <a:pt x="697" y="1084"/>
                </a:lnTo>
                <a:lnTo>
                  <a:pt x="697" y="1061"/>
                </a:lnTo>
                <a:lnTo>
                  <a:pt x="807" y="1061"/>
                </a:lnTo>
                <a:lnTo>
                  <a:pt x="807" y="1084"/>
                </a:lnTo>
                <a:moveTo>
                  <a:pt x="630" y="1084"/>
                </a:moveTo>
                <a:lnTo>
                  <a:pt x="520" y="1084"/>
                </a:lnTo>
                <a:lnTo>
                  <a:pt x="520" y="1061"/>
                </a:lnTo>
                <a:lnTo>
                  <a:pt x="630" y="1061"/>
                </a:lnTo>
                <a:lnTo>
                  <a:pt x="630" y="1084"/>
                </a:lnTo>
                <a:moveTo>
                  <a:pt x="453" y="1084"/>
                </a:moveTo>
                <a:lnTo>
                  <a:pt x="343" y="1084"/>
                </a:lnTo>
                <a:lnTo>
                  <a:pt x="343" y="1061"/>
                </a:lnTo>
                <a:lnTo>
                  <a:pt x="453" y="1061"/>
                </a:lnTo>
                <a:lnTo>
                  <a:pt x="453" y="1084"/>
                </a:lnTo>
                <a:moveTo>
                  <a:pt x="276" y="1084"/>
                </a:moveTo>
                <a:lnTo>
                  <a:pt x="166" y="1084"/>
                </a:lnTo>
                <a:lnTo>
                  <a:pt x="166" y="1061"/>
                </a:lnTo>
                <a:lnTo>
                  <a:pt x="276" y="1061"/>
                </a:lnTo>
                <a:lnTo>
                  <a:pt x="276" y="1084"/>
                </a:lnTo>
                <a:moveTo>
                  <a:pt x="99" y="1084"/>
                </a:moveTo>
                <a:lnTo>
                  <a:pt x="0" y="1084"/>
                </a:lnTo>
                <a:lnTo>
                  <a:pt x="0" y="1050"/>
                </a:lnTo>
                <a:lnTo>
                  <a:pt x="22" y="1050"/>
                </a:lnTo>
                <a:lnTo>
                  <a:pt x="22" y="1073"/>
                </a:lnTo>
                <a:lnTo>
                  <a:pt x="11" y="1073"/>
                </a:lnTo>
                <a:lnTo>
                  <a:pt x="11" y="1061"/>
                </a:lnTo>
                <a:lnTo>
                  <a:pt x="99" y="1061"/>
                </a:lnTo>
                <a:lnTo>
                  <a:pt x="99" y="1084"/>
                </a:lnTo>
                <a:moveTo>
                  <a:pt x="0" y="984"/>
                </a:moveTo>
                <a:lnTo>
                  <a:pt x="0" y="874"/>
                </a:lnTo>
                <a:lnTo>
                  <a:pt x="22" y="874"/>
                </a:lnTo>
                <a:lnTo>
                  <a:pt x="22" y="984"/>
                </a:lnTo>
                <a:lnTo>
                  <a:pt x="0" y="984"/>
                </a:lnTo>
                <a:moveTo>
                  <a:pt x="0" y="807"/>
                </a:moveTo>
                <a:lnTo>
                  <a:pt x="0" y="696"/>
                </a:lnTo>
                <a:lnTo>
                  <a:pt x="22" y="696"/>
                </a:lnTo>
                <a:lnTo>
                  <a:pt x="22" y="807"/>
                </a:lnTo>
                <a:lnTo>
                  <a:pt x="0" y="807"/>
                </a:lnTo>
                <a:moveTo>
                  <a:pt x="0" y="630"/>
                </a:moveTo>
                <a:lnTo>
                  <a:pt x="0" y="519"/>
                </a:lnTo>
                <a:lnTo>
                  <a:pt x="22" y="519"/>
                </a:lnTo>
                <a:lnTo>
                  <a:pt x="22" y="630"/>
                </a:lnTo>
                <a:lnTo>
                  <a:pt x="0" y="630"/>
                </a:lnTo>
                <a:moveTo>
                  <a:pt x="0" y="453"/>
                </a:moveTo>
                <a:lnTo>
                  <a:pt x="0" y="342"/>
                </a:lnTo>
                <a:lnTo>
                  <a:pt x="22" y="342"/>
                </a:lnTo>
                <a:lnTo>
                  <a:pt x="22" y="453"/>
                </a:lnTo>
                <a:lnTo>
                  <a:pt x="0" y="453"/>
                </a:lnTo>
                <a:moveTo>
                  <a:pt x="0" y="276"/>
                </a:moveTo>
                <a:lnTo>
                  <a:pt x="0" y="166"/>
                </a:lnTo>
                <a:lnTo>
                  <a:pt x="22" y="166"/>
                </a:lnTo>
                <a:lnTo>
                  <a:pt x="22" y="276"/>
                </a:lnTo>
                <a:lnTo>
                  <a:pt x="0" y="276"/>
                </a:lnTo>
                <a:moveTo>
                  <a:pt x="0" y="99"/>
                </a:moveTo>
                <a:lnTo>
                  <a:pt x="0" y="0"/>
                </a:ln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11"/>
                </a:lnTo>
                <a:lnTo>
                  <a:pt x="22" y="11"/>
                </a:lnTo>
                <a:lnTo>
                  <a:pt x="22" y="99"/>
                </a:lnTo>
                <a:lnTo>
                  <a:pt x="0" y="9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128920" y="350136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5128920" y="352908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988920" y="3016080"/>
            <a:ext cx="7718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988920" y="3492360"/>
            <a:ext cx="599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1386720" y="2005920"/>
            <a:ext cx="0" cy="22284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1354680" y="216504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90" y="178"/>
                </a:moveTo>
                <a:lnTo>
                  <a:pt x="0" y="0"/>
                </a:lnTo>
                <a:lnTo>
                  <a:pt x="178" y="0"/>
                </a:lnTo>
                <a:lnTo>
                  <a:pt x="90" y="178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988920" y="3620880"/>
            <a:ext cx="37544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1386720" y="2610360"/>
            <a:ext cx="0" cy="22284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1354680" y="26103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90" y="0"/>
                </a:moveTo>
                <a:lnTo>
                  <a:pt x="0" y="178"/>
                </a:lnTo>
                <a:lnTo>
                  <a:pt x="178" y="178"/>
                </a:lnTo>
                <a:lnTo>
                  <a:pt x="9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1450440" y="2075400"/>
            <a:ext cx="17604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1450440" y="2679840"/>
            <a:ext cx="14364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686160" y="3891240"/>
            <a:ext cx="70765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686160" y="4042080"/>
            <a:ext cx="67503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686160" y="4193640"/>
            <a:ext cx="67521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686160" y="4344480"/>
            <a:ext cx="1407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871800" y="463320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0" name=""/>
          <p:cNvSpPr/>
          <p:nvPr/>
        </p:nvSpPr>
        <p:spPr>
          <a:xfrm>
            <a:off x="461160" y="134676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2"/>
                  <a:pt x="23185" y="5"/>
                </a:cubicBezTo>
                <a:cubicBezTo>
                  <a:pt x="23199" y="8"/>
                  <a:pt x="23213" y="12"/>
                  <a:pt x="23227" y="18"/>
                </a:cubicBezTo>
                <a:cubicBezTo>
                  <a:pt x="23241" y="23"/>
                  <a:pt x="23254" y="30"/>
                  <a:pt x="23266" y="39"/>
                </a:cubicBezTo>
                <a:cubicBezTo>
                  <a:pt x="23279" y="47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4"/>
                  <a:pt x="23360" y="168"/>
                  <a:pt x="23362" y="183"/>
                </a:cubicBezTo>
                <a:cubicBezTo>
                  <a:pt x="23365" y="197"/>
                  <a:pt x="23367" y="212"/>
                  <a:pt x="23367" y="227"/>
                </a:cubicBezTo>
                <a:lnTo>
                  <a:pt x="23367" y="6948"/>
                </a:lnTo>
                <a:cubicBezTo>
                  <a:pt x="23367" y="6963"/>
                  <a:pt x="23365" y="6978"/>
                  <a:pt x="23362" y="6992"/>
                </a:cubicBezTo>
                <a:cubicBezTo>
                  <a:pt x="23360" y="7007"/>
                  <a:pt x="23355" y="7022"/>
                  <a:pt x="23350" y="7036"/>
                </a:cubicBezTo>
                <a:cubicBezTo>
                  <a:pt x="23344" y="7049"/>
                  <a:pt x="23337" y="7063"/>
                  <a:pt x="23329" y="7075"/>
                </a:cubicBezTo>
                <a:cubicBezTo>
                  <a:pt x="23320" y="7087"/>
                  <a:pt x="23311" y="7099"/>
                  <a:pt x="23300" y="7109"/>
                </a:cubicBezTo>
                <a:cubicBezTo>
                  <a:pt x="23290" y="7120"/>
                  <a:pt x="23279" y="7129"/>
                  <a:pt x="23266" y="7137"/>
                </a:cubicBezTo>
                <a:cubicBezTo>
                  <a:pt x="23254" y="7146"/>
                  <a:pt x="23241" y="7153"/>
                  <a:pt x="23227" y="7158"/>
                </a:cubicBezTo>
                <a:cubicBezTo>
                  <a:pt x="23213" y="7164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4"/>
                  <a:pt x="140" y="7158"/>
                </a:cubicBezTo>
                <a:cubicBezTo>
                  <a:pt x="126" y="7153"/>
                  <a:pt x="113" y="7146"/>
                  <a:pt x="101" y="7137"/>
                </a:cubicBezTo>
                <a:cubicBezTo>
                  <a:pt x="89" y="7129"/>
                  <a:pt x="77" y="7120"/>
                  <a:pt x="67" y="7109"/>
                </a:cubicBezTo>
                <a:cubicBezTo>
                  <a:pt x="56" y="7099"/>
                  <a:pt x="47" y="7087"/>
                  <a:pt x="39" y="7075"/>
                </a:cubicBezTo>
                <a:cubicBezTo>
                  <a:pt x="30" y="7063"/>
                  <a:pt x="23" y="7049"/>
                  <a:pt x="18" y="7036"/>
                </a:cubicBezTo>
                <a:cubicBezTo>
                  <a:pt x="12" y="7022"/>
                  <a:pt x="8" y="7007"/>
                  <a:pt x="5" y="6992"/>
                </a:cubicBezTo>
                <a:cubicBezTo>
                  <a:pt x="2" y="6978"/>
                  <a:pt x="0" y="6963"/>
                  <a:pt x="0" y="6948"/>
                </a:cubicBez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461160" y="134676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2"/>
                  <a:pt x="23185" y="5"/>
                </a:cubicBezTo>
                <a:cubicBezTo>
                  <a:pt x="23199" y="8"/>
                  <a:pt x="23213" y="12"/>
                  <a:pt x="23227" y="18"/>
                </a:cubicBezTo>
                <a:cubicBezTo>
                  <a:pt x="23241" y="23"/>
                  <a:pt x="23254" y="30"/>
                  <a:pt x="23266" y="39"/>
                </a:cubicBezTo>
                <a:cubicBezTo>
                  <a:pt x="23279" y="47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4"/>
                  <a:pt x="23360" y="168"/>
                  <a:pt x="23362" y="183"/>
                </a:cubicBezTo>
                <a:cubicBezTo>
                  <a:pt x="23365" y="197"/>
                  <a:pt x="23367" y="212"/>
                  <a:pt x="23367" y="227"/>
                </a:cubicBezTo>
                <a:lnTo>
                  <a:pt x="23367" y="6948"/>
                </a:lnTo>
                <a:cubicBezTo>
                  <a:pt x="23367" y="6963"/>
                  <a:pt x="23365" y="6978"/>
                  <a:pt x="23362" y="6992"/>
                </a:cubicBezTo>
                <a:cubicBezTo>
                  <a:pt x="23360" y="7007"/>
                  <a:pt x="23355" y="7022"/>
                  <a:pt x="23350" y="7036"/>
                </a:cubicBezTo>
                <a:cubicBezTo>
                  <a:pt x="23344" y="7049"/>
                  <a:pt x="23337" y="7063"/>
                  <a:pt x="23329" y="7075"/>
                </a:cubicBezTo>
                <a:cubicBezTo>
                  <a:pt x="23320" y="7087"/>
                  <a:pt x="23311" y="7099"/>
                  <a:pt x="23300" y="7109"/>
                </a:cubicBezTo>
                <a:cubicBezTo>
                  <a:pt x="23290" y="7120"/>
                  <a:pt x="23279" y="7129"/>
                  <a:pt x="23266" y="7137"/>
                </a:cubicBezTo>
                <a:cubicBezTo>
                  <a:pt x="23254" y="7146"/>
                  <a:pt x="23241" y="7153"/>
                  <a:pt x="23227" y="7158"/>
                </a:cubicBezTo>
                <a:cubicBezTo>
                  <a:pt x="23213" y="7164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4"/>
                  <a:pt x="140" y="7158"/>
                </a:cubicBezTo>
                <a:cubicBezTo>
                  <a:pt x="126" y="7153"/>
                  <a:pt x="113" y="7146"/>
                  <a:pt x="101" y="7137"/>
                </a:cubicBezTo>
                <a:cubicBezTo>
                  <a:pt x="89" y="7129"/>
                  <a:pt x="77" y="7120"/>
                  <a:pt x="67" y="7109"/>
                </a:cubicBezTo>
                <a:cubicBezTo>
                  <a:pt x="56" y="7099"/>
                  <a:pt x="47" y="7087"/>
                  <a:pt x="39" y="7075"/>
                </a:cubicBezTo>
                <a:cubicBezTo>
                  <a:pt x="30" y="7063"/>
                  <a:pt x="23" y="7049"/>
                  <a:pt x="18" y="7036"/>
                </a:cubicBezTo>
                <a:cubicBezTo>
                  <a:pt x="12" y="7022"/>
                  <a:pt x="8" y="7007"/>
                  <a:pt x="5" y="6992"/>
                </a:cubicBezTo>
                <a:cubicBezTo>
                  <a:pt x="2" y="6978"/>
                  <a:pt x="0" y="6963"/>
                  <a:pt x="0" y="6948"/>
                </a:cubicBez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457200" y="110376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BEELD  3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555120" y="1668600"/>
            <a:ext cx="1695600" cy="391680"/>
          </a:xfrm>
          <a:custGeom>
            <a:avLst/>
            <a:gdLst/>
            <a:ahLst/>
            <a:rect l="0" t="0" r="r" b="b"/>
            <a:pathLst>
              <a:path w="4710" h="1088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2"/>
                  <a:pt x="4564" y="4"/>
                </a:cubicBezTo>
                <a:cubicBezTo>
                  <a:pt x="4576" y="6"/>
                  <a:pt x="4587" y="10"/>
                  <a:pt x="4598" y="14"/>
                </a:cubicBezTo>
                <a:cubicBezTo>
                  <a:pt x="4609" y="19"/>
                  <a:pt x="4620" y="24"/>
                  <a:pt x="4630" y="31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2"/>
                  <a:pt x="4673" y="71"/>
                  <a:pt x="4680" y="81"/>
                </a:cubicBezTo>
                <a:cubicBezTo>
                  <a:pt x="4686" y="91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8"/>
                  <a:pt x="4710" y="170"/>
                  <a:pt x="4710" y="181"/>
                </a:cubicBezTo>
                <a:lnTo>
                  <a:pt x="4710" y="907"/>
                </a:lnTo>
                <a:cubicBezTo>
                  <a:pt x="4710" y="918"/>
                  <a:pt x="4709" y="930"/>
                  <a:pt x="4707" y="942"/>
                </a:cubicBezTo>
                <a:cubicBezTo>
                  <a:pt x="4704" y="954"/>
                  <a:pt x="4701" y="965"/>
                  <a:pt x="4696" y="976"/>
                </a:cubicBezTo>
                <a:cubicBezTo>
                  <a:pt x="4692" y="987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5"/>
                </a:cubicBezTo>
                <a:cubicBezTo>
                  <a:pt x="4649" y="1043"/>
                  <a:pt x="4639" y="1051"/>
                  <a:pt x="4630" y="1057"/>
                </a:cubicBezTo>
                <a:cubicBezTo>
                  <a:pt x="4620" y="1064"/>
                  <a:pt x="4609" y="1069"/>
                  <a:pt x="4598" y="1074"/>
                </a:cubicBezTo>
                <a:cubicBezTo>
                  <a:pt x="4587" y="1078"/>
                  <a:pt x="4576" y="1082"/>
                  <a:pt x="4564" y="1084"/>
                </a:cubicBezTo>
                <a:cubicBezTo>
                  <a:pt x="4553" y="1086"/>
                  <a:pt x="4541" y="1088"/>
                  <a:pt x="4529" y="1088"/>
                </a:cubicBezTo>
                <a:lnTo>
                  <a:pt x="181" y="1088"/>
                </a:lnTo>
                <a:cubicBezTo>
                  <a:pt x="169" y="1088"/>
                  <a:pt x="157" y="1086"/>
                  <a:pt x="146" y="1084"/>
                </a:cubicBezTo>
                <a:cubicBezTo>
                  <a:pt x="134" y="1082"/>
                  <a:pt x="123" y="1078"/>
                  <a:pt x="112" y="1074"/>
                </a:cubicBezTo>
                <a:cubicBezTo>
                  <a:pt x="101" y="1069"/>
                  <a:pt x="90" y="1064"/>
                  <a:pt x="80" y="1057"/>
                </a:cubicBezTo>
                <a:cubicBezTo>
                  <a:pt x="70" y="1051"/>
                  <a:pt x="61" y="1043"/>
                  <a:pt x="53" y="1035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7"/>
                  <a:pt x="14" y="976"/>
                </a:cubicBezTo>
                <a:cubicBezTo>
                  <a:pt x="9" y="965"/>
                  <a:pt x="6" y="954"/>
                  <a:pt x="3" y="942"/>
                </a:cubicBezTo>
                <a:cubicBezTo>
                  <a:pt x="1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1" y="158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555120" y="1668600"/>
            <a:ext cx="1695600" cy="391680"/>
          </a:xfrm>
          <a:custGeom>
            <a:avLst/>
            <a:gdLst/>
            <a:ahLst/>
            <a:rect l="0" t="0" r="r" b="b"/>
            <a:pathLst>
              <a:path w="4710" h="1088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2"/>
                  <a:pt x="4564" y="4"/>
                </a:cubicBezTo>
                <a:cubicBezTo>
                  <a:pt x="4576" y="6"/>
                  <a:pt x="4587" y="10"/>
                  <a:pt x="4598" y="14"/>
                </a:cubicBezTo>
                <a:cubicBezTo>
                  <a:pt x="4609" y="19"/>
                  <a:pt x="4620" y="24"/>
                  <a:pt x="4630" y="31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2"/>
                  <a:pt x="4673" y="71"/>
                  <a:pt x="4680" y="81"/>
                </a:cubicBezTo>
                <a:cubicBezTo>
                  <a:pt x="4686" y="91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8"/>
                  <a:pt x="4710" y="170"/>
                  <a:pt x="4710" y="181"/>
                </a:cubicBezTo>
                <a:lnTo>
                  <a:pt x="4710" y="907"/>
                </a:lnTo>
                <a:cubicBezTo>
                  <a:pt x="4710" y="918"/>
                  <a:pt x="4709" y="930"/>
                  <a:pt x="4707" y="942"/>
                </a:cubicBezTo>
                <a:cubicBezTo>
                  <a:pt x="4704" y="954"/>
                  <a:pt x="4701" y="965"/>
                  <a:pt x="4696" y="976"/>
                </a:cubicBezTo>
                <a:cubicBezTo>
                  <a:pt x="4692" y="987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5"/>
                </a:cubicBezTo>
                <a:cubicBezTo>
                  <a:pt x="4649" y="1043"/>
                  <a:pt x="4639" y="1051"/>
                  <a:pt x="4630" y="1057"/>
                </a:cubicBezTo>
                <a:cubicBezTo>
                  <a:pt x="4620" y="1064"/>
                  <a:pt x="4609" y="1069"/>
                  <a:pt x="4598" y="1074"/>
                </a:cubicBezTo>
                <a:cubicBezTo>
                  <a:pt x="4587" y="1078"/>
                  <a:pt x="4576" y="1082"/>
                  <a:pt x="4564" y="1084"/>
                </a:cubicBezTo>
                <a:cubicBezTo>
                  <a:pt x="4553" y="1086"/>
                  <a:pt x="4541" y="1088"/>
                  <a:pt x="4529" y="1088"/>
                </a:cubicBezTo>
                <a:lnTo>
                  <a:pt x="181" y="1088"/>
                </a:lnTo>
                <a:cubicBezTo>
                  <a:pt x="169" y="1088"/>
                  <a:pt x="157" y="1086"/>
                  <a:pt x="146" y="1084"/>
                </a:cubicBezTo>
                <a:cubicBezTo>
                  <a:pt x="134" y="1082"/>
                  <a:pt x="123" y="1078"/>
                  <a:pt x="112" y="1074"/>
                </a:cubicBezTo>
                <a:cubicBezTo>
                  <a:pt x="101" y="1069"/>
                  <a:pt x="90" y="1064"/>
                  <a:pt x="80" y="1057"/>
                </a:cubicBezTo>
                <a:cubicBezTo>
                  <a:pt x="70" y="1051"/>
                  <a:pt x="61" y="1043"/>
                  <a:pt x="53" y="1035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7"/>
                  <a:pt x="14" y="976"/>
                </a:cubicBezTo>
                <a:cubicBezTo>
                  <a:pt x="9" y="965"/>
                  <a:pt x="6" y="954"/>
                  <a:pt x="3" y="942"/>
                </a:cubicBezTo>
                <a:cubicBezTo>
                  <a:pt x="1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1" y="158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87280" y="1750320"/>
            <a:ext cx="82080" cy="48960"/>
          </a:xfrm>
          <a:custGeom>
            <a:avLst/>
            <a:gdLst/>
            <a:ahLst/>
            <a:rect l="0" t="0" r="r" b="b"/>
            <a:pathLst>
              <a:path w="228" h="136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1"/>
                  <a:pt x="185" y="5"/>
                </a:cubicBezTo>
                <a:cubicBezTo>
                  <a:pt x="194" y="8"/>
                  <a:pt x="201" y="13"/>
                  <a:pt x="208" y="20"/>
                </a:cubicBezTo>
                <a:cubicBezTo>
                  <a:pt x="214" y="26"/>
                  <a:pt x="219" y="33"/>
                  <a:pt x="222" y="42"/>
                </a:cubicBezTo>
                <a:cubicBezTo>
                  <a:pt x="226" y="50"/>
                  <a:pt x="228" y="59"/>
                  <a:pt x="228" y="69"/>
                </a:cubicBezTo>
                <a:cubicBezTo>
                  <a:pt x="228" y="78"/>
                  <a:pt x="226" y="86"/>
                  <a:pt x="222" y="95"/>
                </a:cubicBezTo>
                <a:cubicBezTo>
                  <a:pt x="219" y="103"/>
                  <a:pt x="214" y="110"/>
                  <a:pt x="208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6" y="135"/>
                  <a:pt x="168" y="136"/>
                  <a:pt x="159" y="136"/>
                </a:cubicBezTo>
                <a:lnTo>
                  <a:pt x="68" y="136"/>
                </a:lnTo>
                <a:cubicBezTo>
                  <a:pt x="59" y="136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6"/>
                  <a:pt x="0" y="78"/>
                  <a:pt x="0" y="69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8"/>
                  <a:pt x="42" y="5"/>
                </a:cubicBezTo>
                <a:cubicBezTo>
                  <a:pt x="50" y="1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52440" y="1750320"/>
            <a:ext cx="33120" cy="48960"/>
          </a:xfrm>
          <a:custGeom>
            <a:avLst/>
            <a:gdLst/>
            <a:ahLst/>
            <a:rect l="0" t="0" r="r" b="b"/>
            <a:pathLst>
              <a:path w="92" h="136">
                <a:moveTo>
                  <a:pt x="92" y="69"/>
                </a:moveTo>
                <a:cubicBezTo>
                  <a:pt x="92" y="78"/>
                  <a:pt x="91" y="86"/>
                  <a:pt x="88" y="95"/>
                </a:cubicBezTo>
                <a:cubicBezTo>
                  <a:pt x="86" y="103"/>
                  <a:pt x="83" y="110"/>
                  <a:pt x="79" y="117"/>
                </a:cubicBezTo>
                <a:cubicBezTo>
                  <a:pt x="74" y="123"/>
                  <a:pt x="70" y="128"/>
                  <a:pt x="64" y="131"/>
                </a:cubicBezTo>
                <a:cubicBezTo>
                  <a:pt x="58" y="135"/>
                  <a:pt x="53" y="136"/>
                  <a:pt x="47" y="136"/>
                </a:cubicBezTo>
                <a:cubicBezTo>
                  <a:pt x="41" y="136"/>
                  <a:pt x="35" y="135"/>
                  <a:pt x="29" y="131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0"/>
                  <a:pt x="6" y="103"/>
                  <a:pt x="4" y="95"/>
                </a:cubicBezTo>
                <a:cubicBezTo>
                  <a:pt x="2" y="86"/>
                  <a:pt x="0" y="78"/>
                  <a:pt x="0" y="69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3"/>
                  <a:pt x="10" y="26"/>
                  <a:pt x="15" y="20"/>
                </a:cubicBezTo>
                <a:cubicBezTo>
                  <a:pt x="19" y="13"/>
                  <a:pt x="24" y="8"/>
                  <a:pt x="29" y="5"/>
                </a:cubicBezTo>
                <a:cubicBezTo>
                  <a:pt x="35" y="1"/>
                  <a:pt x="41" y="0"/>
                  <a:pt x="47" y="0"/>
                </a:cubicBezTo>
                <a:cubicBezTo>
                  <a:pt x="53" y="0"/>
                  <a:pt x="58" y="1"/>
                  <a:pt x="64" y="5"/>
                </a:cubicBezTo>
                <a:cubicBezTo>
                  <a:pt x="70" y="8"/>
                  <a:pt x="74" y="13"/>
                  <a:pt x="79" y="20"/>
                </a:cubicBezTo>
                <a:cubicBezTo>
                  <a:pt x="83" y="26"/>
                  <a:pt x="86" y="33"/>
                  <a:pt x="88" y="42"/>
                </a:cubicBezTo>
                <a:cubicBezTo>
                  <a:pt x="91" y="50"/>
                  <a:pt x="92" y="59"/>
                  <a:pt x="92" y="69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555120" y="140868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636480" y="1724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331720" y="1668600"/>
            <a:ext cx="3961800" cy="391680"/>
          </a:xfrm>
          <a:custGeom>
            <a:avLst/>
            <a:gdLst/>
            <a:ahLst/>
            <a:rect l="0" t="0" r="r" b="b"/>
            <a:pathLst>
              <a:path w="11005" h="1088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2"/>
                  <a:pt x="10859" y="4"/>
                </a:cubicBezTo>
                <a:cubicBezTo>
                  <a:pt x="10871" y="6"/>
                  <a:pt x="10882" y="10"/>
                  <a:pt x="10893" y="14"/>
                </a:cubicBezTo>
                <a:cubicBezTo>
                  <a:pt x="10904" y="19"/>
                  <a:pt x="10915" y="24"/>
                  <a:pt x="10924" y="31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2"/>
                  <a:pt x="10968" y="71"/>
                  <a:pt x="10974" y="81"/>
                </a:cubicBezTo>
                <a:cubicBezTo>
                  <a:pt x="10981" y="91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8"/>
                  <a:pt x="11005" y="170"/>
                  <a:pt x="11005" y="181"/>
                </a:cubicBezTo>
                <a:lnTo>
                  <a:pt x="11005" y="907"/>
                </a:lnTo>
                <a:cubicBezTo>
                  <a:pt x="11005" y="918"/>
                  <a:pt x="11004" y="930"/>
                  <a:pt x="11001" y="942"/>
                </a:cubicBezTo>
                <a:cubicBezTo>
                  <a:pt x="10999" y="954"/>
                  <a:pt x="10996" y="965"/>
                  <a:pt x="10991" y="976"/>
                </a:cubicBezTo>
                <a:cubicBezTo>
                  <a:pt x="10987" y="987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5"/>
                </a:cubicBezTo>
                <a:cubicBezTo>
                  <a:pt x="10943" y="1043"/>
                  <a:pt x="10934" y="1051"/>
                  <a:pt x="10924" y="1057"/>
                </a:cubicBezTo>
                <a:cubicBezTo>
                  <a:pt x="10915" y="1064"/>
                  <a:pt x="10904" y="1069"/>
                  <a:pt x="10893" y="1074"/>
                </a:cubicBezTo>
                <a:cubicBezTo>
                  <a:pt x="10882" y="1078"/>
                  <a:pt x="10871" y="1082"/>
                  <a:pt x="10859" y="1084"/>
                </a:cubicBezTo>
                <a:cubicBezTo>
                  <a:pt x="10847" y="1086"/>
                  <a:pt x="10836" y="1088"/>
                  <a:pt x="10824" y="1088"/>
                </a:cubicBezTo>
                <a:lnTo>
                  <a:pt x="182" y="1088"/>
                </a:lnTo>
                <a:cubicBezTo>
                  <a:pt x="170" y="1088"/>
                  <a:pt x="158" y="1086"/>
                  <a:pt x="146" y="1084"/>
                </a:cubicBezTo>
                <a:cubicBezTo>
                  <a:pt x="135" y="1082"/>
                  <a:pt x="123" y="1078"/>
                  <a:pt x="112" y="1074"/>
                </a:cubicBezTo>
                <a:cubicBezTo>
                  <a:pt x="101" y="1069"/>
                  <a:pt x="91" y="1064"/>
                  <a:pt x="81" y="1057"/>
                </a:cubicBezTo>
                <a:cubicBezTo>
                  <a:pt x="71" y="1051"/>
                  <a:pt x="62" y="1043"/>
                  <a:pt x="54" y="1035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7"/>
                  <a:pt x="14" y="976"/>
                </a:cubicBezTo>
                <a:cubicBezTo>
                  <a:pt x="10" y="965"/>
                  <a:pt x="6" y="954"/>
                  <a:pt x="4" y="942"/>
                </a:cubicBezTo>
                <a:cubicBezTo>
                  <a:pt x="2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2" y="158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331720" y="1668600"/>
            <a:ext cx="3961800" cy="391680"/>
          </a:xfrm>
          <a:custGeom>
            <a:avLst/>
            <a:gdLst/>
            <a:ahLst/>
            <a:rect l="0" t="0" r="r" b="b"/>
            <a:pathLst>
              <a:path w="11005" h="1088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2"/>
                  <a:pt x="10859" y="4"/>
                </a:cubicBezTo>
                <a:cubicBezTo>
                  <a:pt x="10871" y="6"/>
                  <a:pt x="10882" y="10"/>
                  <a:pt x="10893" y="14"/>
                </a:cubicBezTo>
                <a:cubicBezTo>
                  <a:pt x="10904" y="19"/>
                  <a:pt x="10915" y="24"/>
                  <a:pt x="10924" y="31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2"/>
                  <a:pt x="10968" y="71"/>
                  <a:pt x="10974" y="81"/>
                </a:cubicBezTo>
                <a:cubicBezTo>
                  <a:pt x="10981" y="91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8"/>
                  <a:pt x="11005" y="170"/>
                  <a:pt x="11005" y="181"/>
                </a:cubicBezTo>
                <a:lnTo>
                  <a:pt x="11005" y="907"/>
                </a:lnTo>
                <a:cubicBezTo>
                  <a:pt x="11005" y="918"/>
                  <a:pt x="11004" y="930"/>
                  <a:pt x="11001" y="942"/>
                </a:cubicBezTo>
                <a:cubicBezTo>
                  <a:pt x="10999" y="954"/>
                  <a:pt x="10996" y="965"/>
                  <a:pt x="10991" y="976"/>
                </a:cubicBezTo>
                <a:cubicBezTo>
                  <a:pt x="10987" y="987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5"/>
                </a:cubicBezTo>
                <a:cubicBezTo>
                  <a:pt x="10943" y="1043"/>
                  <a:pt x="10934" y="1051"/>
                  <a:pt x="10924" y="1057"/>
                </a:cubicBezTo>
                <a:cubicBezTo>
                  <a:pt x="10915" y="1064"/>
                  <a:pt x="10904" y="1069"/>
                  <a:pt x="10893" y="1074"/>
                </a:cubicBezTo>
                <a:cubicBezTo>
                  <a:pt x="10882" y="1078"/>
                  <a:pt x="10871" y="1082"/>
                  <a:pt x="10859" y="1084"/>
                </a:cubicBezTo>
                <a:cubicBezTo>
                  <a:pt x="10847" y="1086"/>
                  <a:pt x="10836" y="1088"/>
                  <a:pt x="10824" y="1088"/>
                </a:cubicBezTo>
                <a:lnTo>
                  <a:pt x="182" y="1088"/>
                </a:lnTo>
                <a:cubicBezTo>
                  <a:pt x="170" y="1088"/>
                  <a:pt x="158" y="1086"/>
                  <a:pt x="146" y="1084"/>
                </a:cubicBezTo>
                <a:cubicBezTo>
                  <a:pt x="135" y="1082"/>
                  <a:pt x="123" y="1078"/>
                  <a:pt x="112" y="1074"/>
                </a:cubicBezTo>
                <a:cubicBezTo>
                  <a:pt x="101" y="1069"/>
                  <a:pt x="91" y="1064"/>
                  <a:pt x="81" y="1057"/>
                </a:cubicBezTo>
                <a:cubicBezTo>
                  <a:pt x="71" y="1051"/>
                  <a:pt x="62" y="1043"/>
                  <a:pt x="54" y="1035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7"/>
                  <a:pt x="14" y="976"/>
                </a:cubicBezTo>
                <a:cubicBezTo>
                  <a:pt x="10" y="965"/>
                  <a:pt x="6" y="954"/>
                  <a:pt x="4" y="942"/>
                </a:cubicBezTo>
                <a:cubicBezTo>
                  <a:pt x="2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2" y="158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6130080" y="172584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2"/>
                </a:lnTo>
                <a:lnTo>
                  <a:pt x="182" y="203"/>
                </a:lnTo>
                <a:lnTo>
                  <a:pt x="0" y="203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636480" y="185652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2413440" y="1724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972720" y="2059920"/>
            <a:ext cx="12600" cy="163080"/>
          </a:xfrm>
          <a:custGeom>
            <a:avLst/>
            <a:gdLst/>
            <a:ahLst/>
            <a:rect l="0" t="0" r="r" b="b"/>
            <a:pathLst>
              <a:path w="35" h="453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9"/>
                </a:lnTo>
                <a:lnTo>
                  <a:pt x="0" y="339"/>
                </a:lnTo>
                <a:lnTo>
                  <a:pt x="0" y="271"/>
                </a:lnTo>
                <a:lnTo>
                  <a:pt x="35" y="271"/>
                </a:lnTo>
                <a:moveTo>
                  <a:pt x="35" y="408"/>
                </a:moveTo>
                <a:lnTo>
                  <a:pt x="35" y="453"/>
                </a:lnTo>
                <a:lnTo>
                  <a:pt x="0" y="453"/>
                </a:lnTo>
                <a:lnTo>
                  <a:pt x="0" y="408"/>
                </a:lnTo>
                <a:lnTo>
                  <a:pt x="35" y="408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938160" y="217368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783360" y="2255400"/>
            <a:ext cx="7995960" cy="1091880"/>
          </a:xfrm>
          <a:custGeom>
            <a:avLst/>
            <a:gdLst/>
            <a:ahLst/>
            <a:rect l="0" t="0" r="r" b="b"/>
            <a:pathLst>
              <a:path w="22211" h="3033">
                <a:moveTo>
                  <a:pt x="0" y="0"/>
                </a:moveTo>
                <a:lnTo>
                  <a:pt x="22211" y="0"/>
                </a:lnTo>
                <a:lnTo>
                  <a:pt x="22211" y="3033"/>
                </a:lnTo>
                <a:lnTo>
                  <a:pt x="0" y="30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779040" y="2251080"/>
            <a:ext cx="8004600" cy="1100520"/>
          </a:xfrm>
          <a:custGeom>
            <a:avLst/>
            <a:gdLst/>
            <a:ahLst/>
            <a:rect l="0" t="0" r="r" b="b"/>
            <a:pathLst>
              <a:path w="22235" h="3057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80"/>
                </a:moveTo>
                <a:lnTo>
                  <a:pt x="22235" y="193"/>
                </a:lnTo>
                <a:lnTo>
                  <a:pt x="22212" y="193"/>
                </a:lnTo>
                <a:lnTo>
                  <a:pt x="22212" y="80"/>
                </a:lnTo>
                <a:lnTo>
                  <a:pt x="22235" y="80"/>
                </a:lnTo>
                <a:moveTo>
                  <a:pt x="22235" y="261"/>
                </a:moveTo>
                <a:lnTo>
                  <a:pt x="22235" y="374"/>
                </a:lnTo>
                <a:lnTo>
                  <a:pt x="22212" y="374"/>
                </a:lnTo>
                <a:lnTo>
                  <a:pt x="22212" y="261"/>
                </a:lnTo>
                <a:lnTo>
                  <a:pt x="22235" y="261"/>
                </a:lnTo>
                <a:moveTo>
                  <a:pt x="22235" y="442"/>
                </a:moveTo>
                <a:lnTo>
                  <a:pt x="22235" y="555"/>
                </a:lnTo>
                <a:lnTo>
                  <a:pt x="22212" y="555"/>
                </a:lnTo>
                <a:lnTo>
                  <a:pt x="22212" y="442"/>
                </a:lnTo>
                <a:lnTo>
                  <a:pt x="22235" y="442"/>
                </a:lnTo>
                <a:moveTo>
                  <a:pt x="22235" y="623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3"/>
                </a:lnTo>
                <a:lnTo>
                  <a:pt x="22235" y="623"/>
                </a:lnTo>
                <a:moveTo>
                  <a:pt x="22235" y="804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4"/>
                </a:lnTo>
                <a:lnTo>
                  <a:pt x="22235" y="804"/>
                </a:lnTo>
                <a:moveTo>
                  <a:pt x="22235" y="985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5"/>
                </a:lnTo>
                <a:lnTo>
                  <a:pt x="22235" y="985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9"/>
                </a:lnTo>
                <a:lnTo>
                  <a:pt x="22212" y="2729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10"/>
                </a:lnTo>
                <a:lnTo>
                  <a:pt x="22212" y="2910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7"/>
                </a:lnTo>
                <a:lnTo>
                  <a:pt x="22178" y="3057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7"/>
                </a:moveTo>
                <a:lnTo>
                  <a:pt x="21997" y="3057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7"/>
                </a:lnTo>
                <a:moveTo>
                  <a:pt x="21929" y="3057"/>
                </a:moveTo>
                <a:lnTo>
                  <a:pt x="21816" y="3057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7"/>
                </a:lnTo>
                <a:moveTo>
                  <a:pt x="21748" y="3057"/>
                </a:moveTo>
                <a:lnTo>
                  <a:pt x="21635" y="3057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7"/>
                </a:lnTo>
                <a:moveTo>
                  <a:pt x="21567" y="3057"/>
                </a:moveTo>
                <a:lnTo>
                  <a:pt x="21454" y="3057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7"/>
                </a:lnTo>
                <a:moveTo>
                  <a:pt x="21386" y="3057"/>
                </a:moveTo>
                <a:lnTo>
                  <a:pt x="21273" y="3057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7"/>
                </a:lnTo>
                <a:moveTo>
                  <a:pt x="21205" y="3057"/>
                </a:moveTo>
                <a:lnTo>
                  <a:pt x="21091" y="3057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7"/>
                </a:lnTo>
                <a:moveTo>
                  <a:pt x="21023" y="3057"/>
                </a:moveTo>
                <a:lnTo>
                  <a:pt x="20910" y="3057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7"/>
                </a:lnTo>
                <a:moveTo>
                  <a:pt x="20842" y="3057"/>
                </a:moveTo>
                <a:lnTo>
                  <a:pt x="20729" y="3057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7"/>
                </a:lnTo>
                <a:moveTo>
                  <a:pt x="20661" y="3057"/>
                </a:moveTo>
                <a:lnTo>
                  <a:pt x="20548" y="3057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7"/>
                </a:lnTo>
                <a:moveTo>
                  <a:pt x="20480" y="3057"/>
                </a:moveTo>
                <a:lnTo>
                  <a:pt x="20367" y="3057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7"/>
                </a:lnTo>
                <a:moveTo>
                  <a:pt x="20299" y="3057"/>
                </a:moveTo>
                <a:lnTo>
                  <a:pt x="20186" y="3057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7"/>
                </a:lnTo>
                <a:moveTo>
                  <a:pt x="20118" y="3057"/>
                </a:moveTo>
                <a:lnTo>
                  <a:pt x="20005" y="3057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7"/>
                </a:lnTo>
                <a:moveTo>
                  <a:pt x="19937" y="3057"/>
                </a:moveTo>
                <a:lnTo>
                  <a:pt x="19823" y="3057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7"/>
                </a:lnTo>
                <a:moveTo>
                  <a:pt x="19756" y="3057"/>
                </a:moveTo>
                <a:lnTo>
                  <a:pt x="19642" y="3057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7"/>
                </a:lnTo>
                <a:moveTo>
                  <a:pt x="19574" y="3057"/>
                </a:moveTo>
                <a:lnTo>
                  <a:pt x="19461" y="3057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7"/>
                </a:lnTo>
                <a:moveTo>
                  <a:pt x="19393" y="3057"/>
                </a:moveTo>
                <a:lnTo>
                  <a:pt x="19280" y="3057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7"/>
                </a:lnTo>
                <a:moveTo>
                  <a:pt x="19212" y="3057"/>
                </a:moveTo>
                <a:lnTo>
                  <a:pt x="19099" y="3057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7"/>
                </a:lnTo>
                <a:moveTo>
                  <a:pt x="19031" y="3057"/>
                </a:moveTo>
                <a:lnTo>
                  <a:pt x="18918" y="3057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7"/>
                </a:lnTo>
                <a:moveTo>
                  <a:pt x="18850" y="3057"/>
                </a:moveTo>
                <a:lnTo>
                  <a:pt x="18737" y="3057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7"/>
                </a:lnTo>
                <a:moveTo>
                  <a:pt x="18669" y="3057"/>
                </a:moveTo>
                <a:lnTo>
                  <a:pt x="18556" y="3057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7"/>
                </a:lnTo>
                <a:moveTo>
                  <a:pt x="18488" y="3057"/>
                </a:moveTo>
                <a:lnTo>
                  <a:pt x="18374" y="3057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7"/>
                </a:lnTo>
                <a:moveTo>
                  <a:pt x="18307" y="3057"/>
                </a:moveTo>
                <a:lnTo>
                  <a:pt x="18193" y="3057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7"/>
                </a:lnTo>
                <a:moveTo>
                  <a:pt x="18125" y="3057"/>
                </a:moveTo>
                <a:lnTo>
                  <a:pt x="18012" y="3057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7"/>
                </a:lnTo>
                <a:moveTo>
                  <a:pt x="17944" y="3057"/>
                </a:moveTo>
                <a:lnTo>
                  <a:pt x="17831" y="3057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7"/>
                </a:lnTo>
                <a:moveTo>
                  <a:pt x="17763" y="3057"/>
                </a:moveTo>
                <a:lnTo>
                  <a:pt x="17650" y="3057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7"/>
                </a:lnTo>
                <a:moveTo>
                  <a:pt x="17582" y="3057"/>
                </a:moveTo>
                <a:lnTo>
                  <a:pt x="17469" y="3057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7"/>
                </a:lnTo>
                <a:moveTo>
                  <a:pt x="17401" y="3057"/>
                </a:moveTo>
                <a:lnTo>
                  <a:pt x="17288" y="3057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7"/>
                </a:lnTo>
                <a:moveTo>
                  <a:pt x="17220" y="3057"/>
                </a:moveTo>
                <a:lnTo>
                  <a:pt x="17107" y="3057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7"/>
                </a:lnTo>
                <a:moveTo>
                  <a:pt x="17039" y="3057"/>
                </a:moveTo>
                <a:lnTo>
                  <a:pt x="16925" y="3057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7"/>
                </a:lnTo>
                <a:moveTo>
                  <a:pt x="16858" y="3057"/>
                </a:moveTo>
                <a:lnTo>
                  <a:pt x="16744" y="3057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7"/>
                </a:lnTo>
                <a:moveTo>
                  <a:pt x="16676" y="3057"/>
                </a:moveTo>
                <a:lnTo>
                  <a:pt x="16563" y="3057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7"/>
                </a:lnTo>
                <a:moveTo>
                  <a:pt x="16495" y="3057"/>
                </a:moveTo>
                <a:lnTo>
                  <a:pt x="16382" y="3057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7"/>
                </a:lnTo>
                <a:moveTo>
                  <a:pt x="16314" y="3057"/>
                </a:moveTo>
                <a:lnTo>
                  <a:pt x="16201" y="3057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7"/>
                </a:lnTo>
                <a:moveTo>
                  <a:pt x="16133" y="3057"/>
                </a:moveTo>
                <a:lnTo>
                  <a:pt x="16020" y="3057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7"/>
                </a:lnTo>
                <a:moveTo>
                  <a:pt x="15952" y="3057"/>
                </a:moveTo>
                <a:lnTo>
                  <a:pt x="15839" y="3057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7"/>
                </a:lnTo>
                <a:moveTo>
                  <a:pt x="15771" y="3057"/>
                </a:moveTo>
                <a:lnTo>
                  <a:pt x="15658" y="3057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7"/>
                </a:lnTo>
                <a:moveTo>
                  <a:pt x="15590" y="3057"/>
                </a:moveTo>
                <a:lnTo>
                  <a:pt x="15476" y="3057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7"/>
                </a:lnTo>
                <a:moveTo>
                  <a:pt x="15409" y="3057"/>
                </a:moveTo>
                <a:lnTo>
                  <a:pt x="15295" y="3057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7"/>
                </a:lnTo>
                <a:moveTo>
                  <a:pt x="15227" y="3057"/>
                </a:moveTo>
                <a:lnTo>
                  <a:pt x="15114" y="3057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7"/>
                </a:lnTo>
                <a:moveTo>
                  <a:pt x="15046" y="3057"/>
                </a:moveTo>
                <a:lnTo>
                  <a:pt x="14933" y="3057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7"/>
                </a:lnTo>
                <a:moveTo>
                  <a:pt x="14865" y="3057"/>
                </a:moveTo>
                <a:lnTo>
                  <a:pt x="14752" y="3057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7"/>
                </a:lnTo>
                <a:moveTo>
                  <a:pt x="14684" y="3057"/>
                </a:moveTo>
                <a:lnTo>
                  <a:pt x="14571" y="3057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7"/>
                </a:lnTo>
                <a:moveTo>
                  <a:pt x="14503" y="3057"/>
                </a:moveTo>
                <a:lnTo>
                  <a:pt x="14390" y="3057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7"/>
                </a:lnTo>
                <a:moveTo>
                  <a:pt x="14322" y="3057"/>
                </a:moveTo>
                <a:lnTo>
                  <a:pt x="14209" y="3057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7"/>
                </a:lnTo>
                <a:moveTo>
                  <a:pt x="14141" y="3057"/>
                </a:moveTo>
                <a:lnTo>
                  <a:pt x="14027" y="3057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7"/>
                </a:lnTo>
                <a:moveTo>
                  <a:pt x="13959" y="3057"/>
                </a:moveTo>
                <a:lnTo>
                  <a:pt x="13846" y="3057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7"/>
                </a:lnTo>
                <a:moveTo>
                  <a:pt x="13778" y="3057"/>
                </a:moveTo>
                <a:lnTo>
                  <a:pt x="13665" y="3057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7"/>
                </a:lnTo>
                <a:moveTo>
                  <a:pt x="13597" y="3057"/>
                </a:moveTo>
                <a:lnTo>
                  <a:pt x="13484" y="3057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7"/>
                </a:lnTo>
                <a:moveTo>
                  <a:pt x="13416" y="3057"/>
                </a:moveTo>
                <a:lnTo>
                  <a:pt x="13303" y="3057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7"/>
                </a:lnTo>
                <a:moveTo>
                  <a:pt x="13235" y="3057"/>
                </a:moveTo>
                <a:lnTo>
                  <a:pt x="13122" y="3057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7"/>
                </a:lnTo>
                <a:moveTo>
                  <a:pt x="13054" y="3057"/>
                </a:moveTo>
                <a:lnTo>
                  <a:pt x="12941" y="3057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7"/>
                </a:lnTo>
                <a:moveTo>
                  <a:pt x="12873" y="3057"/>
                </a:moveTo>
                <a:lnTo>
                  <a:pt x="12760" y="3057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7"/>
                </a:lnTo>
                <a:moveTo>
                  <a:pt x="12692" y="3057"/>
                </a:moveTo>
                <a:lnTo>
                  <a:pt x="12578" y="3057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7"/>
                </a:lnTo>
                <a:moveTo>
                  <a:pt x="12510" y="3057"/>
                </a:moveTo>
                <a:lnTo>
                  <a:pt x="12397" y="3057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7"/>
                </a:lnTo>
                <a:moveTo>
                  <a:pt x="12329" y="3057"/>
                </a:moveTo>
                <a:lnTo>
                  <a:pt x="12216" y="3057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7"/>
                </a:lnTo>
                <a:moveTo>
                  <a:pt x="12148" y="3057"/>
                </a:moveTo>
                <a:lnTo>
                  <a:pt x="12035" y="3057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7"/>
                </a:lnTo>
                <a:moveTo>
                  <a:pt x="11967" y="3057"/>
                </a:moveTo>
                <a:lnTo>
                  <a:pt x="11854" y="3057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7"/>
                </a:lnTo>
                <a:moveTo>
                  <a:pt x="11786" y="3057"/>
                </a:moveTo>
                <a:lnTo>
                  <a:pt x="11673" y="3057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7"/>
                </a:lnTo>
                <a:moveTo>
                  <a:pt x="11605" y="3057"/>
                </a:moveTo>
                <a:lnTo>
                  <a:pt x="11492" y="3057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7"/>
                </a:lnTo>
                <a:moveTo>
                  <a:pt x="11424" y="3057"/>
                </a:moveTo>
                <a:lnTo>
                  <a:pt x="11311" y="3057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7"/>
                </a:lnTo>
                <a:moveTo>
                  <a:pt x="11243" y="3057"/>
                </a:moveTo>
                <a:lnTo>
                  <a:pt x="11129" y="3057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7"/>
                </a:lnTo>
                <a:moveTo>
                  <a:pt x="11061" y="3057"/>
                </a:moveTo>
                <a:lnTo>
                  <a:pt x="10948" y="3057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7"/>
                </a:lnTo>
                <a:moveTo>
                  <a:pt x="10880" y="3057"/>
                </a:moveTo>
                <a:lnTo>
                  <a:pt x="10767" y="3057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7"/>
                </a:lnTo>
                <a:moveTo>
                  <a:pt x="10699" y="3057"/>
                </a:moveTo>
                <a:lnTo>
                  <a:pt x="10586" y="3057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7"/>
                </a:lnTo>
                <a:moveTo>
                  <a:pt x="10518" y="3057"/>
                </a:moveTo>
                <a:lnTo>
                  <a:pt x="10405" y="3057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7"/>
                </a:lnTo>
                <a:moveTo>
                  <a:pt x="10337" y="3057"/>
                </a:moveTo>
                <a:lnTo>
                  <a:pt x="10224" y="3057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7"/>
                </a:lnTo>
                <a:moveTo>
                  <a:pt x="10156" y="3057"/>
                </a:moveTo>
                <a:lnTo>
                  <a:pt x="10043" y="3057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7"/>
                </a:lnTo>
                <a:moveTo>
                  <a:pt x="9975" y="3057"/>
                </a:moveTo>
                <a:lnTo>
                  <a:pt x="9861" y="3057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7"/>
                </a:lnTo>
                <a:moveTo>
                  <a:pt x="9794" y="3057"/>
                </a:moveTo>
                <a:lnTo>
                  <a:pt x="9680" y="3057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7"/>
                </a:lnTo>
                <a:moveTo>
                  <a:pt x="9612" y="3057"/>
                </a:moveTo>
                <a:lnTo>
                  <a:pt x="9499" y="3057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7"/>
                </a:lnTo>
                <a:moveTo>
                  <a:pt x="9431" y="3057"/>
                </a:moveTo>
                <a:lnTo>
                  <a:pt x="9318" y="3057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7"/>
                </a:lnTo>
                <a:moveTo>
                  <a:pt x="9250" y="3057"/>
                </a:moveTo>
                <a:lnTo>
                  <a:pt x="9137" y="3057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7"/>
                </a:lnTo>
                <a:moveTo>
                  <a:pt x="9069" y="3057"/>
                </a:moveTo>
                <a:lnTo>
                  <a:pt x="8956" y="3057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7"/>
                </a:lnTo>
                <a:moveTo>
                  <a:pt x="8887" y="3057"/>
                </a:moveTo>
                <a:lnTo>
                  <a:pt x="8774" y="3057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7"/>
                </a:lnTo>
                <a:moveTo>
                  <a:pt x="8706" y="3057"/>
                </a:moveTo>
                <a:lnTo>
                  <a:pt x="8593" y="3057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7"/>
                </a:lnTo>
                <a:moveTo>
                  <a:pt x="8525" y="3057"/>
                </a:moveTo>
                <a:lnTo>
                  <a:pt x="8411" y="3057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7"/>
                </a:lnTo>
                <a:moveTo>
                  <a:pt x="8344" y="3057"/>
                </a:moveTo>
                <a:lnTo>
                  <a:pt x="8230" y="3057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7"/>
                </a:lnTo>
                <a:moveTo>
                  <a:pt x="8162" y="3057"/>
                </a:moveTo>
                <a:lnTo>
                  <a:pt x="8049" y="3057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7"/>
                </a:lnTo>
                <a:moveTo>
                  <a:pt x="7981" y="3057"/>
                </a:moveTo>
                <a:lnTo>
                  <a:pt x="7868" y="3057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7"/>
                </a:lnTo>
                <a:moveTo>
                  <a:pt x="7800" y="3057"/>
                </a:moveTo>
                <a:lnTo>
                  <a:pt x="7687" y="3057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7"/>
                </a:lnTo>
                <a:moveTo>
                  <a:pt x="7619" y="3057"/>
                </a:moveTo>
                <a:lnTo>
                  <a:pt x="7506" y="3057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7"/>
                </a:lnTo>
                <a:moveTo>
                  <a:pt x="7438" y="3057"/>
                </a:moveTo>
                <a:lnTo>
                  <a:pt x="7325" y="3057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7"/>
                </a:lnTo>
                <a:moveTo>
                  <a:pt x="7257" y="3057"/>
                </a:moveTo>
                <a:lnTo>
                  <a:pt x="7144" y="3057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7"/>
                </a:lnTo>
                <a:moveTo>
                  <a:pt x="7076" y="3057"/>
                </a:moveTo>
                <a:lnTo>
                  <a:pt x="6962" y="3057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7"/>
                </a:lnTo>
                <a:moveTo>
                  <a:pt x="6895" y="3057"/>
                </a:moveTo>
                <a:lnTo>
                  <a:pt x="6781" y="3057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7"/>
                </a:lnTo>
                <a:moveTo>
                  <a:pt x="6713" y="3057"/>
                </a:moveTo>
                <a:lnTo>
                  <a:pt x="6600" y="3057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7"/>
                </a:lnTo>
                <a:moveTo>
                  <a:pt x="6532" y="3057"/>
                </a:moveTo>
                <a:lnTo>
                  <a:pt x="6419" y="3057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7"/>
                </a:lnTo>
                <a:moveTo>
                  <a:pt x="6351" y="3057"/>
                </a:moveTo>
                <a:lnTo>
                  <a:pt x="6238" y="3057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7"/>
                </a:lnTo>
                <a:moveTo>
                  <a:pt x="6170" y="3057"/>
                </a:moveTo>
                <a:lnTo>
                  <a:pt x="6057" y="3057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7"/>
                </a:lnTo>
                <a:moveTo>
                  <a:pt x="5989" y="3057"/>
                </a:moveTo>
                <a:lnTo>
                  <a:pt x="5876" y="3057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7"/>
                </a:lnTo>
                <a:moveTo>
                  <a:pt x="5808" y="3057"/>
                </a:moveTo>
                <a:lnTo>
                  <a:pt x="5695" y="3057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7"/>
                </a:lnTo>
                <a:moveTo>
                  <a:pt x="5627" y="3057"/>
                </a:moveTo>
                <a:lnTo>
                  <a:pt x="5513" y="3057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7"/>
                </a:lnTo>
                <a:moveTo>
                  <a:pt x="5446" y="3057"/>
                </a:moveTo>
                <a:lnTo>
                  <a:pt x="5332" y="3057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7"/>
                </a:lnTo>
                <a:moveTo>
                  <a:pt x="5264" y="3057"/>
                </a:moveTo>
                <a:lnTo>
                  <a:pt x="5151" y="3057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7"/>
                </a:lnTo>
                <a:moveTo>
                  <a:pt x="5083" y="3057"/>
                </a:moveTo>
                <a:lnTo>
                  <a:pt x="4970" y="3057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7"/>
                </a:lnTo>
                <a:moveTo>
                  <a:pt x="4902" y="3057"/>
                </a:moveTo>
                <a:lnTo>
                  <a:pt x="4789" y="3057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7"/>
                </a:lnTo>
                <a:moveTo>
                  <a:pt x="4721" y="3057"/>
                </a:moveTo>
                <a:lnTo>
                  <a:pt x="4608" y="3057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7"/>
                </a:lnTo>
                <a:moveTo>
                  <a:pt x="4540" y="3057"/>
                </a:moveTo>
                <a:lnTo>
                  <a:pt x="4427" y="3057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7"/>
                </a:lnTo>
                <a:moveTo>
                  <a:pt x="4359" y="3057"/>
                </a:moveTo>
                <a:lnTo>
                  <a:pt x="4246" y="3057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7"/>
                </a:lnTo>
                <a:moveTo>
                  <a:pt x="4178" y="3057"/>
                </a:moveTo>
                <a:lnTo>
                  <a:pt x="4064" y="3057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7"/>
                </a:lnTo>
                <a:moveTo>
                  <a:pt x="3996" y="3057"/>
                </a:moveTo>
                <a:lnTo>
                  <a:pt x="3883" y="3057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7"/>
                </a:lnTo>
                <a:moveTo>
                  <a:pt x="3815" y="3057"/>
                </a:moveTo>
                <a:lnTo>
                  <a:pt x="3702" y="3057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7"/>
                </a:lnTo>
                <a:moveTo>
                  <a:pt x="3634" y="3057"/>
                </a:moveTo>
                <a:lnTo>
                  <a:pt x="3521" y="3057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7"/>
                </a:lnTo>
                <a:moveTo>
                  <a:pt x="3453" y="3057"/>
                </a:moveTo>
                <a:lnTo>
                  <a:pt x="3340" y="3057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7"/>
                </a:lnTo>
                <a:moveTo>
                  <a:pt x="3272" y="3057"/>
                </a:moveTo>
                <a:lnTo>
                  <a:pt x="3159" y="3057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7"/>
                </a:lnTo>
                <a:moveTo>
                  <a:pt x="3091" y="3057"/>
                </a:moveTo>
                <a:lnTo>
                  <a:pt x="2978" y="3057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7"/>
                </a:lnTo>
                <a:moveTo>
                  <a:pt x="2910" y="3057"/>
                </a:moveTo>
                <a:lnTo>
                  <a:pt x="2797" y="3057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7"/>
                </a:lnTo>
                <a:moveTo>
                  <a:pt x="2729" y="3057"/>
                </a:moveTo>
                <a:lnTo>
                  <a:pt x="2615" y="3057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7"/>
                </a:lnTo>
                <a:moveTo>
                  <a:pt x="2547" y="3057"/>
                </a:moveTo>
                <a:lnTo>
                  <a:pt x="2434" y="3057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7"/>
                </a:lnTo>
                <a:moveTo>
                  <a:pt x="2366" y="3057"/>
                </a:moveTo>
                <a:lnTo>
                  <a:pt x="2253" y="3057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7"/>
                </a:lnTo>
                <a:moveTo>
                  <a:pt x="2185" y="3057"/>
                </a:moveTo>
                <a:lnTo>
                  <a:pt x="2072" y="3057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7"/>
                </a:lnTo>
                <a:moveTo>
                  <a:pt x="2004" y="3057"/>
                </a:moveTo>
                <a:lnTo>
                  <a:pt x="1891" y="3057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7"/>
                </a:lnTo>
                <a:moveTo>
                  <a:pt x="1823" y="3057"/>
                </a:moveTo>
                <a:lnTo>
                  <a:pt x="1710" y="3057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7"/>
                </a:lnTo>
                <a:moveTo>
                  <a:pt x="1642" y="3057"/>
                </a:moveTo>
                <a:lnTo>
                  <a:pt x="1529" y="3057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7"/>
                </a:lnTo>
                <a:moveTo>
                  <a:pt x="1461" y="3057"/>
                </a:moveTo>
                <a:lnTo>
                  <a:pt x="1347" y="3057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7"/>
                </a:lnTo>
                <a:moveTo>
                  <a:pt x="1280" y="3057"/>
                </a:moveTo>
                <a:lnTo>
                  <a:pt x="1166" y="3057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7"/>
                </a:lnTo>
                <a:moveTo>
                  <a:pt x="1098" y="3057"/>
                </a:moveTo>
                <a:lnTo>
                  <a:pt x="985" y="3057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7"/>
                </a:lnTo>
                <a:moveTo>
                  <a:pt x="917" y="3057"/>
                </a:moveTo>
                <a:lnTo>
                  <a:pt x="804" y="3057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7"/>
                </a:lnTo>
                <a:moveTo>
                  <a:pt x="736" y="3057"/>
                </a:moveTo>
                <a:lnTo>
                  <a:pt x="623" y="3057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7"/>
                </a:lnTo>
                <a:moveTo>
                  <a:pt x="555" y="3057"/>
                </a:moveTo>
                <a:lnTo>
                  <a:pt x="442" y="3057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7"/>
                </a:lnTo>
                <a:moveTo>
                  <a:pt x="374" y="3057"/>
                </a:moveTo>
                <a:lnTo>
                  <a:pt x="261" y="3057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7"/>
                </a:lnTo>
                <a:moveTo>
                  <a:pt x="193" y="3057"/>
                </a:moveTo>
                <a:lnTo>
                  <a:pt x="80" y="3057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7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6"/>
                </a:lnTo>
                <a:lnTo>
                  <a:pt x="23" y="1846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5"/>
                </a:lnTo>
                <a:lnTo>
                  <a:pt x="23" y="1665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4"/>
                </a:lnTo>
                <a:lnTo>
                  <a:pt x="23" y="1484"/>
                </a:lnTo>
                <a:lnTo>
                  <a:pt x="23" y="1597"/>
                </a:lnTo>
                <a:lnTo>
                  <a:pt x="0" y="1597"/>
                </a:lnTo>
                <a:moveTo>
                  <a:pt x="0" y="1416"/>
                </a:moveTo>
                <a:lnTo>
                  <a:pt x="0" y="1302"/>
                </a:lnTo>
                <a:lnTo>
                  <a:pt x="23" y="1302"/>
                </a:lnTo>
                <a:lnTo>
                  <a:pt x="23" y="1416"/>
                </a:lnTo>
                <a:lnTo>
                  <a:pt x="0" y="1416"/>
                </a:lnTo>
                <a:moveTo>
                  <a:pt x="0" y="1234"/>
                </a:moveTo>
                <a:lnTo>
                  <a:pt x="0" y="1121"/>
                </a:lnTo>
                <a:lnTo>
                  <a:pt x="23" y="1121"/>
                </a:lnTo>
                <a:lnTo>
                  <a:pt x="23" y="1234"/>
                </a:lnTo>
                <a:lnTo>
                  <a:pt x="0" y="1234"/>
                </a:lnTo>
                <a:moveTo>
                  <a:pt x="0" y="1053"/>
                </a:moveTo>
                <a:lnTo>
                  <a:pt x="0" y="940"/>
                </a:lnTo>
                <a:lnTo>
                  <a:pt x="23" y="940"/>
                </a:lnTo>
                <a:lnTo>
                  <a:pt x="23" y="1053"/>
                </a:lnTo>
                <a:lnTo>
                  <a:pt x="0" y="1053"/>
                </a:lnTo>
                <a:moveTo>
                  <a:pt x="0" y="872"/>
                </a:moveTo>
                <a:lnTo>
                  <a:pt x="0" y="759"/>
                </a:lnTo>
                <a:lnTo>
                  <a:pt x="23" y="759"/>
                </a:lnTo>
                <a:lnTo>
                  <a:pt x="23" y="872"/>
                </a:lnTo>
                <a:lnTo>
                  <a:pt x="0" y="872"/>
                </a:lnTo>
                <a:moveTo>
                  <a:pt x="0" y="691"/>
                </a:moveTo>
                <a:lnTo>
                  <a:pt x="0" y="578"/>
                </a:lnTo>
                <a:lnTo>
                  <a:pt x="23" y="578"/>
                </a:lnTo>
                <a:lnTo>
                  <a:pt x="23" y="691"/>
                </a:lnTo>
                <a:lnTo>
                  <a:pt x="0" y="691"/>
                </a:lnTo>
                <a:moveTo>
                  <a:pt x="0" y="510"/>
                </a:moveTo>
                <a:lnTo>
                  <a:pt x="0" y="397"/>
                </a:lnTo>
                <a:lnTo>
                  <a:pt x="23" y="397"/>
                </a:lnTo>
                <a:lnTo>
                  <a:pt x="23" y="510"/>
                </a:lnTo>
                <a:lnTo>
                  <a:pt x="0" y="510"/>
                </a:lnTo>
                <a:moveTo>
                  <a:pt x="0" y="329"/>
                </a:moveTo>
                <a:lnTo>
                  <a:pt x="0" y="215"/>
                </a:lnTo>
                <a:lnTo>
                  <a:pt x="23" y="215"/>
                </a:lnTo>
                <a:lnTo>
                  <a:pt x="23" y="329"/>
                </a:lnTo>
                <a:lnTo>
                  <a:pt x="0" y="329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616240" y="23205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8616240" y="23490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2413440" y="185652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865080" y="231156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897480" y="273600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893160" y="2732040"/>
            <a:ext cx="7808760" cy="537840"/>
          </a:xfrm>
          <a:custGeom>
            <a:avLst/>
            <a:gdLst/>
            <a:ahLst/>
            <a:rect l="0" t="0" r="r" b="b"/>
            <a:pathLst>
              <a:path w="21691" h="1494">
                <a:moveTo>
                  <a:pt x="193" y="0"/>
                </a:moveTo>
                <a:lnTo>
                  <a:pt x="306" y="0"/>
                </a:lnTo>
                <a:lnTo>
                  <a:pt x="306" y="22"/>
                </a:lnTo>
                <a:lnTo>
                  <a:pt x="193" y="22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2"/>
                </a:lnTo>
                <a:lnTo>
                  <a:pt x="374" y="22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2"/>
                </a:lnTo>
                <a:lnTo>
                  <a:pt x="555" y="22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2"/>
                </a:lnTo>
                <a:lnTo>
                  <a:pt x="736" y="22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2"/>
                </a:lnTo>
                <a:lnTo>
                  <a:pt x="917" y="22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2"/>
                </a:lnTo>
                <a:lnTo>
                  <a:pt x="1098" y="22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2"/>
                </a:lnTo>
                <a:lnTo>
                  <a:pt x="1280" y="22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2"/>
                </a:lnTo>
                <a:lnTo>
                  <a:pt x="1461" y="22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2"/>
                </a:lnTo>
                <a:lnTo>
                  <a:pt x="1642" y="22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2"/>
                </a:lnTo>
                <a:lnTo>
                  <a:pt x="1823" y="22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2"/>
                </a:lnTo>
                <a:lnTo>
                  <a:pt x="2004" y="22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2"/>
                </a:lnTo>
                <a:lnTo>
                  <a:pt x="2185" y="22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2"/>
                </a:lnTo>
                <a:lnTo>
                  <a:pt x="2366" y="22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2"/>
                </a:lnTo>
                <a:lnTo>
                  <a:pt x="2547" y="22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2"/>
                </a:lnTo>
                <a:lnTo>
                  <a:pt x="2729" y="22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2"/>
                </a:lnTo>
                <a:lnTo>
                  <a:pt x="2910" y="22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2"/>
                </a:lnTo>
                <a:lnTo>
                  <a:pt x="3091" y="22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2"/>
                </a:lnTo>
                <a:lnTo>
                  <a:pt x="3272" y="22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2"/>
                </a:lnTo>
                <a:lnTo>
                  <a:pt x="3453" y="22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2"/>
                </a:lnTo>
                <a:lnTo>
                  <a:pt x="3634" y="22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2"/>
                </a:lnTo>
                <a:lnTo>
                  <a:pt x="3815" y="22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2"/>
                </a:lnTo>
                <a:lnTo>
                  <a:pt x="3996" y="22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2"/>
                </a:lnTo>
                <a:lnTo>
                  <a:pt x="4178" y="22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2"/>
                </a:lnTo>
                <a:lnTo>
                  <a:pt x="4359" y="22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2"/>
                </a:lnTo>
                <a:lnTo>
                  <a:pt x="4540" y="22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2"/>
                </a:lnTo>
                <a:lnTo>
                  <a:pt x="4721" y="22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2"/>
                </a:lnTo>
                <a:lnTo>
                  <a:pt x="4902" y="22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2"/>
                </a:lnTo>
                <a:lnTo>
                  <a:pt x="5083" y="22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2"/>
                </a:lnTo>
                <a:lnTo>
                  <a:pt x="5264" y="22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2"/>
                </a:lnTo>
                <a:lnTo>
                  <a:pt x="5445" y="22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2"/>
                </a:lnTo>
                <a:lnTo>
                  <a:pt x="5627" y="22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2"/>
                </a:lnTo>
                <a:lnTo>
                  <a:pt x="5808" y="22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2"/>
                </a:lnTo>
                <a:lnTo>
                  <a:pt x="5989" y="22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2"/>
                </a:lnTo>
                <a:lnTo>
                  <a:pt x="6170" y="22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2"/>
                </a:lnTo>
                <a:lnTo>
                  <a:pt x="6351" y="22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2"/>
                </a:lnTo>
                <a:lnTo>
                  <a:pt x="6532" y="22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2"/>
                </a:lnTo>
                <a:lnTo>
                  <a:pt x="6713" y="22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2"/>
                </a:lnTo>
                <a:lnTo>
                  <a:pt x="6894" y="22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2"/>
                </a:lnTo>
                <a:lnTo>
                  <a:pt x="7076" y="22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2"/>
                </a:lnTo>
                <a:lnTo>
                  <a:pt x="7257" y="22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2"/>
                </a:lnTo>
                <a:lnTo>
                  <a:pt x="7438" y="22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2"/>
                </a:lnTo>
                <a:lnTo>
                  <a:pt x="7619" y="22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2"/>
                </a:lnTo>
                <a:lnTo>
                  <a:pt x="7800" y="22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2"/>
                </a:lnTo>
                <a:lnTo>
                  <a:pt x="7981" y="22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2"/>
                </a:lnTo>
                <a:lnTo>
                  <a:pt x="8162" y="22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2"/>
                </a:lnTo>
                <a:lnTo>
                  <a:pt x="8344" y="22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2"/>
                </a:lnTo>
                <a:lnTo>
                  <a:pt x="8526" y="22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2"/>
                </a:lnTo>
                <a:lnTo>
                  <a:pt x="8707" y="22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2"/>
                </a:lnTo>
                <a:lnTo>
                  <a:pt x="8888" y="22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2"/>
                </a:lnTo>
                <a:lnTo>
                  <a:pt x="9069" y="22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2"/>
                </a:lnTo>
                <a:lnTo>
                  <a:pt x="9250" y="22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2"/>
                </a:lnTo>
                <a:lnTo>
                  <a:pt x="9431" y="22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2"/>
                </a:lnTo>
                <a:lnTo>
                  <a:pt x="9612" y="22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2"/>
                </a:lnTo>
                <a:lnTo>
                  <a:pt x="9794" y="22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2"/>
                </a:lnTo>
                <a:lnTo>
                  <a:pt x="9975" y="22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2"/>
                </a:lnTo>
                <a:lnTo>
                  <a:pt x="10156" y="22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2"/>
                </a:lnTo>
                <a:lnTo>
                  <a:pt x="10337" y="22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2"/>
                </a:lnTo>
                <a:lnTo>
                  <a:pt x="10518" y="22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2"/>
                </a:lnTo>
                <a:lnTo>
                  <a:pt x="10699" y="22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2"/>
                </a:lnTo>
                <a:lnTo>
                  <a:pt x="10880" y="22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2"/>
                </a:lnTo>
                <a:lnTo>
                  <a:pt x="11061" y="22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2"/>
                </a:lnTo>
                <a:lnTo>
                  <a:pt x="11243" y="22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2"/>
                </a:lnTo>
                <a:lnTo>
                  <a:pt x="11424" y="22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2"/>
                </a:lnTo>
                <a:lnTo>
                  <a:pt x="11605" y="22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2"/>
                </a:lnTo>
                <a:lnTo>
                  <a:pt x="11786" y="22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2"/>
                </a:lnTo>
                <a:lnTo>
                  <a:pt x="11967" y="22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2"/>
                </a:lnTo>
                <a:lnTo>
                  <a:pt x="12148" y="22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2"/>
                </a:lnTo>
                <a:lnTo>
                  <a:pt x="12329" y="22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2"/>
                </a:lnTo>
                <a:lnTo>
                  <a:pt x="12510" y="22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2"/>
                </a:lnTo>
                <a:lnTo>
                  <a:pt x="12692" y="22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2"/>
                </a:lnTo>
                <a:lnTo>
                  <a:pt x="12873" y="22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2"/>
                </a:lnTo>
                <a:lnTo>
                  <a:pt x="13054" y="22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2"/>
                </a:lnTo>
                <a:lnTo>
                  <a:pt x="13235" y="22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2"/>
                </a:lnTo>
                <a:lnTo>
                  <a:pt x="13416" y="22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2"/>
                </a:lnTo>
                <a:lnTo>
                  <a:pt x="13597" y="22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2"/>
                </a:lnTo>
                <a:lnTo>
                  <a:pt x="13778" y="22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2"/>
                </a:lnTo>
                <a:lnTo>
                  <a:pt x="13959" y="22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2"/>
                </a:lnTo>
                <a:lnTo>
                  <a:pt x="14141" y="22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2"/>
                </a:lnTo>
                <a:lnTo>
                  <a:pt x="14503" y="22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2"/>
                </a:lnTo>
                <a:lnTo>
                  <a:pt x="14684" y="22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2"/>
                </a:lnTo>
                <a:lnTo>
                  <a:pt x="14865" y="22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2"/>
                </a:lnTo>
                <a:lnTo>
                  <a:pt x="15046" y="22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2"/>
                </a:lnTo>
                <a:lnTo>
                  <a:pt x="15227" y="22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2"/>
                </a:lnTo>
                <a:lnTo>
                  <a:pt x="15408" y="22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2"/>
                </a:lnTo>
                <a:lnTo>
                  <a:pt x="15590" y="22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2"/>
                </a:lnTo>
                <a:lnTo>
                  <a:pt x="15771" y="22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2"/>
                </a:lnTo>
                <a:lnTo>
                  <a:pt x="15952" y="22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2"/>
                </a:lnTo>
                <a:lnTo>
                  <a:pt x="16133" y="22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2"/>
                </a:lnTo>
                <a:lnTo>
                  <a:pt x="16314" y="22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2"/>
                </a:lnTo>
                <a:lnTo>
                  <a:pt x="16495" y="22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2"/>
                </a:lnTo>
                <a:lnTo>
                  <a:pt x="16676" y="22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2"/>
                </a:lnTo>
                <a:lnTo>
                  <a:pt x="16858" y="22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2"/>
                </a:lnTo>
                <a:lnTo>
                  <a:pt x="17039" y="22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2"/>
                </a:lnTo>
                <a:lnTo>
                  <a:pt x="17220" y="22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2"/>
                </a:lnTo>
                <a:lnTo>
                  <a:pt x="17401" y="22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2"/>
                </a:lnTo>
                <a:lnTo>
                  <a:pt x="17582" y="22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2"/>
                </a:lnTo>
                <a:lnTo>
                  <a:pt x="17763" y="22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2"/>
                </a:lnTo>
                <a:lnTo>
                  <a:pt x="17944" y="22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2"/>
                </a:lnTo>
                <a:lnTo>
                  <a:pt x="18125" y="22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2"/>
                </a:lnTo>
                <a:lnTo>
                  <a:pt x="18307" y="22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2"/>
                </a:lnTo>
                <a:lnTo>
                  <a:pt x="18488" y="22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2"/>
                </a:lnTo>
                <a:lnTo>
                  <a:pt x="18669" y="22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2"/>
                </a:lnTo>
                <a:lnTo>
                  <a:pt x="18850" y="22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2"/>
                </a:lnTo>
                <a:lnTo>
                  <a:pt x="19031" y="22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2"/>
                </a:lnTo>
                <a:lnTo>
                  <a:pt x="19212" y="22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2"/>
                </a:lnTo>
                <a:lnTo>
                  <a:pt x="19393" y="22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2"/>
                </a:lnTo>
                <a:lnTo>
                  <a:pt x="19574" y="22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2"/>
                </a:lnTo>
                <a:lnTo>
                  <a:pt x="19756" y="22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2"/>
                </a:lnTo>
                <a:lnTo>
                  <a:pt x="19937" y="22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2"/>
                </a:lnTo>
                <a:lnTo>
                  <a:pt x="20118" y="22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2"/>
                </a:lnTo>
                <a:lnTo>
                  <a:pt x="20299" y="22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2"/>
                </a:lnTo>
                <a:lnTo>
                  <a:pt x="20480" y="22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2"/>
                </a:lnTo>
                <a:lnTo>
                  <a:pt x="20661" y="22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2"/>
                </a:lnTo>
                <a:lnTo>
                  <a:pt x="20842" y="22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2"/>
                </a:lnTo>
                <a:lnTo>
                  <a:pt x="21023" y="22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2"/>
                </a:lnTo>
                <a:lnTo>
                  <a:pt x="21205" y="22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2"/>
                </a:lnTo>
                <a:lnTo>
                  <a:pt x="21386" y="22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2"/>
                </a:lnTo>
                <a:lnTo>
                  <a:pt x="21567" y="22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2"/>
                </a:lnTo>
                <a:lnTo>
                  <a:pt x="21669" y="192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0"/>
                </a:moveTo>
                <a:lnTo>
                  <a:pt x="21691" y="373"/>
                </a:lnTo>
                <a:lnTo>
                  <a:pt x="21669" y="373"/>
                </a:lnTo>
                <a:lnTo>
                  <a:pt x="21669" y="260"/>
                </a:lnTo>
                <a:lnTo>
                  <a:pt x="21691" y="260"/>
                </a:lnTo>
                <a:moveTo>
                  <a:pt x="21691" y="441"/>
                </a:moveTo>
                <a:lnTo>
                  <a:pt x="21691" y="554"/>
                </a:lnTo>
                <a:lnTo>
                  <a:pt x="21669" y="554"/>
                </a:lnTo>
                <a:lnTo>
                  <a:pt x="21669" y="441"/>
                </a:lnTo>
                <a:lnTo>
                  <a:pt x="21691" y="441"/>
                </a:lnTo>
                <a:moveTo>
                  <a:pt x="21691" y="622"/>
                </a:moveTo>
                <a:lnTo>
                  <a:pt x="21691" y="736"/>
                </a:lnTo>
                <a:lnTo>
                  <a:pt x="21669" y="736"/>
                </a:lnTo>
                <a:lnTo>
                  <a:pt x="21669" y="622"/>
                </a:lnTo>
                <a:lnTo>
                  <a:pt x="21691" y="622"/>
                </a:lnTo>
                <a:moveTo>
                  <a:pt x="21691" y="804"/>
                </a:moveTo>
                <a:lnTo>
                  <a:pt x="21691" y="917"/>
                </a:lnTo>
                <a:lnTo>
                  <a:pt x="21669" y="917"/>
                </a:lnTo>
                <a:lnTo>
                  <a:pt x="21669" y="804"/>
                </a:lnTo>
                <a:lnTo>
                  <a:pt x="21691" y="804"/>
                </a:lnTo>
                <a:moveTo>
                  <a:pt x="21691" y="985"/>
                </a:moveTo>
                <a:lnTo>
                  <a:pt x="21691" y="1098"/>
                </a:lnTo>
                <a:lnTo>
                  <a:pt x="21669" y="1098"/>
                </a:lnTo>
                <a:lnTo>
                  <a:pt x="21669" y="985"/>
                </a:lnTo>
                <a:lnTo>
                  <a:pt x="21691" y="985"/>
                </a:lnTo>
                <a:moveTo>
                  <a:pt x="21691" y="1166"/>
                </a:moveTo>
                <a:lnTo>
                  <a:pt x="21691" y="1279"/>
                </a:lnTo>
                <a:lnTo>
                  <a:pt x="21669" y="1279"/>
                </a:lnTo>
                <a:lnTo>
                  <a:pt x="21669" y="1166"/>
                </a:lnTo>
                <a:lnTo>
                  <a:pt x="21691" y="1166"/>
                </a:lnTo>
                <a:moveTo>
                  <a:pt x="21691" y="1347"/>
                </a:moveTo>
                <a:lnTo>
                  <a:pt x="21691" y="1460"/>
                </a:lnTo>
                <a:lnTo>
                  <a:pt x="21669" y="1460"/>
                </a:lnTo>
                <a:lnTo>
                  <a:pt x="21669" y="1347"/>
                </a:lnTo>
                <a:lnTo>
                  <a:pt x="21691" y="1347"/>
                </a:lnTo>
                <a:moveTo>
                  <a:pt x="21635" y="1494"/>
                </a:moveTo>
                <a:lnTo>
                  <a:pt x="21522" y="1494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4"/>
                </a:lnTo>
                <a:moveTo>
                  <a:pt x="21454" y="1494"/>
                </a:moveTo>
                <a:lnTo>
                  <a:pt x="21340" y="1494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4"/>
                </a:lnTo>
                <a:moveTo>
                  <a:pt x="21272" y="1494"/>
                </a:moveTo>
                <a:lnTo>
                  <a:pt x="21159" y="1494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4"/>
                </a:lnTo>
                <a:moveTo>
                  <a:pt x="21091" y="1494"/>
                </a:moveTo>
                <a:lnTo>
                  <a:pt x="20978" y="1494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4"/>
                </a:lnTo>
                <a:moveTo>
                  <a:pt x="20910" y="1494"/>
                </a:moveTo>
                <a:lnTo>
                  <a:pt x="20797" y="1494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4"/>
                </a:lnTo>
                <a:moveTo>
                  <a:pt x="20729" y="1494"/>
                </a:moveTo>
                <a:lnTo>
                  <a:pt x="20616" y="1494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4"/>
                </a:lnTo>
                <a:moveTo>
                  <a:pt x="20548" y="1494"/>
                </a:moveTo>
                <a:lnTo>
                  <a:pt x="20435" y="1494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4"/>
                </a:lnTo>
                <a:moveTo>
                  <a:pt x="20367" y="1494"/>
                </a:moveTo>
                <a:lnTo>
                  <a:pt x="20254" y="1494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4"/>
                </a:lnTo>
                <a:moveTo>
                  <a:pt x="20186" y="1494"/>
                </a:moveTo>
                <a:lnTo>
                  <a:pt x="20073" y="1494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4"/>
                </a:lnTo>
                <a:moveTo>
                  <a:pt x="20005" y="1494"/>
                </a:moveTo>
                <a:lnTo>
                  <a:pt x="19891" y="1494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4"/>
                </a:lnTo>
                <a:moveTo>
                  <a:pt x="19823" y="1494"/>
                </a:moveTo>
                <a:lnTo>
                  <a:pt x="19710" y="1494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4"/>
                </a:lnTo>
                <a:moveTo>
                  <a:pt x="19642" y="1494"/>
                </a:moveTo>
                <a:lnTo>
                  <a:pt x="19529" y="1494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4"/>
                </a:lnTo>
                <a:moveTo>
                  <a:pt x="19461" y="1494"/>
                </a:moveTo>
                <a:lnTo>
                  <a:pt x="19348" y="1494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4"/>
                </a:lnTo>
                <a:moveTo>
                  <a:pt x="19280" y="1494"/>
                </a:moveTo>
                <a:lnTo>
                  <a:pt x="19167" y="1494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4"/>
                </a:lnTo>
                <a:moveTo>
                  <a:pt x="19099" y="1494"/>
                </a:moveTo>
                <a:lnTo>
                  <a:pt x="18986" y="1494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4"/>
                </a:lnTo>
                <a:moveTo>
                  <a:pt x="18918" y="1494"/>
                </a:moveTo>
                <a:lnTo>
                  <a:pt x="18805" y="1494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4"/>
                </a:lnTo>
                <a:moveTo>
                  <a:pt x="18737" y="1494"/>
                </a:moveTo>
                <a:lnTo>
                  <a:pt x="18623" y="1494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4"/>
                </a:lnTo>
                <a:moveTo>
                  <a:pt x="18556" y="1494"/>
                </a:moveTo>
                <a:lnTo>
                  <a:pt x="18442" y="1494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4"/>
                </a:lnTo>
                <a:moveTo>
                  <a:pt x="18374" y="1494"/>
                </a:moveTo>
                <a:lnTo>
                  <a:pt x="18261" y="1494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4"/>
                </a:lnTo>
                <a:moveTo>
                  <a:pt x="18193" y="1494"/>
                </a:moveTo>
                <a:lnTo>
                  <a:pt x="18080" y="1494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4"/>
                </a:lnTo>
                <a:moveTo>
                  <a:pt x="18012" y="1494"/>
                </a:moveTo>
                <a:lnTo>
                  <a:pt x="17899" y="1494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4"/>
                </a:lnTo>
                <a:moveTo>
                  <a:pt x="17831" y="1494"/>
                </a:moveTo>
                <a:lnTo>
                  <a:pt x="17718" y="1494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4"/>
                </a:lnTo>
                <a:moveTo>
                  <a:pt x="17650" y="1494"/>
                </a:moveTo>
                <a:lnTo>
                  <a:pt x="17537" y="1494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4"/>
                </a:lnTo>
                <a:moveTo>
                  <a:pt x="17469" y="1494"/>
                </a:moveTo>
                <a:lnTo>
                  <a:pt x="17356" y="1494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4"/>
                </a:lnTo>
                <a:moveTo>
                  <a:pt x="17288" y="1494"/>
                </a:moveTo>
                <a:lnTo>
                  <a:pt x="17174" y="1494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4"/>
                </a:lnTo>
                <a:moveTo>
                  <a:pt x="17107" y="1494"/>
                </a:moveTo>
                <a:lnTo>
                  <a:pt x="16993" y="1494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4"/>
                </a:lnTo>
                <a:moveTo>
                  <a:pt x="16925" y="1494"/>
                </a:moveTo>
                <a:lnTo>
                  <a:pt x="16812" y="1494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4"/>
                </a:lnTo>
                <a:moveTo>
                  <a:pt x="16744" y="1494"/>
                </a:moveTo>
                <a:lnTo>
                  <a:pt x="16631" y="1494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4"/>
                </a:lnTo>
                <a:moveTo>
                  <a:pt x="16563" y="1494"/>
                </a:moveTo>
                <a:lnTo>
                  <a:pt x="16450" y="1494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4"/>
                </a:lnTo>
                <a:moveTo>
                  <a:pt x="16382" y="1494"/>
                </a:moveTo>
                <a:lnTo>
                  <a:pt x="16269" y="1494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4"/>
                </a:lnTo>
                <a:moveTo>
                  <a:pt x="16201" y="1494"/>
                </a:moveTo>
                <a:lnTo>
                  <a:pt x="16088" y="1494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4"/>
                </a:lnTo>
                <a:moveTo>
                  <a:pt x="16020" y="1494"/>
                </a:moveTo>
                <a:lnTo>
                  <a:pt x="15907" y="1494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4"/>
                </a:lnTo>
                <a:moveTo>
                  <a:pt x="15839" y="1494"/>
                </a:moveTo>
                <a:lnTo>
                  <a:pt x="15725" y="1494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4"/>
                </a:lnTo>
                <a:moveTo>
                  <a:pt x="15658" y="1494"/>
                </a:moveTo>
                <a:lnTo>
                  <a:pt x="15544" y="1494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4"/>
                </a:lnTo>
                <a:moveTo>
                  <a:pt x="15476" y="1494"/>
                </a:moveTo>
                <a:lnTo>
                  <a:pt x="15363" y="1494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4"/>
                </a:lnTo>
                <a:moveTo>
                  <a:pt x="15295" y="1494"/>
                </a:moveTo>
                <a:lnTo>
                  <a:pt x="15182" y="1494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4"/>
                </a:lnTo>
                <a:moveTo>
                  <a:pt x="15114" y="1494"/>
                </a:moveTo>
                <a:lnTo>
                  <a:pt x="15001" y="1494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4"/>
                </a:lnTo>
                <a:moveTo>
                  <a:pt x="14933" y="1494"/>
                </a:moveTo>
                <a:lnTo>
                  <a:pt x="14820" y="1494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4"/>
                </a:lnTo>
                <a:moveTo>
                  <a:pt x="14752" y="1494"/>
                </a:moveTo>
                <a:lnTo>
                  <a:pt x="14639" y="1494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4"/>
                </a:lnTo>
                <a:moveTo>
                  <a:pt x="14571" y="1494"/>
                </a:moveTo>
                <a:lnTo>
                  <a:pt x="14458" y="1494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4"/>
                </a:lnTo>
                <a:moveTo>
                  <a:pt x="14390" y="1494"/>
                </a:moveTo>
                <a:lnTo>
                  <a:pt x="14276" y="1494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4"/>
                </a:lnTo>
                <a:moveTo>
                  <a:pt x="14209" y="1494"/>
                </a:moveTo>
                <a:lnTo>
                  <a:pt x="14095" y="1494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4"/>
                </a:lnTo>
                <a:moveTo>
                  <a:pt x="14027" y="1494"/>
                </a:moveTo>
                <a:lnTo>
                  <a:pt x="13914" y="1494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4"/>
                </a:lnTo>
                <a:moveTo>
                  <a:pt x="13846" y="1494"/>
                </a:moveTo>
                <a:lnTo>
                  <a:pt x="13733" y="1494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4"/>
                </a:lnTo>
                <a:moveTo>
                  <a:pt x="13665" y="1494"/>
                </a:moveTo>
                <a:lnTo>
                  <a:pt x="13552" y="1494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4"/>
                </a:lnTo>
                <a:moveTo>
                  <a:pt x="13484" y="1494"/>
                </a:moveTo>
                <a:lnTo>
                  <a:pt x="13371" y="1494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4"/>
                </a:lnTo>
                <a:moveTo>
                  <a:pt x="13303" y="1494"/>
                </a:moveTo>
                <a:lnTo>
                  <a:pt x="13190" y="1494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4"/>
                </a:lnTo>
                <a:moveTo>
                  <a:pt x="13122" y="1494"/>
                </a:moveTo>
                <a:lnTo>
                  <a:pt x="13009" y="1494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4"/>
                </a:lnTo>
                <a:moveTo>
                  <a:pt x="12941" y="1494"/>
                </a:moveTo>
                <a:lnTo>
                  <a:pt x="12827" y="1494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4"/>
                </a:lnTo>
                <a:moveTo>
                  <a:pt x="12759" y="1494"/>
                </a:moveTo>
                <a:lnTo>
                  <a:pt x="12646" y="1494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4"/>
                </a:lnTo>
                <a:moveTo>
                  <a:pt x="12578" y="1494"/>
                </a:moveTo>
                <a:lnTo>
                  <a:pt x="12465" y="1494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4"/>
                </a:lnTo>
                <a:moveTo>
                  <a:pt x="12397" y="1494"/>
                </a:moveTo>
                <a:lnTo>
                  <a:pt x="12284" y="1494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4"/>
                </a:lnTo>
                <a:moveTo>
                  <a:pt x="12216" y="1494"/>
                </a:moveTo>
                <a:lnTo>
                  <a:pt x="12103" y="1494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4"/>
                </a:lnTo>
                <a:moveTo>
                  <a:pt x="12035" y="1494"/>
                </a:moveTo>
                <a:lnTo>
                  <a:pt x="11922" y="1494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4"/>
                </a:lnTo>
                <a:moveTo>
                  <a:pt x="11854" y="1494"/>
                </a:moveTo>
                <a:lnTo>
                  <a:pt x="11741" y="1494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4"/>
                </a:lnTo>
                <a:moveTo>
                  <a:pt x="11673" y="1494"/>
                </a:moveTo>
                <a:lnTo>
                  <a:pt x="11560" y="1494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4"/>
                </a:lnTo>
                <a:moveTo>
                  <a:pt x="11492" y="1494"/>
                </a:moveTo>
                <a:lnTo>
                  <a:pt x="11378" y="1494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4"/>
                </a:lnTo>
                <a:moveTo>
                  <a:pt x="11310" y="1494"/>
                </a:moveTo>
                <a:lnTo>
                  <a:pt x="11197" y="1494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4"/>
                </a:lnTo>
                <a:moveTo>
                  <a:pt x="11129" y="1494"/>
                </a:moveTo>
                <a:lnTo>
                  <a:pt x="11016" y="1494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4"/>
                </a:lnTo>
                <a:moveTo>
                  <a:pt x="10948" y="1494"/>
                </a:moveTo>
                <a:lnTo>
                  <a:pt x="10835" y="1494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4"/>
                </a:lnTo>
                <a:moveTo>
                  <a:pt x="10767" y="1494"/>
                </a:moveTo>
                <a:lnTo>
                  <a:pt x="10654" y="1494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4"/>
                </a:lnTo>
                <a:moveTo>
                  <a:pt x="10586" y="1494"/>
                </a:moveTo>
                <a:lnTo>
                  <a:pt x="10473" y="1494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4"/>
                </a:lnTo>
                <a:moveTo>
                  <a:pt x="10405" y="1494"/>
                </a:moveTo>
                <a:lnTo>
                  <a:pt x="10292" y="1494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4"/>
                </a:lnTo>
                <a:moveTo>
                  <a:pt x="10224" y="1494"/>
                </a:moveTo>
                <a:lnTo>
                  <a:pt x="10111" y="1494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4"/>
                </a:lnTo>
                <a:moveTo>
                  <a:pt x="10043" y="1494"/>
                </a:moveTo>
                <a:lnTo>
                  <a:pt x="9929" y="1494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4"/>
                </a:lnTo>
                <a:moveTo>
                  <a:pt x="9861" y="1494"/>
                </a:moveTo>
                <a:lnTo>
                  <a:pt x="9748" y="1494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4"/>
                </a:lnTo>
                <a:moveTo>
                  <a:pt x="9680" y="1494"/>
                </a:moveTo>
                <a:lnTo>
                  <a:pt x="9567" y="1494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4"/>
                </a:lnTo>
                <a:moveTo>
                  <a:pt x="9499" y="1494"/>
                </a:moveTo>
                <a:lnTo>
                  <a:pt x="9386" y="1494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4"/>
                </a:lnTo>
                <a:moveTo>
                  <a:pt x="9318" y="1494"/>
                </a:moveTo>
                <a:lnTo>
                  <a:pt x="9205" y="1494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4"/>
                </a:lnTo>
                <a:moveTo>
                  <a:pt x="9137" y="1494"/>
                </a:moveTo>
                <a:lnTo>
                  <a:pt x="9024" y="1494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4"/>
                </a:lnTo>
                <a:moveTo>
                  <a:pt x="8956" y="1494"/>
                </a:moveTo>
                <a:lnTo>
                  <a:pt x="8843" y="1494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4"/>
                </a:lnTo>
                <a:moveTo>
                  <a:pt x="8775" y="1494"/>
                </a:moveTo>
                <a:lnTo>
                  <a:pt x="8661" y="1494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4"/>
                </a:lnTo>
                <a:moveTo>
                  <a:pt x="8594" y="1494"/>
                </a:moveTo>
                <a:lnTo>
                  <a:pt x="8480" y="1494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4"/>
                </a:lnTo>
                <a:moveTo>
                  <a:pt x="8412" y="1494"/>
                </a:moveTo>
                <a:lnTo>
                  <a:pt x="8298" y="1494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4"/>
                </a:lnTo>
                <a:moveTo>
                  <a:pt x="8230" y="1494"/>
                </a:moveTo>
                <a:lnTo>
                  <a:pt x="8117" y="1494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4"/>
                </a:lnTo>
                <a:moveTo>
                  <a:pt x="8049" y="1494"/>
                </a:moveTo>
                <a:lnTo>
                  <a:pt x="7936" y="1494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4"/>
                </a:lnTo>
                <a:moveTo>
                  <a:pt x="7868" y="1494"/>
                </a:moveTo>
                <a:lnTo>
                  <a:pt x="7755" y="1494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4"/>
                </a:lnTo>
                <a:moveTo>
                  <a:pt x="7687" y="1494"/>
                </a:moveTo>
                <a:lnTo>
                  <a:pt x="7574" y="1494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4"/>
                </a:lnTo>
                <a:moveTo>
                  <a:pt x="7506" y="1494"/>
                </a:moveTo>
                <a:lnTo>
                  <a:pt x="7393" y="1494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4"/>
                </a:lnTo>
                <a:moveTo>
                  <a:pt x="7325" y="1494"/>
                </a:moveTo>
                <a:lnTo>
                  <a:pt x="7211" y="1494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4"/>
                </a:lnTo>
                <a:moveTo>
                  <a:pt x="7144" y="1494"/>
                </a:moveTo>
                <a:lnTo>
                  <a:pt x="7030" y="1494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4"/>
                </a:lnTo>
                <a:moveTo>
                  <a:pt x="6962" y="1494"/>
                </a:moveTo>
                <a:lnTo>
                  <a:pt x="6849" y="1494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4"/>
                </a:lnTo>
                <a:moveTo>
                  <a:pt x="6781" y="1494"/>
                </a:moveTo>
                <a:lnTo>
                  <a:pt x="6668" y="1494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4"/>
                </a:lnTo>
                <a:moveTo>
                  <a:pt x="6600" y="1494"/>
                </a:moveTo>
                <a:lnTo>
                  <a:pt x="6487" y="1494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4"/>
                </a:lnTo>
                <a:moveTo>
                  <a:pt x="6419" y="1494"/>
                </a:moveTo>
                <a:lnTo>
                  <a:pt x="6306" y="1494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4"/>
                </a:lnTo>
                <a:moveTo>
                  <a:pt x="6238" y="1494"/>
                </a:moveTo>
                <a:lnTo>
                  <a:pt x="6125" y="1494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4"/>
                </a:lnTo>
                <a:moveTo>
                  <a:pt x="6057" y="1494"/>
                </a:moveTo>
                <a:lnTo>
                  <a:pt x="5944" y="1494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4"/>
                </a:lnTo>
                <a:moveTo>
                  <a:pt x="5876" y="1494"/>
                </a:moveTo>
                <a:lnTo>
                  <a:pt x="5762" y="1494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4"/>
                </a:lnTo>
                <a:moveTo>
                  <a:pt x="5695" y="1494"/>
                </a:moveTo>
                <a:lnTo>
                  <a:pt x="5581" y="1494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4"/>
                </a:lnTo>
                <a:moveTo>
                  <a:pt x="5513" y="1494"/>
                </a:moveTo>
                <a:lnTo>
                  <a:pt x="5400" y="1494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4"/>
                </a:lnTo>
                <a:moveTo>
                  <a:pt x="5332" y="1494"/>
                </a:moveTo>
                <a:lnTo>
                  <a:pt x="5219" y="1494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4"/>
                </a:lnTo>
                <a:moveTo>
                  <a:pt x="5151" y="1494"/>
                </a:moveTo>
                <a:lnTo>
                  <a:pt x="5038" y="1494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4"/>
                </a:lnTo>
                <a:moveTo>
                  <a:pt x="4970" y="1494"/>
                </a:moveTo>
                <a:lnTo>
                  <a:pt x="4857" y="1494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4"/>
                </a:lnTo>
                <a:moveTo>
                  <a:pt x="4789" y="1494"/>
                </a:moveTo>
                <a:lnTo>
                  <a:pt x="4676" y="1494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4"/>
                </a:lnTo>
                <a:moveTo>
                  <a:pt x="4608" y="1494"/>
                </a:moveTo>
                <a:lnTo>
                  <a:pt x="4495" y="1494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4"/>
                </a:lnTo>
                <a:moveTo>
                  <a:pt x="4427" y="1494"/>
                </a:moveTo>
                <a:lnTo>
                  <a:pt x="4313" y="1494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4"/>
                </a:lnTo>
                <a:moveTo>
                  <a:pt x="4246" y="1494"/>
                </a:moveTo>
                <a:lnTo>
                  <a:pt x="4132" y="1494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4"/>
                </a:lnTo>
                <a:moveTo>
                  <a:pt x="4064" y="1494"/>
                </a:moveTo>
                <a:lnTo>
                  <a:pt x="3951" y="1494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4"/>
                </a:lnTo>
                <a:moveTo>
                  <a:pt x="3883" y="1494"/>
                </a:moveTo>
                <a:lnTo>
                  <a:pt x="3770" y="1494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4"/>
                </a:lnTo>
                <a:moveTo>
                  <a:pt x="3702" y="1494"/>
                </a:moveTo>
                <a:lnTo>
                  <a:pt x="3589" y="1494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4"/>
                </a:lnTo>
                <a:moveTo>
                  <a:pt x="3521" y="1494"/>
                </a:moveTo>
                <a:lnTo>
                  <a:pt x="3408" y="1494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4"/>
                </a:lnTo>
                <a:moveTo>
                  <a:pt x="3340" y="1494"/>
                </a:moveTo>
                <a:lnTo>
                  <a:pt x="3227" y="1494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4"/>
                </a:lnTo>
                <a:moveTo>
                  <a:pt x="3159" y="1494"/>
                </a:moveTo>
                <a:lnTo>
                  <a:pt x="3046" y="1494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4"/>
                </a:lnTo>
                <a:moveTo>
                  <a:pt x="2978" y="1494"/>
                </a:moveTo>
                <a:lnTo>
                  <a:pt x="2864" y="1494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4"/>
                </a:lnTo>
                <a:moveTo>
                  <a:pt x="2796" y="1494"/>
                </a:moveTo>
                <a:lnTo>
                  <a:pt x="2683" y="1494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4"/>
                </a:lnTo>
                <a:moveTo>
                  <a:pt x="2615" y="1494"/>
                </a:moveTo>
                <a:lnTo>
                  <a:pt x="2502" y="1494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4"/>
                </a:lnTo>
                <a:moveTo>
                  <a:pt x="2434" y="1494"/>
                </a:moveTo>
                <a:lnTo>
                  <a:pt x="2321" y="1494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4"/>
                </a:lnTo>
                <a:moveTo>
                  <a:pt x="2253" y="1494"/>
                </a:moveTo>
                <a:lnTo>
                  <a:pt x="2140" y="1494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4"/>
                </a:lnTo>
                <a:moveTo>
                  <a:pt x="2072" y="1494"/>
                </a:moveTo>
                <a:lnTo>
                  <a:pt x="1959" y="1494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4"/>
                </a:lnTo>
                <a:moveTo>
                  <a:pt x="1891" y="1494"/>
                </a:moveTo>
                <a:lnTo>
                  <a:pt x="1778" y="1494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4"/>
                </a:lnTo>
                <a:moveTo>
                  <a:pt x="1710" y="1494"/>
                </a:moveTo>
                <a:lnTo>
                  <a:pt x="1597" y="1494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4"/>
                </a:lnTo>
                <a:moveTo>
                  <a:pt x="1529" y="1494"/>
                </a:moveTo>
                <a:lnTo>
                  <a:pt x="1415" y="1494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4"/>
                </a:lnTo>
                <a:moveTo>
                  <a:pt x="1347" y="1494"/>
                </a:moveTo>
                <a:lnTo>
                  <a:pt x="1234" y="1494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4"/>
                </a:lnTo>
                <a:moveTo>
                  <a:pt x="1166" y="1494"/>
                </a:moveTo>
                <a:lnTo>
                  <a:pt x="1053" y="1494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4"/>
                </a:lnTo>
                <a:moveTo>
                  <a:pt x="985" y="1494"/>
                </a:moveTo>
                <a:lnTo>
                  <a:pt x="872" y="1494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4"/>
                </a:lnTo>
                <a:moveTo>
                  <a:pt x="804" y="1494"/>
                </a:moveTo>
                <a:lnTo>
                  <a:pt x="691" y="1494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4"/>
                </a:lnTo>
                <a:moveTo>
                  <a:pt x="623" y="1494"/>
                </a:moveTo>
                <a:lnTo>
                  <a:pt x="510" y="1494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4"/>
                </a:lnTo>
                <a:moveTo>
                  <a:pt x="442" y="1494"/>
                </a:moveTo>
                <a:lnTo>
                  <a:pt x="329" y="1494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4"/>
                </a:lnTo>
                <a:moveTo>
                  <a:pt x="261" y="1494"/>
                </a:moveTo>
                <a:lnTo>
                  <a:pt x="147" y="1494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4"/>
                </a:lnTo>
                <a:moveTo>
                  <a:pt x="80" y="1494"/>
                </a:moveTo>
                <a:lnTo>
                  <a:pt x="0" y="1494"/>
                </a:lnTo>
                <a:lnTo>
                  <a:pt x="0" y="1438"/>
                </a:lnTo>
                <a:lnTo>
                  <a:pt x="23" y="1438"/>
                </a:lnTo>
                <a:lnTo>
                  <a:pt x="23" y="1483"/>
                </a:lnTo>
                <a:lnTo>
                  <a:pt x="12" y="1483"/>
                </a:lnTo>
                <a:lnTo>
                  <a:pt x="12" y="1472"/>
                </a:lnTo>
                <a:lnTo>
                  <a:pt x="80" y="1472"/>
                </a:lnTo>
                <a:lnTo>
                  <a:pt x="80" y="1494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6"/>
                </a:moveTo>
                <a:lnTo>
                  <a:pt x="0" y="532"/>
                </a:lnTo>
                <a:lnTo>
                  <a:pt x="23" y="532"/>
                </a:lnTo>
                <a:lnTo>
                  <a:pt x="23" y="646"/>
                </a:lnTo>
                <a:lnTo>
                  <a:pt x="0" y="646"/>
                </a:lnTo>
                <a:moveTo>
                  <a:pt x="0" y="464"/>
                </a:moveTo>
                <a:lnTo>
                  <a:pt x="0" y="350"/>
                </a:lnTo>
                <a:lnTo>
                  <a:pt x="23" y="350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69"/>
                </a:lnTo>
                <a:lnTo>
                  <a:pt x="23" y="169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8534520" y="280116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8534520" y="282960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865080" y="244296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978840" y="279216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978840" y="292356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978840" y="307728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865080" y="259668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55120" y="342072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55120" y="357552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555120" y="373032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3219480" y="402336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8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83" name=""/>
          <p:cNvSpPr/>
          <p:nvPr/>
        </p:nvSpPr>
        <p:spPr>
          <a:xfrm>
            <a:off x="1127160" y="736560"/>
            <a:ext cx="7080120" cy="3803760"/>
          </a:xfrm>
          <a:custGeom>
            <a:avLst/>
            <a:gdLst/>
            <a:ahLst/>
            <a:rect l="0" t="0" r="r" b="b"/>
            <a:pathLst>
              <a:path w="19667" h="10566">
                <a:moveTo>
                  <a:pt x="191" y="0"/>
                </a:moveTo>
                <a:lnTo>
                  <a:pt x="19476" y="0"/>
                </a:lnTo>
                <a:cubicBezTo>
                  <a:pt x="19489" y="0"/>
                  <a:pt x="19501" y="2"/>
                  <a:pt x="19513" y="4"/>
                </a:cubicBezTo>
                <a:cubicBezTo>
                  <a:pt x="19526" y="6"/>
                  <a:pt x="19538" y="10"/>
                  <a:pt x="19549" y="15"/>
                </a:cubicBezTo>
                <a:cubicBezTo>
                  <a:pt x="19561" y="20"/>
                  <a:pt x="19572" y="25"/>
                  <a:pt x="19582" y="32"/>
                </a:cubicBezTo>
                <a:cubicBezTo>
                  <a:pt x="19593" y="39"/>
                  <a:pt x="19602" y="47"/>
                  <a:pt x="19611" y="56"/>
                </a:cubicBezTo>
                <a:cubicBezTo>
                  <a:pt x="19620" y="65"/>
                  <a:pt x="19628" y="75"/>
                  <a:pt x="19635" y="85"/>
                </a:cubicBezTo>
                <a:cubicBezTo>
                  <a:pt x="19642" y="95"/>
                  <a:pt x="19647" y="106"/>
                  <a:pt x="19652" y="118"/>
                </a:cubicBezTo>
                <a:cubicBezTo>
                  <a:pt x="19657" y="129"/>
                  <a:pt x="19661" y="141"/>
                  <a:pt x="19663" y="154"/>
                </a:cubicBezTo>
                <a:cubicBezTo>
                  <a:pt x="19666" y="166"/>
                  <a:pt x="19667" y="178"/>
                  <a:pt x="19667" y="191"/>
                </a:cubicBezTo>
                <a:lnTo>
                  <a:pt x="19667" y="10375"/>
                </a:lnTo>
                <a:cubicBezTo>
                  <a:pt x="19667" y="10388"/>
                  <a:pt x="19666" y="10400"/>
                  <a:pt x="19663" y="10412"/>
                </a:cubicBezTo>
                <a:cubicBezTo>
                  <a:pt x="19661" y="10425"/>
                  <a:pt x="19657" y="10437"/>
                  <a:pt x="19652" y="10448"/>
                </a:cubicBezTo>
                <a:cubicBezTo>
                  <a:pt x="19647" y="10460"/>
                  <a:pt x="19642" y="10471"/>
                  <a:pt x="19635" y="10481"/>
                </a:cubicBezTo>
                <a:cubicBezTo>
                  <a:pt x="19628" y="10491"/>
                  <a:pt x="19620" y="10501"/>
                  <a:pt x="19611" y="10510"/>
                </a:cubicBezTo>
                <a:cubicBezTo>
                  <a:pt x="19602" y="10519"/>
                  <a:pt x="19593" y="10527"/>
                  <a:pt x="19582" y="10534"/>
                </a:cubicBezTo>
                <a:cubicBezTo>
                  <a:pt x="19572" y="10540"/>
                  <a:pt x="19561" y="10546"/>
                  <a:pt x="19549" y="10551"/>
                </a:cubicBezTo>
                <a:cubicBezTo>
                  <a:pt x="19538" y="10556"/>
                  <a:pt x="19526" y="10560"/>
                  <a:pt x="19513" y="10562"/>
                </a:cubicBezTo>
                <a:cubicBezTo>
                  <a:pt x="19501" y="10564"/>
                  <a:pt x="19489" y="10566"/>
                  <a:pt x="19476" y="10566"/>
                </a:cubicBezTo>
                <a:lnTo>
                  <a:pt x="191" y="10566"/>
                </a:lnTo>
                <a:cubicBezTo>
                  <a:pt x="178" y="10566"/>
                  <a:pt x="166" y="10564"/>
                  <a:pt x="154" y="10562"/>
                </a:cubicBezTo>
                <a:cubicBezTo>
                  <a:pt x="141" y="10560"/>
                  <a:pt x="130" y="10556"/>
                  <a:pt x="118" y="10551"/>
                </a:cubicBezTo>
                <a:cubicBezTo>
                  <a:pt x="106" y="10546"/>
                  <a:pt x="95" y="10540"/>
                  <a:pt x="85" y="10534"/>
                </a:cubicBezTo>
                <a:cubicBezTo>
                  <a:pt x="75" y="10527"/>
                  <a:pt x="65" y="10519"/>
                  <a:pt x="56" y="10510"/>
                </a:cubicBezTo>
                <a:cubicBezTo>
                  <a:pt x="47" y="10501"/>
                  <a:pt x="39" y="10491"/>
                  <a:pt x="32" y="10481"/>
                </a:cubicBezTo>
                <a:cubicBezTo>
                  <a:pt x="26" y="10471"/>
                  <a:pt x="20" y="10460"/>
                  <a:pt x="15" y="10448"/>
                </a:cubicBezTo>
                <a:cubicBezTo>
                  <a:pt x="10" y="10437"/>
                  <a:pt x="6" y="10425"/>
                  <a:pt x="4" y="10412"/>
                </a:cubicBezTo>
                <a:cubicBezTo>
                  <a:pt x="2" y="10400"/>
                  <a:pt x="0" y="10388"/>
                  <a:pt x="0" y="10375"/>
                </a:cubicBezTo>
                <a:lnTo>
                  <a:pt x="0" y="191"/>
                </a:lnTo>
                <a:cubicBezTo>
                  <a:pt x="0" y="178"/>
                  <a:pt x="2" y="166"/>
                  <a:pt x="4" y="154"/>
                </a:cubicBezTo>
                <a:cubicBezTo>
                  <a:pt x="6" y="141"/>
                  <a:pt x="10" y="129"/>
                  <a:pt x="15" y="118"/>
                </a:cubicBezTo>
                <a:cubicBezTo>
                  <a:pt x="20" y="106"/>
                  <a:pt x="26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5" y="25"/>
                  <a:pt x="106" y="20"/>
                  <a:pt x="118" y="15"/>
                </a:cubicBezTo>
                <a:cubicBezTo>
                  <a:pt x="130" y="10"/>
                  <a:pt x="141" y="6"/>
                  <a:pt x="154" y="4"/>
                </a:cubicBezTo>
                <a:cubicBezTo>
                  <a:pt x="166" y="2"/>
                  <a:pt x="178" y="0"/>
                  <a:pt x="1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1127160" y="736560"/>
            <a:ext cx="7080120" cy="3803760"/>
          </a:xfrm>
          <a:custGeom>
            <a:avLst/>
            <a:gdLst/>
            <a:ahLst/>
            <a:rect l="0" t="0" r="r" b="b"/>
            <a:pathLst>
              <a:path w="19667" h="10566">
                <a:moveTo>
                  <a:pt x="191" y="0"/>
                </a:moveTo>
                <a:lnTo>
                  <a:pt x="19476" y="0"/>
                </a:lnTo>
                <a:cubicBezTo>
                  <a:pt x="19489" y="0"/>
                  <a:pt x="19501" y="2"/>
                  <a:pt x="19513" y="4"/>
                </a:cubicBezTo>
                <a:cubicBezTo>
                  <a:pt x="19526" y="6"/>
                  <a:pt x="19538" y="10"/>
                  <a:pt x="19549" y="15"/>
                </a:cubicBezTo>
                <a:cubicBezTo>
                  <a:pt x="19561" y="20"/>
                  <a:pt x="19572" y="25"/>
                  <a:pt x="19582" y="32"/>
                </a:cubicBezTo>
                <a:cubicBezTo>
                  <a:pt x="19593" y="39"/>
                  <a:pt x="19602" y="47"/>
                  <a:pt x="19611" y="56"/>
                </a:cubicBezTo>
                <a:cubicBezTo>
                  <a:pt x="19620" y="65"/>
                  <a:pt x="19628" y="75"/>
                  <a:pt x="19635" y="85"/>
                </a:cubicBezTo>
                <a:cubicBezTo>
                  <a:pt x="19642" y="95"/>
                  <a:pt x="19647" y="106"/>
                  <a:pt x="19652" y="118"/>
                </a:cubicBezTo>
                <a:cubicBezTo>
                  <a:pt x="19657" y="129"/>
                  <a:pt x="19661" y="141"/>
                  <a:pt x="19663" y="154"/>
                </a:cubicBezTo>
                <a:cubicBezTo>
                  <a:pt x="19666" y="166"/>
                  <a:pt x="19667" y="178"/>
                  <a:pt x="19667" y="191"/>
                </a:cubicBezTo>
                <a:lnTo>
                  <a:pt x="19667" y="10375"/>
                </a:lnTo>
                <a:cubicBezTo>
                  <a:pt x="19667" y="10388"/>
                  <a:pt x="19666" y="10400"/>
                  <a:pt x="19663" y="10412"/>
                </a:cubicBezTo>
                <a:cubicBezTo>
                  <a:pt x="19661" y="10425"/>
                  <a:pt x="19657" y="10437"/>
                  <a:pt x="19652" y="10448"/>
                </a:cubicBezTo>
                <a:cubicBezTo>
                  <a:pt x="19647" y="10460"/>
                  <a:pt x="19642" y="10471"/>
                  <a:pt x="19635" y="10481"/>
                </a:cubicBezTo>
                <a:cubicBezTo>
                  <a:pt x="19628" y="10491"/>
                  <a:pt x="19620" y="10501"/>
                  <a:pt x="19611" y="10510"/>
                </a:cubicBezTo>
                <a:cubicBezTo>
                  <a:pt x="19602" y="10519"/>
                  <a:pt x="19593" y="10527"/>
                  <a:pt x="19582" y="10534"/>
                </a:cubicBezTo>
                <a:cubicBezTo>
                  <a:pt x="19572" y="10540"/>
                  <a:pt x="19561" y="10546"/>
                  <a:pt x="19549" y="10551"/>
                </a:cubicBezTo>
                <a:cubicBezTo>
                  <a:pt x="19538" y="10556"/>
                  <a:pt x="19526" y="10560"/>
                  <a:pt x="19513" y="10562"/>
                </a:cubicBezTo>
                <a:cubicBezTo>
                  <a:pt x="19501" y="10564"/>
                  <a:pt x="19489" y="10566"/>
                  <a:pt x="19476" y="10566"/>
                </a:cubicBezTo>
                <a:lnTo>
                  <a:pt x="191" y="10566"/>
                </a:lnTo>
                <a:cubicBezTo>
                  <a:pt x="178" y="10566"/>
                  <a:pt x="166" y="10564"/>
                  <a:pt x="154" y="10562"/>
                </a:cubicBezTo>
                <a:cubicBezTo>
                  <a:pt x="141" y="10560"/>
                  <a:pt x="130" y="10556"/>
                  <a:pt x="118" y="10551"/>
                </a:cubicBezTo>
                <a:cubicBezTo>
                  <a:pt x="106" y="10546"/>
                  <a:pt x="95" y="10540"/>
                  <a:pt x="85" y="10534"/>
                </a:cubicBezTo>
                <a:cubicBezTo>
                  <a:pt x="75" y="10527"/>
                  <a:pt x="65" y="10519"/>
                  <a:pt x="56" y="10510"/>
                </a:cubicBezTo>
                <a:cubicBezTo>
                  <a:pt x="47" y="10501"/>
                  <a:pt x="39" y="10491"/>
                  <a:pt x="32" y="10481"/>
                </a:cubicBezTo>
                <a:cubicBezTo>
                  <a:pt x="26" y="10471"/>
                  <a:pt x="20" y="10460"/>
                  <a:pt x="15" y="10448"/>
                </a:cubicBezTo>
                <a:cubicBezTo>
                  <a:pt x="10" y="10437"/>
                  <a:pt x="6" y="10425"/>
                  <a:pt x="4" y="10412"/>
                </a:cubicBezTo>
                <a:cubicBezTo>
                  <a:pt x="2" y="10400"/>
                  <a:pt x="0" y="10388"/>
                  <a:pt x="0" y="10375"/>
                </a:cubicBezTo>
                <a:lnTo>
                  <a:pt x="0" y="191"/>
                </a:lnTo>
                <a:cubicBezTo>
                  <a:pt x="0" y="178"/>
                  <a:pt x="2" y="166"/>
                  <a:pt x="4" y="154"/>
                </a:cubicBezTo>
                <a:cubicBezTo>
                  <a:pt x="6" y="141"/>
                  <a:pt x="10" y="129"/>
                  <a:pt x="15" y="118"/>
                </a:cubicBezTo>
                <a:cubicBezTo>
                  <a:pt x="20" y="106"/>
                  <a:pt x="26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5" y="25"/>
                  <a:pt x="106" y="20"/>
                  <a:pt x="118" y="15"/>
                </a:cubicBezTo>
                <a:cubicBezTo>
                  <a:pt x="130" y="10"/>
                  <a:pt x="141" y="6"/>
                  <a:pt x="154" y="4"/>
                </a:cubicBezTo>
                <a:cubicBezTo>
                  <a:pt x="166" y="2"/>
                  <a:pt x="178" y="0"/>
                  <a:pt x="191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57200" y="49392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BEELD  4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1206360" y="1007280"/>
            <a:ext cx="1427040" cy="329400"/>
          </a:xfrm>
          <a:custGeom>
            <a:avLst/>
            <a:gdLst/>
            <a:ahLst/>
            <a:rect l="0" t="0" r="r" b="b"/>
            <a:pathLst>
              <a:path w="3964" h="915">
                <a:moveTo>
                  <a:pt x="152" y="0"/>
                </a:moveTo>
                <a:lnTo>
                  <a:pt x="3812" y="0"/>
                </a:lnTo>
                <a:cubicBezTo>
                  <a:pt x="3822" y="0"/>
                  <a:pt x="3832" y="1"/>
                  <a:pt x="3841" y="3"/>
                </a:cubicBezTo>
                <a:cubicBezTo>
                  <a:pt x="3851" y="5"/>
                  <a:pt x="3861" y="8"/>
                  <a:pt x="3870" y="12"/>
                </a:cubicBezTo>
                <a:cubicBezTo>
                  <a:pt x="3879" y="16"/>
                  <a:pt x="3888" y="20"/>
                  <a:pt x="3896" y="26"/>
                </a:cubicBezTo>
                <a:cubicBezTo>
                  <a:pt x="3905" y="31"/>
                  <a:pt x="3912" y="38"/>
                  <a:pt x="3919" y="45"/>
                </a:cubicBezTo>
                <a:cubicBezTo>
                  <a:pt x="3927" y="52"/>
                  <a:pt x="3933" y="60"/>
                  <a:pt x="3938" y="68"/>
                </a:cubicBezTo>
                <a:cubicBezTo>
                  <a:pt x="3944" y="76"/>
                  <a:pt x="3949" y="85"/>
                  <a:pt x="3952" y="94"/>
                </a:cubicBezTo>
                <a:cubicBezTo>
                  <a:pt x="3956" y="103"/>
                  <a:pt x="3959" y="113"/>
                  <a:pt x="3961" y="123"/>
                </a:cubicBezTo>
                <a:cubicBezTo>
                  <a:pt x="3963" y="133"/>
                  <a:pt x="3964" y="142"/>
                  <a:pt x="3964" y="152"/>
                </a:cubicBezTo>
                <a:lnTo>
                  <a:pt x="3964" y="763"/>
                </a:lnTo>
                <a:cubicBezTo>
                  <a:pt x="3964" y="773"/>
                  <a:pt x="3963" y="782"/>
                  <a:pt x="3961" y="792"/>
                </a:cubicBezTo>
                <a:cubicBezTo>
                  <a:pt x="3959" y="802"/>
                  <a:pt x="3956" y="812"/>
                  <a:pt x="3952" y="821"/>
                </a:cubicBezTo>
                <a:cubicBezTo>
                  <a:pt x="3949" y="830"/>
                  <a:pt x="3944" y="839"/>
                  <a:pt x="3938" y="847"/>
                </a:cubicBezTo>
                <a:cubicBezTo>
                  <a:pt x="3933" y="855"/>
                  <a:pt x="3927" y="863"/>
                  <a:pt x="3919" y="870"/>
                </a:cubicBezTo>
                <a:cubicBezTo>
                  <a:pt x="3912" y="877"/>
                  <a:pt x="3905" y="884"/>
                  <a:pt x="3896" y="889"/>
                </a:cubicBezTo>
                <a:cubicBezTo>
                  <a:pt x="3888" y="895"/>
                  <a:pt x="3879" y="899"/>
                  <a:pt x="3870" y="903"/>
                </a:cubicBezTo>
                <a:cubicBezTo>
                  <a:pt x="3861" y="907"/>
                  <a:pt x="3851" y="910"/>
                  <a:pt x="3841" y="912"/>
                </a:cubicBezTo>
                <a:cubicBezTo>
                  <a:pt x="3832" y="914"/>
                  <a:pt x="3822" y="915"/>
                  <a:pt x="3812" y="915"/>
                </a:cubicBezTo>
                <a:lnTo>
                  <a:pt x="152" y="915"/>
                </a:lnTo>
                <a:cubicBezTo>
                  <a:pt x="142" y="915"/>
                  <a:pt x="132" y="914"/>
                  <a:pt x="122" y="912"/>
                </a:cubicBezTo>
                <a:cubicBezTo>
                  <a:pt x="112" y="910"/>
                  <a:pt x="103" y="907"/>
                  <a:pt x="94" y="903"/>
                </a:cubicBezTo>
                <a:cubicBezTo>
                  <a:pt x="84" y="899"/>
                  <a:pt x="76" y="895"/>
                  <a:pt x="67" y="889"/>
                </a:cubicBezTo>
                <a:cubicBezTo>
                  <a:pt x="59" y="884"/>
                  <a:pt x="51" y="877"/>
                  <a:pt x="44" y="870"/>
                </a:cubicBezTo>
                <a:cubicBezTo>
                  <a:pt x="37" y="863"/>
                  <a:pt x="31" y="855"/>
                  <a:pt x="25" y="847"/>
                </a:cubicBezTo>
                <a:cubicBezTo>
                  <a:pt x="20" y="839"/>
                  <a:pt x="15" y="830"/>
                  <a:pt x="11" y="821"/>
                </a:cubicBezTo>
                <a:cubicBezTo>
                  <a:pt x="7" y="812"/>
                  <a:pt x="4" y="802"/>
                  <a:pt x="2" y="792"/>
                </a:cubicBezTo>
                <a:cubicBezTo>
                  <a:pt x="0" y="782"/>
                  <a:pt x="0" y="773"/>
                  <a:pt x="0" y="763"/>
                </a:cubicBezTo>
                <a:lnTo>
                  <a:pt x="0" y="152"/>
                </a:lnTo>
                <a:cubicBezTo>
                  <a:pt x="0" y="142"/>
                  <a:pt x="0" y="133"/>
                  <a:pt x="2" y="123"/>
                </a:cubicBezTo>
                <a:cubicBezTo>
                  <a:pt x="4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1206360" y="1007280"/>
            <a:ext cx="1427040" cy="329400"/>
          </a:xfrm>
          <a:custGeom>
            <a:avLst/>
            <a:gdLst/>
            <a:ahLst/>
            <a:rect l="0" t="0" r="r" b="b"/>
            <a:pathLst>
              <a:path w="3964" h="915">
                <a:moveTo>
                  <a:pt x="152" y="0"/>
                </a:moveTo>
                <a:lnTo>
                  <a:pt x="3812" y="0"/>
                </a:lnTo>
                <a:cubicBezTo>
                  <a:pt x="3822" y="0"/>
                  <a:pt x="3832" y="1"/>
                  <a:pt x="3841" y="3"/>
                </a:cubicBezTo>
                <a:cubicBezTo>
                  <a:pt x="3851" y="5"/>
                  <a:pt x="3861" y="8"/>
                  <a:pt x="3870" y="12"/>
                </a:cubicBezTo>
                <a:cubicBezTo>
                  <a:pt x="3879" y="16"/>
                  <a:pt x="3888" y="20"/>
                  <a:pt x="3896" y="26"/>
                </a:cubicBezTo>
                <a:cubicBezTo>
                  <a:pt x="3905" y="31"/>
                  <a:pt x="3912" y="38"/>
                  <a:pt x="3919" y="45"/>
                </a:cubicBezTo>
                <a:cubicBezTo>
                  <a:pt x="3927" y="52"/>
                  <a:pt x="3933" y="60"/>
                  <a:pt x="3938" y="68"/>
                </a:cubicBezTo>
                <a:cubicBezTo>
                  <a:pt x="3944" y="76"/>
                  <a:pt x="3949" y="85"/>
                  <a:pt x="3952" y="94"/>
                </a:cubicBezTo>
                <a:cubicBezTo>
                  <a:pt x="3956" y="103"/>
                  <a:pt x="3959" y="113"/>
                  <a:pt x="3961" y="123"/>
                </a:cubicBezTo>
                <a:cubicBezTo>
                  <a:pt x="3963" y="133"/>
                  <a:pt x="3964" y="142"/>
                  <a:pt x="3964" y="152"/>
                </a:cubicBezTo>
                <a:lnTo>
                  <a:pt x="3964" y="763"/>
                </a:lnTo>
                <a:cubicBezTo>
                  <a:pt x="3964" y="773"/>
                  <a:pt x="3963" y="782"/>
                  <a:pt x="3961" y="792"/>
                </a:cubicBezTo>
                <a:cubicBezTo>
                  <a:pt x="3959" y="802"/>
                  <a:pt x="3956" y="812"/>
                  <a:pt x="3952" y="821"/>
                </a:cubicBezTo>
                <a:cubicBezTo>
                  <a:pt x="3949" y="830"/>
                  <a:pt x="3944" y="839"/>
                  <a:pt x="3938" y="847"/>
                </a:cubicBezTo>
                <a:cubicBezTo>
                  <a:pt x="3933" y="855"/>
                  <a:pt x="3927" y="863"/>
                  <a:pt x="3919" y="870"/>
                </a:cubicBezTo>
                <a:cubicBezTo>
                  <a:pt x="3912" y="877"/>
                  <a:pt x="3905" y="884"/>
                  <a:pt x="3896" y="889"/>
                </a:cubicBezTo>
                <a:cubicBezTo>
                  <a:pt x="3888" y="895"/>
                  <a:pt x="3879" y="899"/>
                  <a:pt x="3870" y="903"/>
                </a:cubicBezTo>
                <a:cubicBezTo>
                  <a:pt x="3861" y="907"/>
                  <a:pt x="3851" y="910"/>
                  <a:pt x="3841" y="912"/>
                </a:cubicBezTo>
                <a:cubicBezTo>
                  <a:pt x="3832" y="914"/>
                  <a:pt x="3822" y="915"/>
                  <a:pt x="3812" y="915"/>
                </a:cubicBezTo>
                <a:lnTo>
                  <a:pt x="152" y="915"/>
                </a:lnTo>
                <a:cubicBezTo>
                  <a:pt x="142" y="915"/>
                  <a:pt x="132" y="914"/>
                  <a:pt x="122" y="912"/>
                </a:cubicBezTo>
                <a:cubicBezTo>
                  <a:pt x="112" y="910"/>
                  <a:pt x="103" y="907"/>
                  <a:pt x="94" y="903"/>
                </a:cubicBezTo>
                <a:cubicBezTo>
                  <a:pt x="84" y="899"/>
                  <a:pt x="76" y="895"/>
                  <a:pt x="67" y="889"/>
                </a:cubicBezTo>
                <a:cubicBezTo>
                  <a:pt x="59" y="884"/>
                  <a:pt x="51" y="877"/>
                  <a:pt x="44" y="870"/>
                </a:cubicBezTo>
                <a:cubicBezTo>
                  <a:pt x="37" y="863"/>
                  <a:pt x="31" y="855"/>
                  <a:pt x="25" y="847"/>
                </a:cubicBezTo>
                <a:cubicBezTo>
                  <a:pt x="20" y="839"/>
                  <a:pt x="15" y="830"/>
                  <a:pt x="11" y="821"/>
                </a:cubicBezTo>
                <a:cubicBezTo>
                  <a:pt x="7" y="812"/>
                  <a:pt x="4" y="802"/>
                  <a:pt x="2" y="792"/>
                </a:cubicBezTo>
                <a:cubicBezTo>
                  <a:pt x="0" y="782"/>
                  <a:pt x="0" y="773"/>
                  <a:pt x="0" y="763"/>
                </a:cubicBezTo>
                <a:lnTo>
                  <a:pt x="0" y="152"/>
                </a:lnTo>
                <a:cubicBezTo>
                  <a:pt x="0" y="142"/>
                  <a:pt x="0" y="133"/>
                  <a:pt x="2" y="123"/>
                </a:cubicBezTo>
                <a:cubicBezTo>
                  <a:pt x="4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495880" y="1076040"/>
            <a:ext cx="69120" cy="41400"/>
          </a:xfrm>
          <a:custGeom>
            <a:avLst/>
            <a:gdLst/>
            <a:ahLst/>
            <a:rect l="0" t="0" r="r" b="b"/>
            <a:pathLst>
              <a:path w="192" h="115">
                <a:moveTo>
                  <a:pt x="58" y="0"/>
                </a:moveTo>
                <a:lnTo>
                  <a:pt x="134" y="0"/>
                </a:lnTo>
                <a:cubicBezTo>
                  <a:pt x="142" y="0"/>
                  <a:pt x="149" y="1"/>
                  <a:pt x="156" y="4"/>
                </a:cubicBezTo>
                <a:cubicBezTo>
                  <a:pt x="163" y="7"/>
                  <a:pt x="169" y="11"/>
                  <a:pt x="175" y="16"/>
                </a:cubicBezTo>
                <a:cubicBezTo>
                  <a:pt x="180" y="22"/>
                  <a:pt x="184" y="28"/>
                  <a:pt x="187" y="36"/>
                </a:cubicBezTo>
                <a:cubicBezTo>
                  <a:pt x="190" y="43"/>
                  <a:pt x="192" y="50"/>
                  <a:pt x="192" y="58"/>
                </a:cubicBezTo>
                <a:cubicBezTo>
                  <a:pt x="192" y="65"/>
                  <a:pt x="190" y="72"/>
                  <a:pt x="187" y="79"/>
                </a:cubicBezTo>
                <a:cubicBezTo>
                  <a:pt x="184" y="86"/>
                  <a:pt x="180" y="93"/>
                  <a:pt x="175" y="98"/>
                </a:cubicBezTo>
                <a:cubicBezTo>
                  <a:pt x="169" y="103"/>
                  <a:pt x="163" y="107"/>
                  <a:pt x="156" y="110"/>
                </a:cubicBezTo>
                <a:cubicBezTo>
                  <a:pt x="149" y="113"/>
                  <a:pt x="142" y="115"/>
                  <a:pt x="134" y="115"/>
                </a:cubicBezTo>
                <a:lnTo>
                  <a:pt x="58" y="115"/>
                </a:lnTo>
                <a:cubicBezTo>
                  <a:pt x="51" y="115"/>
                  <a:pt x="43" y="113"/>
                  <a:pt x="36" y="110"/>
                </a:cubicBezTo>
                <a:cubicBezTo>
                  <a:pt x="29" y="107"/>
                  <a:pt x="23" y="103"/>
                  <a:pt x="18" y="98"/>
                </a:cubicBezTo>
                <a:cubicBezTo>
                  <a:pt x="12" y="93"/>
                  <a:pt x="8" y="86"/>
                  <a:pt x="5" y="79"/>
                </a:cubicBezTo>
                <a:cubicBezTo>
                  <a:pt x="1" y="72"/>
                  <a:pt x="0" y="65"/>
                  <a:pt x="0" y="58"/>
                </a:cubicBezTo>
                <a:cubicBezTo>
                  <a:pt x="0" y="50"/>
                  <a:pt x="1" y="43"/>
                  <a:pt x="5" y="36"/>
                </a:cubicBezTo>
                <a:cubicBezTo>
                  <a:pt x="8" y="28"/>
                  <a:pt x="12" y="22"/>
                  <a:pt x="18" y="16"/>
                </a:cubicBezTo>
                <a:cubicBezTo>
                  <a:pt x="23" y="11"/>
                  <a:pt x="29" y="7"/>
                  <a:pt x="36" y="4"/>
                </a:cubicBezTo>
                <a:cubicBezTo>
                  <a:pt x="43" y="1"/>
                  <a:pt x="51" y="0"/>
                  <a:pt x="58" y="0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550600" y="1076040"/>
            <a:ext cx="28080" cy="41400"/>
          </a:xfrm>
          <a:custGeom>
            <a:avLst/>
            <a:gdLst/>
            <a:ahLst/>
            <a:rect l="0" t="0" r="r" b="b"/>
            <a:pathLst>
              <a:path w="78" h="115">
                <a:moveTo>
                  <a:pt x="78" y="58"/>
                </a:moveTo>
                <a:cubicBezTo>
                  <a:pt x="78" y="65"/>
                  <a:pt x="77" y="72"/>
                  <a:pt x="75" y="79"/>
                </a:cubicBezTo>
                <a:cubicBezTo>
                  <a:pt x="73" y="86"/>
                  <a:pt x="70" y="93"/>
                  <a:pt x="66" y="98"/>
                </a:cubicBezTo>
                <a:cubicBezTo>
                  <a:pt x="63" y="103"/>
                  <a:pt x="59" y="107"/>
                  <a:pt x="54" y="110"/>
                </a:cubicBezTo>
                <a:cubicBezTo>
                  <a:pt x="49" y="113"/>
                  <a:pt x="45" y="115"/>
                  <a:pt x="40" y="115"/>
                </a:cubicBezTo>
                <a:cubicBezTo>
                  <a:pt x="34" y="115"/>
                  <a:pt x="30" y="113"/>
                  <a:pt x="25" y="110"/>
                </a:cubicBezTo>
                <a:cubicBezTo>
                  <a:pt x="19" y="107"/>
                  <a:pt x="15" y="103"/>
                  <a:pt x="12" y="98"/>
                </a:cubicBezTo>
                <a:cubicBezTo>
                  <a:pt x="8" y="93"/>
                  <a:pt x="5" y="86"/>
                  <a:pt x="3" y="79"/>
                </a:cubicBezTo>
                <a:cubicBezTo>
                  <a:pt x="1" y="72"/>
                  <a:pt x="0" y="65"/>
                  <a:pt x="0" y="58"/>
                </a:cubicBezTo>
                <a:cubicBezTo>
                  <a:pt x="0" y="50"/>
                  <a:pt x="1" y="43"/>
                  <a:pt x="3" y="36"/>
                </a:cubicBezTo>
                <a:cubicBezTo>
                  <a:pt x="5" y="28"/>
                  <a:pt x="8" y="22"/>
                  <a:pt x="12" y="16"/>
                </a:cubicBezTo>
                <a:cubicBezTo>
                  <a:pt x="15" y="11"/>
                  <a:pt x="19" y="7"/>
                  <a:pt x="25" y="4"/>
                </a:cubicBezTo>
                <a:cubicBezTo>
                  <a:pt x="30" y="1"/>
                  <a:pt x="34" y="0"/>
                  <a:pt x="40" y="0"/>
                </a:cubicBezTo>
                <a:cubicBezTo>
                  <a:pt x="45" y="0"/>
                  <a:pt x="49" y="1"/>
                  <a:pt x="54" y="4"/>
                </a:cubicBezTo>
                <a:cubicBezTo>
                  <a:pt x="59" y="7"/>
                  <a:pt x="63" y="11"/>
                  <a:pt x="66" y="16"/>
                </a:cubicBezTo>
                <a:cubicBezTo>
                  <a:pt x="70" y="22"/>
                  <a:pt x="73" y="28"/>
                  <a:pt x="75" y="36"/>
                </a:cubicBezTo>
                <a:cubicBezTo>
                  <a:pt x="77" y="43"/>
                  <a:pt x="78" y="50"/>
                  <a:pt x="78" y="58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206360" y="788760"/>
            <a:ext cx="269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274760" y="1054440"/>
            <a:ext cx="107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701800" y="1007280"/>
            <a:ext cx="3334320" cy="445680"/>
          </a:xfrm>
          <a:custGeom>
            <a:avLst/>
            <a:gdLst/>
            <a:ahLst/>
            <a:rect l="0" t="0" r="r" b="b"/>
            <a:pathLst>
              <a:path w="9262" h="1238">
                <a:moveTo>
                  <a:pt x="152" y="0"/>
                </a:moveTo>
                <a:lnTo>
                  <a:pt x="9109" y="0"/>
                </a:lnTo>
                <a:cubicBezTo>
                  <a:pt x="9119" y="0"/>
                  <a:pt x="9129" y="1"/>
                  <a:pt x="9139" y="3"/>
                </a:cubicBezTo>
                <a:cubicBezTo>
                  <a:pt x="9149" y="5"/>
                  <a:pt x="9158" y="8"/>
                  <a:pt x="9168" y="12"/>
                </a:cubicBezTo>
                <a:cubicBezTo>
                  <a:pt x="9177" y="16"/>
                  <a:pt x="9186" y="20"/>
                  <a:pt x="9194" y="26"/>
                </a:cubicBezTo>
                <a:cubicBezTo>
                  <a:pt x="9202" y="31"/>
                  <a:pt x="9210" y="38"/>
                  <a:pt x="9217" y="45"/>
                </a:cubicBezTo>
                <a:cubicBezTo>
                  <a:pt x="9224" y="52"/>
                  <a:pt x="9230" y="60"/>
                  <a:pt x="9236" y="68"/>
                </a:cubicBezTo>
                <a:cubicBezTo>
                  <a:pt x="9242" y="76"/>
                  <a:pt x="9246" y="85"/>
                  <a:pt x="9250" y="94"/>
                </a:cubicBezTo>
                <a:cubicBezTo>
                  <a:pt x="9254" y="103"/>
                  <a:pt x="9257" y="113"/>
                  <a:pt x="9259" y="123"/>
                </a:cubicBezTo>
                <a:cubicBezTo>
                  <a:pt x="9261" y="133"/>
                  <a:pt x="9262" y="142"/>
                  <a:pt x="9262" y="152"/>
                </a:cubicBezTo>
                <a:lnTo>
                  <a:pt x="9262" y="1086"/>
                </a:lnTo>
                <a:cubicBezTo>
                  <a:pt x="9262" y="1096"/>
                  <a:pt x="9261" y="1106"/>
                  <a:pt x="9259" y="1116"/>
                </a:cubicBezTo>
                <a:cubicBezTo>
                  <a:pt x="9257" y="1126"/>
                  <a:pt x="9254" y="1135"/>
                  <a:pt x="9250" y="1144"/>
                </a:cubicBezTo>
                <a:cubicBezTo>
                  <a:pt x="9246" y="1154"/>
                  <a:pt x="9242" y="1162"/>
                  <a:pt x="9236" y="1171"/>
                </a:cubicBezTo>
                <a:cubicBezTo>
                  <a:pt x="9230" y="1179"/>
                  <a:pt x="9224" y="1187"/>
                  <a:pt x="9217" y="1194"/>
                </a:cubicBezTo>
                <a:cubicBezTo>
                  <a:pt x="9210" y="1201"/>
                  <a:pt x="9202" y="1207"/>
                  <a:pt x="9194" y="1213"/>
                </a:cubicBezTo>
                <a:cubicBezTo>
                  <a:pt x="9186" y="1218"/>
                  <a:pt x="9177" y="1223"/>
                  <a:pt x="9168" y="1227"/>
                </a:cubicBezTo>
                <a:cubicBezTo>
                  <a:pt x="9158" y="1231"/>
                  <a:pt x="9149" y="1234"/>
                  <a:pt x="9139" y="1236"/>
                </a:cubicBezTo>
                <a:cubicBezTo>
                  <a:pt x="9129" y="1237"/>
                  <a:pt x="9119" y="1238"/>
                  <a:pt x="9109" y="1238"/>
                </a:cubicBezTo>
                <a:lnTo>
                  <a:pt x="152" y="1238"/>
                </a:lnTo>
                <a:cubicBezTo>
                  <a:pt x="142" y="1238"/>
                  <a:pt x="132" y="1237"/>
                  <a:pt x="122" y="1236"/>
                </a:cubicBezTo>
                <a:cubicBezTo>
                  <a:pt x="113" y="1234"/>
                  <a:pt x="103" y="1231"/>
                  <a:pt x="94" y="1227"/>
                </a:cubicBezTo>
                <a:cubicBezTo>
                  <a:pt x="85" y="1223"/>
                  <a:pt x="76" y="1218"/>
                  <a:pt x="67" y="1213"/>
                </a:cubicBezTo>
                <a:cubicBezTo>
                  <a:pt x="59" y="1207"/>
                  <a:pt x="51" y="1201"/>
                  <a:pt x="44" y="1194"/>
                </a:cubicBezTo>
                <a:cubicBezTo>
                  <a:pt x="37" y="1187"/>
                  <a:pt x="31" y="1179"/>
                  <a:pt x="25" y="1171"/>
                </a:cubicBezTo>
                <a:cubicBezTo>
                  <a:pt x="20" y="1162"/>
                  <a:pt x="15" y="1154"/>
                  <a:pt x="11" y="1144"/>
                </a:cubicBezTo>
                <a:cubicBezTo>
                  <a:pt x="7" y="1135"/>
                  <a:pt x="5" y="1126"/>
                  <a:pt x="3" y="1116"/>
                </a:cubicBezTo>
                <a:cubicBezTo>
                  <a:pt x="1" y="1106"/>
                  <a:pt x="0" y="1096"/>
                  <a:pt x="0" y="1086"/>
                </a:cubicBezTo>
                <a:lnTo>
                  <a:pt x="0" y="152"/>
                </a:lnTo>
                <a:cubicBezTo>
                  <a:pt x="0" y="142"/>
                  <a:pt x="1" y="133"/>
                  <a:pt x="3" y="123"/>
                </a:cubicBezTo>
                <a:cubicBezTo>
                  <a:pt x="5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5" y="16"/>
                  <a:pt x="94" y="12"/>
                </a:cubicBezTo>
                <a:cubicBezTo>
                  <a:pt x="103" y="8"/>
                  <a:pt x="113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701800" y="1007280"/>
            <a:ext cx="3334320" cy="445680"/>
          </a:xfrm>
          <a:custGeom>
            <a:avLst/>
            <a:gdLst/>
            <a:ahLst/>
            <a:rect l="0" t="0" r="r" b="b"/>
            <a:pathLst>
              <a:path w="9262" h="1238">
                <a:moveTo>
                  <a:pt x="152" y="0"/>
                </a:moveTo>
                <a:lnTo>
                  <a:pt x="9109" y="0"/>
                </a:lnTo>
                <a:cubicBezTo>
                  <a:pt x="9119" y="0"/>
                  <a:pt x="9129" y="1"/>
                  <a:pt x="9139" y="3"/>
                </a:cubicBezTo>
                <a:cubicBezTo>
                  <a:pt x="9149" y="5"/>
                  <a:pt x="9158" y="8"/>
                  <a:pt x="9168" y="12"/>
                </a:cubicBezTo>
                <a:cubicBezTo>
                  <a:pt x="9177" y="16"/>
                  <a:pt x="9186" y="20"/>
                  <a:pt x="9194" y="26"/>
                </a:cubicBezTo>
                <a:cubicBezTo>
                  <a:pt x="9202" y="31"/>
                  <a:pt x="9210" y="38"/>
                  <a:pt x="9217" y="45"/>
                </a:cubicBezTo>
                <a:cubicBezTo>
                  <a:pt x="9224" y="52"/>
                  <a:pt x="9230" y="60"/>
                  <a:pt x="9236" y="68"/>
                </a:cubicBezTo>
                <a:cubicBezTo>
                  <a:pt x="9242" y="76"/>
                  <a:pt x="9246" y="85"/>
                  <a:pt x="9250" y="94"/>
                </a:cubicBezTo>
                <a:cubicBezTo>
                  <a:pt x="9254" y="103"/>
                  <a:pt x="9257" y="113"/>
                  <a:pt x="9259" y="123"/>
                </a:cubicBezTo>
                <a:cubicBezTo>
                  <a:pt x="9261" y="133"/>
                  <a:pt x="9262" y="142"/>
                  <a:pt x="9262" y="152"/>
                </a:cubicBezTo>
                <a:lnTo>
                  <a:pt x="9262" y="1086"/>
                </a:lnTo>
                <a:cubicBezTo>
                  <a:pt x="9262" y="1096"/>
                  <a:pt x="9261" y="1106"/>
                  <a:pt x="9259" y="1116"/>
                </a:cubicBezTo>
                <a:cubicBezTo>
                  <a:pt x="9257" y="1126"/>
                  <a:pt x="9254" y="1135"/>
                  <a:pt x="9250" y="1144"/>
                </a:cubicBezTo>
                <a:cubicBezTo>
                  <a:pt x="9246" y="1154"/>
                  <a:pt x="9242" y="1162"/>
                  <a:pt x="9236" y="1171"/>
                </a:cubicBezTo>
                <a:cubicBezTo>
                  <a:pt x="9230" y="1179"/>
                  <a:pt x="9224" y="1187"/>
                  <a:pt x="9217" y="1194"/>
                </a:cubicBezTo>
                <a:cubicBezTo>
                  <a:pt x="9210" y="1201"/>
                  <a:pt x="9202" y="1207"/>
                  <a:pt x="9194" y="1213"/>
                </a:cubicBezTo>
                <a:cubicBezTo>
                  <a:pt x="9186" y="1218"/>
                  <a:pt x="9177" y="1223"/>
                  <a:pt x="9168" y="1227"/>
                </a:cubicBezTo>
                <a:cubicBezTo>
                  <a:pt x="9158" y="1231"/>
                  <a:pt x="9149" y="1234"/>
                  <a:pt x="9139" y="1236"/>
                </a:cubicBezTo>
                <a:cubicBezTo>
                  <a:pt x="9129" y="1237"/>
                  <a:pt x="9119" y="1238"/>
                  <a:pt x="9109" y="1238"/>
                </a:cubicBezTo>
                <a:lnTo>
                  <a:pt x="152" y="1238"/>
                </a:lnTo>
                <a:cubicBezTo>
                  <a:pt x="142" y="1238"/>
                  <a:pt x="132" y="1237"/>
                  <a:pt x="122" y="1236"/>
                </a:cubicBezTo>
                <a:cubicBezTo>
                  <a:pt x="113" y="1234"/>
                  <a:pt x="103" y="1231"/>
                  <a:pt x="94" y="1227"/>
                </a:cubicBezTo>
                <a:cubicBezTo>
                  <a:pt x="85" y="1223"/>
                  <a:pt x="76" y="1218"/>
                  <a:pt x="67" y="1213"/>
                </a:cubicBezTo>
                <a:cubicBezTo>
                  <a:pt x="59" y="1207"/>
                  <a:pt x="51" y="1201"/>
                  <a:pt x="44" y="1194"/>
                </a:cubicBezTo>
                <a:cubicBezTo>
                  <a:pt x="37" y="1187"/>
                  <a:pt x="31" y="1179"/>
                  <a:pt x="25" y="1171"/>
                </a:cubicBezTo>
                <a:cubicBezTo>
                  <a:pt x="20" y="1162"/>
                  <a:pt x="15" y="1154"/>
                  <a:pt x="11" y="1144"/>
                </a:cubicBezTo>
                <a:cubicBezTo>
                  <a:pt x="7" y="1135"/>
                  <a:pt x="5" y="1126"/>
                  <a:pt x="3" y="1116"/>
                </a:cubicBezTo>
                <a:cubicBezTo>
                  <a:pt x="1" y="1106"/>
                  <a:pt x="0" y="1096"/>
                  <a:pt x="0" y="1086"/>
                </a:cubicBezTo>
                <a:lnTo>
                  <a:pt x="0" y="152"/>
                </a:lnTo>
                <a:cubicBezTo>
                  <a:pt x="0" y="142"/>
                  <a:pt x="1" y="133"/>
                  <a:pt x="3" y="123"/>
                </a:cubicBezTo>
                <a:cubicBezTo>
                  <a:pt x="5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5" y="16"/>
                  <a:pt x="94" y="12"/>
                </a:cubicBezTo>
                <a:cubicBezTo>
                  <a:pt x="103" y="8"/>
                  <a:pt x="113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5898600" y="1055160"/>
            <a:ext cx="89280" cy="82800"/>
          </a:xfrm>
          <a:custGeom>
            <a:avLst/>
            <a:gdLst/>
            <a:ahLst/>
            <a:rect l="0" t="0" r="r" b="b"/>
            <a:pathLst>
              <a:path w="248" h="230">
                <a:moveTo>
                  <a:pt x="0" y="58"/>
                </a:moveTo>
                <a:lnTo>
                  <a:pt x="153" y="58"/>
                </a:lnTo>
                <a:lnTo>
                  <a:pt x="153" y="0"/>
                </a:lnTo>
                <a:lnTo>
                  <a:pt x="248" y="115"/>
                </a:lnTo>
                <a:lnTo>
                  <a:pt x="153" y="230"/>
                </a:lnTo>
                <a:lnTo>
                  <a:pt x="153" y="173"/>
                </a:lnTo>
                <a:lnTo>
                  <a:pt x="0" y="173"/>
                </a:lnTo>
                <a:lnTo>
                  <a:pt x="0" y="58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1274760" y="1165320"/>
            <a:ext cx="1090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2770200" y="1054440"/>
            <a:ext cx="451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770200" y="1165320"/>
            <a:ext cx="2655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1557720" y="1452600"/>
            <a:ext cx="10800" cy="137520"/>
          </a:xfrm>
          <a:custGeom>
            <a:avLst/>
            <a:gdLst/>
            <a:ahLst/>
            <a:rect l="0" t="0" r="r" b="b"/>
            <a:pathLst>
              <a:path w="30" h="382">
                <a:moveTo>
                  <a:pt x="30" y="0"/>
                </a:moveTo>
                <a:lnTo>
                  <a:pt x="30" y="58"/>
                </a:lnTo>
                <a:lnTo>
                  <a:pt x="0" y="58"/>
                </a:lnTo>
                <a:lnTo>
                  <a:pt x="0" y="0"/>
                </a:lnTo>
                <a:lnTo>
                  <a:pt x="30" y="0"/>
                </a:lnTo>
                <a:moveTo>
                  <a:pt x="30" y="115"/>
                </a:moveTo>
                <a:lnTo>
                  <a:pt x="30" y="172"/>
                </a:lnTo>
                <a:lnTo>
                  <a:pt x="0" y="172"/>
                </a:lnTo>
                <a:lnTo>
                  <a:pt x="0" y="115"/>
                </a:lnTo>
                <a:lnTo>
                  <a:pt x="30" y="115"/>
                </a:lnTo>
                <a:moveTo>
                  <a:pt x="30" y="229"/>
                </a:moveTo>
                <a:lnTo>
                  <a:pt x="30" y="286"/>
                </a:lnTo>
                <a:lnTo>
                  <a:pt x="0" y="286"/>
                </a:lnTo>
                <a:lnTo>
                  <a:pt x="0" y="229"/>
                </a:lnTo>
                <a:lnTo>
                  <a:pt x="30" y="229"/>
                </a:lnTo>
                <a:moveTo>
                  <a:pt x="30" y="344"/>
                </a:moveTo>
                <a:lnTo>
                  <a:pt x="30" y="382"/>
                </a:lnTo>
                <a:lnTo>
                  <a:pt x="0" y="382"/>
                </a:lnTo>
                <a:lnTo>
                  <a:pt x="0" y="344"/>
                </a:lnTo>
                <a:lnTo>
                  <a:pt x="30" y="3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1528560" y="1548720"/>
            <a:ext cx="69120" cy="41400"/>
          </a:xfrm>
          <a:custGeom>
            <a:avLst/>
            <a:gdLst/>
            <a:ahLst/>
            <a:rect l="0" t="0" r="r" b="b"/>
            <a:pathLst>
              <a:path fill="none" w="192" h="115">
                <a:moveTo>
                  <a:pt x="0" y="0"/>
                </a:moveTo>
                <a:lnTo>
                  <a:pt x="96" y="115"/>
                </a:lnTo>
                <a:lnTo>
                  <a:pt x="192" y="0"/>
                </a:lnTo>
              </a:path>
            </a:pathLst>
          </a:custGeom>
          <a:ln w="1008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1398240" y="1617120"/>
            <a:ext cx="6730200" cy="918720"/>
          </a:xfrm>
          <a:custGeom>
            <a:avLst/>
            <a:gdLst/>
            <a:ahLst/>
            <a:rect l="0" t="0" r="r" b="b"/>
            <a:pathLst>
              <a:path w="18695" h="2552">
                <a:moveTo>
                  <a:pt x="0" y="0"/>
                </a:moveTo>
                <a:lnTo>
                  <a:pt x="18695" y="0"/>
                </a:lnTo>
                <a:lnTo>
                  <a:pt x="18695" y="2552"/>
                </a:lnTo>
                <a:lnTo>
                  <a:pt x="0" y="25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1395000" y="1613880"/>
            <a:ext cx="6736680" cy="925200"/>
          </a:xfrm>
          <a:custGeom>
            <a:avLst/>
            <a:gdLst/>
            <a:ahLst/>
            <a:rect l="0" t="0" r="r" b="b"/>
            <a:pathLst>
              <a:path w="18713" h="2570">
                <a:moveTo>
                  <a:pt x="162" y="0"/>
                </a:moveTo>
                <a:lnTo>
                  <a:pt x="257" y="0"/>
                </a:lnTo>
                <a:lnTo>
                  <a:pt x="257" y="19"/>
                </a:lnTo>
                <a:lnTo>
                  <a:pt x="162" y="19"/>
                </a:lnTo>
                <a:lnTo>
                  <a:pt x="162" y="0"/>
                </a:lnTo>
                <a:moveTo>
                  <a:pt x="314" y="0"/>
                </a:moveTo>
                <a:lnTo>
                  <a:pt x="409" y="0"/>
                </a:lnTo>
                <a:lnTo>
                  <a:pt x="409" y="19"/>
                </a:lnTo>
                <a:lnTo>
                  <a:pt x="314" y="19"/>
                </a:lnTo>
                <a:lnTo>
                  <a:pt x="314" y="0"/>
                </a:lnTo>
                <a:moveTo>
                  <a:pt x="466" y="0"/>
                </a:moveTo>
                <a:lnTo>
                  <a:pt x="562" y="0"/>
                </a:lnTo>
                <a:lnTo>
                  <a:pt x="562" y="19"/>
                </a:lnTo>
                <a:lnTo>
                  <a:pt x="466" y="19"/>
                </a:lnTo>
                <a:lnTo>
                  <a:pt x="466" y="0"/>
                </a:lnTo>
                <a:moveTo>
                  <a:pt x="619" y="0"/>
                </a:moveTo>
                <a:lnTo>
                  <a:pt x="714" y="0"/>
                </a:lnTo>
                <a:lnTo>
                  <a:pt x="714" y="19"/>
                </a:lnTo>
                <a:lnTo>
                  <a:pt x="619" y="19"/>
                </a:lnTo>
                <a:lnTo>
                  <a:pt x="619" y="0"/>
                </a:lnTo>
                <a:moveTo>
                  <a:pt x="771" y="0"/>
                </a:moveTo>
                <a:lnTo>
                  <a:pt x="867" y="0"/>
                </a:lnTo>
                <a:lnTo>
                  <a:pt x="867" y="19"/>
                </a:lnTo>
                <a:lnTo>
                  <a:pt x="771" y="19"/>
                </a:lnTo>
                <a:lnTo>
                  <a:pt x="771" y="0"/>
                </a:lnTo>
                <a:moveTo>
                  <a:pt x="924" y="0"/>
                </a:moveTo>
                <a:lnTo>
                  <a:pt x="1019" y="0"/>
                </a:lnTo>
                <a:lnTo>
                  <a:pt x="1019" y="19"/>
                </a:lnTo>
                <a:lnTo>
                  <a:pt x="924" y="19"/>
                </a:lnTo>
                <a:lnTo>
                  <a:pt x="924" y="0"/>
                </a:lnTo>
                <a:moveTo>
                  <a:pt x="1076" y="0"/>
                </a:moveTo>
                <a:lnTo>
                  <a:pt x="1171" y="0"/>
                </a:lnTo>
                <a:lnTo>
                  <a:pt x="1171" y="19"/>
                </a:lnTo>
                <a:lnTo>
                  <a:pt x="1076" y="19"/>
                </a:lnTo>
                <a:lnTo>
                  <a:pt x="1076" y="0"/>
                </a:lnTo>
                <a:moveTo>
                  <a:pt x="1229" y="0"/>
                </a:moveTo>
                <a:lnTo>
                  <a:pt x="1324" y="0"/>
                </a:lnTo>
                <a:lnTo>
                  <a:pt x="1324" y="19"/>
                </a:lnTo>
                <a:lnTo>
                  <a:pt x="1229" y="19"/>
                </a:lnTo>
                <a:lnTo>
                  <a:pt x="1229" y="0"/>
                </a:lnTo>
                <a:moveTo>
                  <a:pt x="1381" y="0"/>
                </a:moveTo>
                <a:lnTo>
                  <a:pt x="1476" y="0"/>
                </a:lnTo>
                <a:lnTo>
                  <a:pt x="1476" y="19"/>
                </a:lnTo>
                <a:lnTo>
                  <a:pt x="1381" y="19"/>
                </a:lnTo>
                <a:lnTo>
                  <a:pt x="1381" y="0"/>
                </a:lnTo>
                <a:moveTo>
                  <a:pt x="1534" y="0"/>
                </a:moveTo>
                <a:lnTo>
                  <a:pt x="1629" y="0"/>
                </a:lnTo>
                <a:lnTo>
                  <a:pt x="1629" y="19"/>
                </a:lnTo>
                <a:lnTo>
                  <a:pt x="1534" y="19"/>
                </a:lnTo>
                <a:lnTo>
                  <a:pt x="1534" y="0"/>
                </a:lnTo>
                <a:moveTo>
                  <a:pt x="1686" y="0"/>
                </a:moveTo>
                <a:lnTo>
                  <a:pt x="1781" y="0"/>
                </a:lnTo>
                <a:lnTo>
                  <a:pt x="1781" y="19"/>
                </a:lnTo>
                <a:lnTo>
                  <a:pt x="1686" y="19"/>
                </a:lnTo>
                <a:lnTo>
                  <a:pt x="1686" y="0"/>
                </a:lnTo>
                <a:moveTo>
                  <a:pt x="1838" y="0"/>
                </a:moveTo>
                <a:lnTo>
                  <a:pt x="1934" y="0"/>
                </a:lnTo>
                <a:lnTo>
                  <a:pt x="1934" y="19"/>
                </a:lnTo>
                <a:lnTo>
                  <a:pt x="1838" y="19"/>
                </a:lnTo>
                <a:lnTo>
                  <a:pt x="1838" y="0"/>
                </a:lnTo>
                <a:moveTo>
                  <a:pt x="1991" y="0"/>
                </a:moveTo>
                <a:lnTo>
                  <a:pt x="2086" y="0"/>
                </a:lnTo>
                <a:lnTo>
                  <a:pt x="2086" y="19"/>
                </a:lnTo>
                <a:lnTo>
                  <a:pt x="1991" y="19"/>
                </a:lnTo>
                <a:lnTo>
                  <a:pt x="1991" y="0"/>
                </a:lnTo>
                <a:moveTo>
                  <a:pt x="2143" y="0"/>
                </a:moveTo>
                <a:lnTo>
                  <a:pt x="2239" y="0"/>
                </a:lnTo>
                <a:lnTo>
                  <a:pt x="2239" y="19"/>
                </a:lnTo>
                <a:lnTo>
                  <a:pt x="2143" y="19"/>
                </a:lnTo>
                <a:lnTo>
                  <a:pt x="2143" y="0"/>
                </a:lnTo>
                <a:moveTo>
                  <a:pt x="2296" y="0"/>
                </a:moveTo>
                <a:lnTo>
                  <a:pt x="2391" y="0"/>
                </a:lnTo>
                <a:lnTo>
                  <a:pt x="2391" y="19"/>
                </a:lnTo>
                <a:lnTo>
                  <a:pt x="2296" y="19"/>
                </a:lnTo>
                <a:lnTo>
                  <a:pt x="2296" y="0"/>
                </a:lnTo>
                <a:moveTo>
                  <a:pt x="2448" y="0"/>
                </a:moveTo>
                <a:lnTo>
                  <a:pt x="2543" y="0"/>
                </a:lnTo>
                <a:lnTo>
                  <a:pt x="2543" y="19"/>
                </a:lnTo>
                <a:lnTo>
                  <a:pt x="2448" y="19"/>
                </a:lnTo>
                <a:lnTo>
                  <a:pt x="2448" y="0"/>
                </a:lnTo>
                <a:moveTo>
                  <a:pt x="2601" y="0"/>
                </a:moveTo>
                <a:lnTo>
                  <a:pt x="2696" y="0"/>
                </a:lnTo>
                <a:lnTo>
                  <a:pt x="2696" y="19"/>
                </a:lnTo>
                <a:lnTo>
                  <a:pt x="2601" y="19"/>
                </a:lnTo>
                <a:lnTo>
                  <a:pt x="2601" y="0"/>
                </a:lnTo>
                <a:moveTo>
                  <a:pt x="2753" y="0"/>
                </a:moveTo>
                <a:lnTo>
                  <a:pt x="2848" y="0"/>
                </a:lnTo>
                <a:lnTo>
                  <a:pt x="2848" y="19"/>
                </a:lnTo>
                <a:lnTo>
                  <a:pt x="2753" y="19"/>
                </a:lnTo>
                <a:lnTo>
                  <a:pt x="2753" y="0"/>
                </a:lnTo>
                <a:moveTo>
                  <a:pt x="2906" y="0"/>
                </a:moveTo>
                <a:lnTo>
                  <a:pt x="3001" y="0"/>
                </a:lnTo>
                <a:lnTo>
                  <a:pt x="3001" y="19"/>
                </a:lnTo>
                <a:lnTo>
                  <a:pt x="2906" y="19"/>
                </a:lnTo>
                <a:lnTo>
                  <a:pt x="2906" y="0"/>
                </a:lnTo>
                <a:moveTo>
                  <a:pt x="3058" y="0"/>
                </a:moveTo>
                <a:lnTo>
                  <a:pt x="3153" y="0"/>
                </a:lnTo>
                <a:lnTo>
                  <a:pt x="3153" y="19"/>
                </a:lnTo>
                <a:lnTo>
                  <a:pt x="3058" y="19"/>
                </a:lnTo>
                <a:lnTo>
                  <a:pt x="3058" y="0"/>
                </a:lnTo>
                <a:moveTo>
                  <a:pt x="3210" y="0"/>
                </a:moveTo>
                <a:lnTo>
                  <a:pt x="3306" y="0"/>
                </a:lnTo>
                <a:lnTo>
                  <a:pt x="3306" y="19"/>
                </a:lnTo>
                <a:lnTo>
                  <a:pt x="3210" y="19"/>
                </a:lnTo>
                <a:lnTo>
                  <a:pt x="3210" y="0"/>
                </a:lnTo>
                <a:moveTo>
                  <a:pt x="3363" y="0"/>
                </a:moveTo>
                <a:lnTo>
                  <a:pt x="3458" y="0"/>
                </a:lnTo>
                <a:lnTo>
                  <a:pt x="3458" y="19"/>
                </a:lnTo>
                <a:lnTo>
                  <a:pt x="3363" y="19"/>
                </a:lnTo>
                <a:lnTo>
                  <a:pt x="3363" y="0"/>
                </a:lnTo>
                <a:moveTo>
                  <a:pt x="3515" y="0"/>
                </a:moveTo>
                <a:lnTo>
                  <a:pt x="3611" y="0"/>
                </a:lnTo>
                <a:lnTo>
                  <a:pt x="3611" y="19"/>
                </a:lnTo>
                <a:lnTo>
                  <a:pt x="3515" y="19"/>
                </a:lnTo>
                <a:lnTo>
                  <a:pt x="3515" y="0"/>
                </a:lnTo>
                <a:moveTo>
                  <a:pt x="3668" y="0"/>
                </a:moveTo>
                <a:lnTo>
                  <a:pt x="3763" y="0"/>
                </a:lnTo>
                <a:lnTo>
                  <a:pt x="3763" y="19"/>
                </a:lnTo>
                <a:lnTo>
                  <a:pt x="3668" y="19"/>
                </a:lnTo>
                <a:lnTo>
                  <a:pt x="3668" y="0"/>
                </a:lnTo>
                <a:moveTo>
                  <a:pt x="3820" y="0"/>
                </a:moveTo>
                <a:lnTo>
                  <a:pt x="3915" y="0"/>
                </a:lnTo>
                <a:lnTo>
                  <a:pt x="3915" y="19"/>
                </a:lnTo>
                <a:lnTo>
                  <a:pt x="3820" y="19"/>
                </a:lnTo>
                <a:lnTo>
                  <a:pt x="3820" y="0"/>
                </a:lnTo>
                <a:moveTo>
                  <a:pt x="3973" y="0"/>
                </a:moveTo>
                <a:lnTo>
                  <a:pt x="4068" y="0"/>
                </a:lnTo>
                <a:lnTo>
                  <a:pt x="4068" y="19"/>
                </a:lnTo>
                <a:lnTo>
                  <a:pt x="3973" y="19"/>
                </a:lnTo>
                <a:lnTo>
                  <a:pt x="3973" y="0"/>
                </a:lnTo>
                <a:moveTo>
                  <a:pt x="4125" y="0"/>
                </a:moveTo>
                <a:lnTo>
                  <a:pt x="4220" y="0"/>
                </a:lnTo>
                <a:lnTo>
                  <a:pt x="4220" y="19"/>
                </a:lnTo>
                <a:lnTo>
                  <a:pt x="4125" y="19"/>
                </a:lnTo>
                <a:lnTo>
                  <a:pt x="4125" y="0"/>
                </a:lnTo>
                <a:moveTo>
                  <a:pt x="4278" y="0"/>
                </a:moveTo>
                <a:lnTo>
                  <a:pt x="4373" y="0"/>
                </a:lnTo>
                <a:lnTo>
                  <a:pt x="4373" y="19"/>
                </a:lnTo>
                <a:lnTo>
                  <a:pt x="4278" y="19"/>
                </a:lnTo>
                <a:lnTo>
                  <a:pt x="4278" y="0"/>
                </a:lnTo>
                <a:moveTo>
                  <a:pt x="4430" y="0"/>
                </a:moveTo>
                <a:lnTo>
                  <a:pt x="4525" y="0"/>
                </a:lnTo>
                <a:lnTo>
                  <a:pt x="4525" y="19"/>
                </a:lnTo>
                <a:lnTo>
                  <a:pt x="4430" y="19"/>
                </a:lnTo>
                <a:lnTo>
                  <a:pt x="4430" y="0"/>
                </a:lnTo>
                <a:moveTo>
                  <a:pt x="4582" y="0"/>
                </a:moveTo>
                <a:lnTo>
                  <a:pt x="4678" y="0"/>
                </a:lnTo>
                <a:lnTo>
                  <a:pt x="4678" y="19"/>
                </a:lnTo>
                <a:lnTo>
                  <a:pt x="4582" y="19"/>
                </a:lnTo>
                <a:lnTo>
                  <a:pt x="4582" y="0"/>
                </a:lnTo>
                <a:moveTo>
                  <a:pt x="4735" y="0"/>
                </a:moveTo>
                <a:lnTo>
                  <a:pt x="4830" y="0"/>
                </a:lnTo>
                <a:lnTo>
                  <a:pt x="4830" y="19"/>
                </a:lnTo>
                <a:lnTo>
                  <a:pt x="4735" y="19"/>
                </a:lnTo>
                <a:lnTo>
                  <a:pt x="4735" y="0"/>
                </a:lnTo>
                <a:moveTo>
                  <a:pt x="4887" y="0"/>
                </a:moveTo>
                <a:lnTo>
                  <a:pt x="4983" y="0"/>
                </a:lnTo>
                <a:lnTo>
                  <a:pt x="4983" y="19"/>
                </a:lnTo>
                <a:lnTo>
                  <a:pt x="4887" y="19"/>
                </a:lnTo>
                <a:lnTo>
                  <a:pt x="4887" y="0"/>
                </a:lnTo>
                <a:moveTo>
                  <a:pt x="5040" y="0"/>
                </a:moveTo>
                <a:lnTo>
                  <a:pt x="5135" y="0"/>
                </a:lnTo>
                <a:lnTo>
                  <a:pt x="5135" y="19"/>
                </a:lnTo>
                <a:lnTo>
                  <a:pt x="5040" y="19"/>
                </a:lnTo>
                <a:lnTo>
                  <a:pt x="5040" y="0"/>
                </a:lnTo>
                <a:moveTo>
                  <a:pt x="5192" y="0"/>
                </a:moveTo>
                <a:lnTo>
                  <a:pt x="5287" y="0"/>
                </a:lnTo>
                <a:lnTo>
                  <a:pt x="5287" y="19"/>
                </a:lnTo>
                <a:lnTo>
                  <a:pt x="5192" y="19"/>
                </a:lnTo>
                <a:lnTo>
                  <a:pt x="5192" y="0"/>
                </a:lnTo>
                <a:moveTo>
                  <a:pt x="5345" y="0"/>
                </a:moveTo>
                <a:lnTo>
                  <a:pt x="5440" y="0"/>
                </a:lnTo>
                <a:lnTo>
                  <a:pt x="5440" y="19"/>
                </a:lnTo>
                <a:lnTo>
                  <a:pt x="5345" y="19"/>
                </a:lnTo>
                <a:lnTo>
                  <a:pt x="5345" y="0"/>
                </a:lnTo>
                <a:moveTo>
                  <a:pt x="5498" y="0"/>
                </a:moveTo>
                <a:lnTo>
                  <a:pt x="5593" y="0"/>
                </a:lnTo>
                <a:lnTo>
                  <a:pt x="5593" y="19"/>
                </a:lnTo>
                <a:lnTo>
                  <a:pt x="5498" y="19"/>
                </a:lnTo>
                <a:lnTo>
                  <a:pt x="5498" y="0"/>
                </a:lnTo>
                <a:moveTo>
                  <a:pt x="5651" y="0"/>
                </a:moveTo>
                <a:lnTo>
                  <a:pt x="5746" y="0"/>
                </a:lnTo>
                <a:lnTo>
                  <a:pt x="5746" y="19"/>
                </a:lnTo>
                <a:lnTo>
                  <a:pt x="5651" y="19"/>
                </a:lnTo>
                <a:lnTo>
                  <a:pt x="5651" y="0"/>
                </a:lnTo>
                <a:moveTo>
                  <a:pt x="5803" y="0"/>
                </a:moveTo>
                <a:lnTo>
                  <a:pt x="5898" y="0"/>
                </a:lnTo>
                <a:lnTo>
                  <a:pt x="5898" y="19"/>
                </a:lnTo>
                <a:lnTo>
                  <a:pt x="5803" y="19"/>
                </a:lnTo>
                <a:lnTo>
                  <a:pt x="5803" y="0"/>
                </a:lnTo>
                <a:moveTo>
                  <a:pt x="5955" y="0"/>
                </a:moveTo>
                <a:lnTo>
                  <a:pt x="6051" y="0"/>
                </a:lnTo>
                <a:lnTo>
                  <a:pt x="6051" y="19"/>
                </a:lnTo>
                <a:lnTo>
                  <a:pt x="5955" y="19"/>
                </a:lnTo>
                <a:lnTo>
                  <a:pt x="5955" y="0"/>
                </a:lnTo>
                <a:moveTo>
                  <a:pt x="6108" y="0"/>
                </a:moveTo>
                <a:lnTo>
                  <a:pt x="6203" y="0"/>
                </a:lnTo>
                <a:lnTo>
                  <a:pt x="6203" y="19"/>
                </a:lnTo>
                <a:lnTo>
                  <a:pt x="6108" y="19"/>
                </a:lnTo>
                <a:lnTo>
                  <a:pt x="6108" y="0"/>
                </a:lnTo>
                <a:moveTo>
                  <a:pt x="6260" y="0"/>
                </a:moveTo>
                <a:lnTo>
                  <a:pt x="6356" y="0"/>
                </a:lnTo>
                <a:lnTo>
                  <a:pt x="6356" y="19"/>
                </a:lnTo>
                <a:lnTo>
                  <a:pt x="6260" y="19"/>
                </a:lnTo>
                <a:lnTo>
                  <a:pt x="6260" y="0"/>
                </a:lnTo>
                <a:moveTo>
                  <a:pt x="6413" y="0"/>
                </a:moveTo>
                <a:lnTo>
                  <a:pt x="6508" y="0"/>
                </a:lnTo>
                <a:lnTo>
                  <a:pt x="6508" y="19"/>
                </a:lnTo>
                <a:lnTo>
                  <a:pt x="6413" y="19"/>
                </a:lnTo>
                <a:lnTo>
                  <a:pt x="6413" y="0"/>
                </a:lnTo>
                <a:moveTo>
                  <a:pt x="6565" y="0"/>
                </a:moveTo>
                <a:lnTo>
                  <a:pt x="6660" y="0"/>
                </a:lnTo>
                <a:lnTo>
                  <a:pt x="6660" y="19"/>
                </a:lnTo>
                <a:lnTo>
                  <a:pt x="6565" y="19"/>
                </a:lnTo>
                <a:lnTo>
                  <a:pt x="6565" y="0"/>
                </a:lnTo>
                <a:moveTo>
                  <a:pt x="6718" y="0"/>
                </a:moveTo>
                <a:lnTo>
                  <a:pt x="6813" y="0"/>
                </a:lnTo>
                <a:lnTo>
                  <a:pt x="6813" y="19"/>
                </a:lnTo>
                <a:lnTo>
                  <a:pt x="6718" y="19"/>
                </a:lnTo>
                <a:lnTo>
                  <a:pt x="6718" y="0"/>
                </a:lnTo>
                <a:moveTo>
                  <a:pt x="6870" y="0"/>
                </a:moveTo>
                <a:lnTo>
                  <a:pt x="6965" y="0"/>
                </a:lnTo>
                <a:lnTo>
                  <a:pt x="6965" y="19"/>
                </a:lnTo>
                <a:lnTo>
                  <a:pt x="6870" y="19"/>
                </a:lnTo>
                <a:lnTo>
                  <a:pt x="6870" y="0"/>
                </a:lnTo>
                <a:moveTo>
                  <a:pt x="7023" y="0"/>
                </a:moveTo>
                <a:lnTo>
                  <a:pt x="7118" y="0"/>
                </a:lnTo>
                <a:lnTo>
                  <a:pt x="7118" y="19"/>
                </a:lnTo>
                <a:lnTo>
                  <a:pt x="7023" y="19"/>
                </a:lnTo>
                <a:lnTo>
                  <a:pt x="7023" y="0"/>
                </a:lnTo>
                <a:moveTo>
                  <a:pt x="7175" y="0"/>
                </a:moveTo>
                <a:lnTo>
                  <a:pt x="7270" y="0"/>
                </a:lnTo>
                <a:lnTo>
                  <a:pt x="7270" y="19"/>
                </a:lnTo>
                <a:lnTo>
                  <a:pt x="7175" y="19"/>
                </a:lnTo>
                <a:lnTo>
                  <a:pt x="7175" y="0"/>
                </a:lnTo>
                <a:moveTo>
                  <a:pt x="7327" y="0"/>
                </a:moveTo>
                <a:lnTo>
                  <a:pt x="7423" y="0"/>
                </a:lnTo>
                <a:lnTo>
                  <a:pt x="7423" y="19"/>
                </a:lnTo>
                <a:lnTo>
                  <a:pt x="7327" y="19"/>
                </a:lnTo>
                <a:lnTo>
                  <a:pt x="7327" y="0"/>
                </a:lnTo>
                <a:moveTo>
                  <a:pt x="7480" y="0"/>
                </a:moveTo>
                <a:lnTo>
                  <a:pt x="7575" y="0"/>
                </a:lnTo>
                <a:lnTo>
                  <a:pt x="7575" y="19"/>
                </a:lnTo>
                <a:lnTo>
                  <a:pt x="7480" y="19"/>
                </a:lnTo>
                <a:lnTo>
                  <a:pt x="7480" y="0"/>
                </a:lnTo>
                <a:moveTo>
                  <a:pt x="7632" y="0"/>
                </a:moveTo>
                <a:lnTo>
                  <a:pt x="7728" y="0"/>
                </a:lnTo>
                <a:lnTo>
                  <a:pt x="7728" y="19"/>
                </a:lnTo>
                <a:lnTo>
                  <a:pt x="7632" y="19"/>
                </a:lnTo>
                <a:lnTo>
                  <a:pt x="7632" y="0"/>
                </a:lnTo>
                <a:moveTo>
                  <a:pt x="7785" y="0"/>
                </a:moveTo>
                <a:lnTo>
                  <a:pt x="7880" y="0"/>
                </a:lnTo>
                <a:lnTo>
                  <a:pt x="7880" y="19"/>
                </a:lnTo>
                <a:lnTo>
                  <a:pt x="7785" y="19"/>
                </a:lnTo>
                <a:lnTo>
                  <a:pt x="7785" y="0"/>
                </a:lnTo>
                <a:moveTo>
                  <a:pt x="7937" y="0"/>
                </a:moveTo>
                <a:lnTo>
                  <a:pt x="8032" y="0"/>
                </a:lnTo>
                <a:lnTo>
                  <a:pt x="8032" y="19"/>
                </a:lnTo>
                <a:lnTo>
                  <a:pt x="7937" y="19"/>
                </a:lnTo>
                <a:lnTo>
                  <a:pt x="7937" y="0"/>
                </a:lnTo>
                <a:moveTo>
                  <a:pt x="8090" y="0"/>
                </a:moveTo>
                <a:lnTo>
                  <a:pt x="8185" y="0"/>
                </a:lnTo>
                <a:lnTo>
                  <a:pt x="8185" y="19"/>
                </a:lnTo>
                <a:lnTo>
                  <a:pt x="8090" y="19"/>
                </a:lnTo>
                <a:lnTo>
                  <a:pt x="8090" y="0"/>
                </a:lnTo>
                <a:moveTo>
                  <a:pt x="8242" y="0"/>
                </a:moveTo>
                <a:lnTo>
                  <a:pt x="8337" y="0"/>
                </a:lnTo>
                <a:lnTo>
                  <a:pt x="8337" y="19"/>
                </a:lnTo>
                <a:lnTo>
                  <a:pt x="8242" y="19"/>
                </a:lnTo>
                <a:lnTo>
                  <a:pt x="8242" y="0"/>
                </a:lnTo>
                <a:moveTo>
                  <a:pt x="8395" y="0"/>
                </a:moveTo>
                <a:lnTo>
                  <a:pt x="8490" y="0"/>
                </a:lnTo>
                <a:lnTo>
                  <a:pt x="8490" y="19"/>
                </a:lnTo>
                <a:lnTo>
                  <a:pt x="8395" y="19"/>
                </a:lnTo>
                <a:lnTo>
                  <a:pt x="8395" y="0"/>
                </a:lnTo>
                <a:moveTo>
                  <a:pt x="8547" y="0"/>
                </a:moveTo>
                <a:lnTo>
                  <a:pt x="8642" y="0"/>
                </a:lnTo>
                <a:lnTo>
                  <a:pt x="8642" y="19"/>
                </a:lnTo>
                <a:lnTo>
                  <a:pt x="8547" y="19"/>
                </a:lnTo>
                <a:lnTo>
                  <a:pt x="8547" y="0"/>
                </a:lnTo>
                <a:moveTo>
                  <a:pt x="8699" y="0"/>
                </a:moveTo>
                <a:lnTo>
                  <a:pt x="8795" y="0"/>
                </a:lnTo>
                <a:lnTo>
                  <a:pt x="8795" y="19"/>
                </a:lnTo>
                <a:lnTo>
                  <a:pt x="8699" y="19"/>
                </a:lnTo>
                <a:lnTo>
                  <a:pt x="8699" y="0"/>
                </a:lnTo>
                <a:moveTo>
                  <a:pt x="8852" y="0"/>
                </a:moveTo>
                <a:lnTo>
                  <a:pt x="8947" y="0"/>
                </a:lnTo>
                <a:lnTo>
                  <a:pt x="8947" y="19"/>
                </a:lnTo>
                <a:lnTo>
                  <a:pt x="8852" y="19"/>
                </a:lnTo>
                <a:lnTo>
                  <a:pt x="8852" y="0"/>
                </a:lnTo>
                <a:moveTo>
                  <a:pt x="9004" y="0"/>
                </a:moveTo>
                <a:lnTo>
                  <a:pt x="9100" y="0"/>
                </a:lnTo>
                <a:lnTo>
                  <a:pt x="9100" y="19"/>
                </a:lnTo>
                <a:lnTo>
                  <a:pt x="9004" y="19"/>
                </a:lnTo>
                <a:lnTo>
                  <a:pt x="9004" y="0"/>
                </a:lnTo>
                <a:moveTo>
                  <a:pt x="9157" y="0"/>
                </a:moveTo>
                <a:lnTo>
                  <a:pt x="9252" y="0"/>
                </a:lnTo>
                <a:lnTo>
                  <a:pt x="9252" y="19"/>
                </a:lnTo>
                <a:lnTo>
                  <a:pt x="9157" y="19"/>
                </a:lnTo>
                <a:lnTo>
                  <a:pt x="9157" y="0"/>
                </a:lnTo>
                <a:moveTo>
                  <a:pt x="9309" y="0"/>
                </a:moveTo>
                <a:lnTo>
                  <a:pt x="9405" y="0"/>
                </a:lnTo>
                <a:lnTo>
                  <a:pt x="9405" y="19"/>
                </a:lnTo>
                <a:lnTo>
                  <a:pt x="9309" y="19"/>
                </a:lnTo>
                <a:lnTo>
                  <a:pt x="9309" y="0"/>
                </a:lnTo>
                <a:moveTo>
                  <a:pt x="9462" y="0"/>
                </a:moveTo>
                <a:lnTo>
                  <a:pt x="9557" y="0"/>
                </a:lnTo>
                <a:lnTo>
                  <a:pt x="9557" y="19"/>
                </a:lnTo>
                <a:lnTo>
                  <a:pt x="9462" y="19"/>
                </a:lnTo>
                <a:lnTo>
                  <a:pt x="9462" y="0"/>
                </a:lnTo>
                <a:moveTo>
                  <a:pt x="9614" y="0"/>
                </a:moveTo>
                <a:lnTo>
                  <a:pt x="9709" y="0"/>
                </a:lnTo>
                <a:lnTo>
                  <a:pt x="9709" y="19"/>
                </a:lnTo>
                <a:lnTo>
                  <a:pt x="9614" y="19"/>
                </a:lnTo>
                <a:lnTo>
                  <a:pt x="9614" y="0"/>
                </a:lnTo>
                <a:moveTo>
                  <a:pt x="9767" y="0"/>
                </a:moveTo>
                <a:lnTo>
                  <a:pt x="9862" y="0"/>
                </a:lnTo>
                <a:lnTo>
                  <a:pt x="9862" y="19"/>
                </a:lnTo>
                <a:lnTo>
                  <a:pt x="9767" y="19"/>
                </a:lnTo>
                <a:lnTo>
                  <a:pt x="9767" y="0"/>
                </a:lnTo>
                <a:moveTo>
                  <a:pt x="9919" y="0"/>
                </a:moveTo>
                <a:lnTo>
                  <a:pt x="10014" y="0"/>
                </a:lnTo>
                <a:lnTo>
                  <a:pt x="10014" y="19"/>
                </a:lnTo>
                <a:lnTo>
                  <a:pt x="9919" y="19"/>
                </a:lnTo>
                <a:lnTo>
                  <a:pt x="9919" y="0"/>
                </a:lnTo>
                <a:moveTo>
                  <a:pt x="10071" y="0"/>
                </a:moveTo>
                <a:lnTo>
                  <a:pt x="10167" y="0"/>
                </a:lnTo>
                <a:lnTo>
                  <a:pt x="10167" y="19"/>
                </a:lnTo>
                <a:lnTo>
                  <a:pt x="10071" y="19"/>
                </a:lnTo>
                <a:lnTo>
                  <a:pt x="10071" y="0"/>
                </a:lnTo>
                <a:moveTo>
                  <a:pt x="10224" y="0"/>
                </a:moveTo>
                <a:lnTo>
                  <a:pt x="10319" y="0"/>
                </a:lnTo>
                <a:lnTo>
                  <a:pt x="10319" y="19"/>
                </a:lnTo>
                <a:lnTo>
                  <a:pt x="10224" y="19"/>
                </a:lnTo>
                <a:lnTo>
                  <a:pt x="10224" y="0"/>
                </a:lnTo>
                <a:moveTo>
                  <a:pt x="10376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6" y="19"/>
                </a:lnTo>
                <a:lnTo>
                  <a:pt x="10376" y="0"/>
                </a:lnTo>
                <a:moveTo>
                  <a:pt x="10529" y="0"/>
                </a:moveTo>
                <a:lnTo>
                  <a:pt x="10624" y="0"/>
                </a:lnTo>
                <a:lnTo>
                  <a:pt x="10624" y="19"/>
                </a:lnTo>
                <a:lnTo>
                  <a:pt x="10529" y="19"/>
                </a:lnTo>
                <a:lnTo>
                  <a:pt x="10529" y="0"/>
                </a:lnTo>
                <a:moveTo>
                  <a:pt x="10681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1" y="19"/>
                </a:lnTo>
                <a:lnTo>
                  <a:pt x="10681" y="0"/>
                </a:lnTo>
                <a:moveTo>
                  <a:pt x="10834" y="0"/>
                </a:moveTo>
                <a:lnTo>
                  <a:pt x="10929" y="0"/>
                </a:lnTo>
                <a:lnTo>
                  <a:pt x="10929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6" y="0"/>
                </a:moveTo>
                <a:lnTo>
                  <a:pt x="11081" y="0"/>
                </a:lnTo>
                <a:lnTo>
                  <a:pt x="11081" y="19"/>
                </a:lnTo>
                <a:lnTo>
                  <a:pt x="10986" y="19"/>
                </a:lnTo>
                <a:lnTo>
                  <a:pt x="10986" y="0"/>
                </a:lnTo>
                <a:moveTo>
                  <a:pt x="11139" y="0"/>
                </a:moveTo>
                <a:lnTo>
                  <a:pt x="11234" y="0"/>
                </a:lnTo>
                <a:lnTo>
                  <a:pt x="11234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1" y="0"/>
                </a:moveTo>
                <a:lnTo>
                  <a:pt x="11386" y="0"/>
                </a:lnTo>
                <a:lnTo>
                  <a:pt x="11386" y="19"/>
                </a:lnTo>
                <a:lnTo>
                  <a:pt x="11291" y="19"/>
                </a:lnTo>
                <a:lnTo>
                  <a:pt x="11291" y="0"/>
                </a:lnTo>
                <a:moveTo>
                  <a:pt x="11443" y="0"/>
                </a:moveTo>
                <a:lnTo>
                  <a:pt x="11539" y="0"/>
                </a:lnTo>
                <a:lnTo>
                  <a:pt x="11539" y="19"/>
                </a:lnTo>
                <a:lnTo>
                  <a:pt x="11443" y="19"/>
                </a:lnTo>
                <a:lnTo>
                  <a:pt x="11443" y="0"/>
                </a:lnTo>
                <a:moveTo>
                  <a:pt x="11596" y="0"/>
                </a:moveTo>
                <a:lnTo>
                  <a:pt x="11691" y="0"/>
                </a:lnTo>
                <a:lnTo>
                  <a:pt x="11691" y="19"/>
                </a:lnTo>
                <a:lnTo>
                  <a:pt x="11596" y="19"/>
                </a:lnTo>
                <a:lnTo>
                  <a:pt x="11596" y="0"/>
                </a:lnTo>
                <a:moveTo>
                  <a:pt x="11748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8" y="19"/>
                </a:lnTo>
                <a:lnTo>
                  <a:pt x="11748" y="0"/>
                </a:lnTo>
                <a:moveTo>
                  <a:pt x="11901" y="0"/>
                </a:moveTo>
                <a:lnTo>
                  <a:pt x="11996" y="0"/>
                </a:lnTo>
                <a:lnTo>
                  <a:pt x="11996" y="19"/>
                </a:lnTo>
                <a:lnTo>
                  <a:pt x="11901" y="19"/>
                </a:lnTo>
                <a:lnTo>
                  <a:pt x="11901" y="0"/>
                </a:lnTo>
                <a:moveTo>
                  <a:pt x="12053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3" y="19"/>
                </a:lnTo>
                <a:lnTo>
                  <a:pt x="12053" y="0"/>
                </a:lnTo>
                <a:moveTo>
                  <a:pt x="12206" y="0"/>
                </a:moveTo>
                <a:lnTo>
                  <a:pt x="12301" y="0"/>
                </a:lnTo>
                <a:lnTo>
                  <a:pt x="12301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8" y="0"/>
                </a:moveTo>
                <a:lnTo>
                  <a:pt x="12453" y="0"/>
                </a:lnTo>
                <a:lnTo>
                  <a:pt x="12453" y="19"/>
                </a:lnTo>
                <a:lnTo>
                  <a:pt x="12358" y="19"/>
                </a:lnTo>
                <a:lnTo>
                  <a:pt x="12358" y="0"/>
                </a:lnTo>
                <a:moveTo>
                  <a:pt x="12511" y="0"/>
                </a:moveTo>
                <a:lnTo>
                  <a:pt x="12606" y="0"/>
                </a:lnTo>
                <a:lnTo>
                  <a:pt x="12606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663" y="0"/>
                </a:moveTo>
                <a:lnTo>
                  <a:pt x="12758" y="0"/>
                </a:lnTo>
                <a:lnTo>
                  <a:pt x="12758" y="19"/>
                </a:lnTo>
                <a:lnTo>
                  <a:pt x="12663" y="19"/>
                </a:lnTo>
                <a:lnTo>
                  <a:pt x="12663" y="0"/>
                </a:lnTo>
                <a:moveTo>
                  <a:pt x="12815" y="0"/>
                </a:moveTo>
                <a:lnTo>
                  <a:pt x="12911" y="0"/>
                </a:lnTo>
                <a:lnTo>
                  <a:pt x="12911" y="19"/>
                </a:lnTo>
                <a:lnTo>
                  <a:pt x="12815" y="19"/>
                </a:lnTo>
                <a:lnTo>
                  <a:pt x="12815" y="0"/>
                </a:lnTo>
                <a:moveTo>
                  <a:pt x="12968" y="0"/>
                </a:moveTo>
                <a:lnTo>
                  <a:pt x="13063" y="0"/>
                </a:lnTo>
                <a:lnTo>
                  <a:pt x="13063" y="19"/>
                </a:lnTo>
                <a:lnTo>
                  <a:pt x="12968" y="19"/>
                </a:lnTo>
                <a:lnTo>
                  <a:pt x="12968" y="0"/>
                </a:lnTo>
                <a:moveTo>
                  <a:pt x="13120" y="0"/>
                </a:moveTo>
                <a:lnTo>
                  <a:pt x="13216" y="0"/>
                </a:lnTo>
                <a:lnTo>
                  <a:pt x="13216" y="19"/>
                </a:lnTo>
                <a:lnTo>
                  <a:pt x="13120" y="19"/>
                </a:lnTo>
                <a:lnTo>
                  <a:pt x="13120" y="0"/>
                </a:lnTo>
                <a:moveTo>
                  <a:pt x="13273" y="0"/>
                </a:moveTo>
                <a:lnTo>
                  <a:pt x="13368" y="0"/>
                </a:lnTo>
                <a:lnTo>
                  <a:pt x="13368" y="19"/>
                </a:lnTo>
                <a:lnTo>
                  <a:pt x="13273" y="19"/>
                </a:lnTo>
                <a:lnTo>
                  <a:pt x="13273" y="0"/>
                </a:lnTo>
                <a:moveTo>
                  <a:pt x="13425" y="0"/>
                </a:moveTo>
                <a:lnTo>
                  <a:pt x="13521" y="0"/>
                </a:lnTo>
                <a:lnTo>
                  <a:pt x="13521" y="19"/>
                </a:lnTo>
                <a:lnTo>
                  <a:pt x="13425" y="19"/>
                </a:lnTo>
                <a:lnTo>
                  <a:pt x="13425" y="0"/>
                </a:lnTo>
                <a:moveTo>
                  <a:pt x="13578" y="0"/>
                </a:moveTo>
                <a:lnTo>
                  <a:pt x="13673" y="0"/>
                </a:lnTo>
                <a:lnTo>
                  <a:pt x="13673" y="19"/>
                </a:lnTo>
                <a:lnTo>
                  <a:pt x="13578" y="19"/>
                </a:lnTo>
                <a:lnTo>
                  <a:pt x="13578" y="0"/>
                </a:lnTo>
                <a:moveTo>
                  <a:pt x="13730" y="0"/>
                </a:moveTo>
                <a:lnTo>
                  <a:pt x="13825" y="0"/>
                </a:lnTo>
                <a:lnTo>
                  <a:pt x="13825" y="19"/>
                </a:lnTo>
                <a:lnTo>
                  <a:pt x="13730" y="19"/>
                </a:lnTo>
                <a:lnTo>
                  <a:pt x="13730" y="0"/>
                </a:lnTo>
                <a:moveTo>
                  <a:pt x="13883" y="0"/>
                </a:moveTo>
                <a:lnTo>
                  <a:pt x="13978" y="0"/>
                </a:lnTo>
                <a:lnTo>
                  <a:pt x="13978" y="19"/>
                </a:lnTo>
                <a:lnTo>
                  <a:pt x="13883" y="19"/>
                </a:lnTo>
                <a:lnTo>
                  <a:pt x="13883" y="0"/>
                </a:lnTo>
                <a:moveTo>
                  <a:pt x="14035" y="0"/>
                </a:moveTo>
                <a:lnTo>
                  <a:pt x="14130" y="0"/>
                </a:lnTo>
                <a:lnTo>
                  <a:pt x="14130" y="19"/>
                </a:lnTo>
                <a:lnTo>
                  <a:pt x="14035" y="19"/>
                </a:lnTo>
                <a:lnTo>
                  <a:pt x="14035" y="0"/>
                </a:lnTo>
                <a:moveTo>
                  <a:pt x="14187" y="0"/>
                </a:moveTo>
                <a:lnTo>
                  <a:pt x="14283" y="0"/>
                </a:lnTo>
                <a:lnTo>
                  <a:pt x="14283" y="19"/>
                </a:lnTo>
                <a:lnTo>
                  <a:pt x="14187" y="19"/>
                </a:lnTo>
                <a:lnTo>
                  <a:pt x="14187" y="0"/>
                </a:lnTo>
                <a:moveTo>
                  <a:pt x="14340" y="0"/>
                </a:moveTo>
                <a:lnTo>
                  <a:pt x="14435" y="0"/>
                </a:lnTo>
                <a:lnTo>
                  <a:pt x="14435" y="19"/>
                </a:lnTo>
                <a:lnTo>
                  <a:pt x="14340" y="19"/>
                </a:lnTo>
                <a:lnTo>
                  <a:pt x="14340" y="0"/>
                </a:lnTo>
                <a:moveTo>
                  <a:pt x="14492" y="0"/>
                </a:moveTo>
                <a:lnTo>
                  <a:pt x="14588" y="0"/>
                </a:lnTo>
                <a:lnTo>
                  <a:pt x="14588" y="19"/>
                </a:lnTo>
                <a:lnTo>
                  <a:pt x="14492" y="19"/>
                </a:lnTo>
                <a:lnTo>
                  <a:pt x="14492" y="0"/>
                </a:lnTo>
                <a:moveTo>
                  <a:pt x="14645" y="0"/>
                </a:moveTo>
                <a:lnTo>
                  <a:pt x="14740" y="0"/>
                </a:lnTo>
                <a:lnTo>
                  <a:pt x="14740" y="19"/>
                </a:lnTo>
                <a:lnTo>
                  <a:pt x="14645" y="19"/>
                </a:lnTo>
                <a:lnTo>
                  <a:pt x="14645" y="0"/>
                </a:lnTo>
                <a:moveTo>
                  <a:pt x="14797" y="0"/>
                </a:moveTo>
                <a:lnTo>
                  <a:pt x="14893" y="0"/>
                </a:lnTo>
                <a:lnTo>
                  <a:pt x="14893" y="19"/>
                </a:lnTo>
                <a:lnTo>
                  <a:pt x="14797" y="19"/>
                </a:lnTo>
                <a:lnTo>
                  <a:pt x="14797" y="0"/>
                </a:lnTo>
                <a:moveTo>
                  <a:pt x="14950" y="0"/>
                </a:moveTo>
                <a:lnTo>
                  <a:pt x="15045" y="0"/>
                </a:lnTo>
                <a:lnTo>
                  <a:pt x="15045" y="19"/>
                </a:lnTo>
                <a:lnTo>
                  <a:pt x="14950" y="19"/>
                </a:lnTo>
                <a:lnTo>
                  <a:pt x="14950" y="0"/>
                </a:lnTo>
                <a:moveTo>
                  <a:pt x="15102" y="0"/>
                </a:moveTo>
                <a:lnTo>
                  <a:pt x="15197" y="0"/>
                </a:lnTo>
                <a:lnTo>
                  <a:pt x="15197" y="19"/>
                </a:lnTo>
                <a:lnTo>
                  <a:pt x="15102" y="19"/>
                </a:lnTo>
                <a:lnTo>
                  <a:pt x="15102" y="0"/>
                </a:lnTo>
                <a:moveTo>
                  <a:pt x="15255" y="0"/>
                </a:moveTo>
                <a:lnTo>
                  <a:pt x="15350" y="0"/>
                </a:lnTo>
                <a:lnTo>
                  <a:pt x="15350" y="19"/>
                </a:lnTo>
                <a:lnTo>
                  <a:pt x="15255" y="19"/>
                </a:lnTo>
                <a:lnTo>
                  <a:pt x="15255" y="0"/>
                </a:lnTo>
                <a:moveTo>
                  <a:pt x="15407" y="0"/>
                </a:moveTo>
                <a:lnTo>
                  <a:pt x="15502" y="0"/>
                </a:lnTo>
                <a:lnTo>
                  <a:pt x="15502" y="19"/>
                </a:lnTo>
                <a:lnTo>
                  <a:pt x="15407" y="19"/>
                </a:lnTo>
                <a:lnTo>
                  <a:pt x="15407" y="0"/>
                </a:lnTo>
                <a:moveTo>
                  <a:pt x="15559" y="0"/>
                </a:moveTo>
                <a:lnTo>
                  <a:pt x="15655" y="0"/>
                </a:lnTo>
                <a:lnTo>
                  <a:pt x="15655" y="19"/>
                </a:lnTo>
                <a:lnTo>
                  <a:pt x="15559" y="19"/>
                </a:lnTo>
                <a:lnTo>
                  <a:pt x="15559" y="0"/>
                </a:lnTo>
                <a:moveTo>
                  <a:pt x="15712" y="0"/>
                </a:moveTo>
                <a:lnTo>
                  <a:pt x="15807" y="0"/>
                </a:lnTo>
                <a:lnTo>
                  <a:pt x="15807" y="19"/>
                </a:lnTo>
                <a:lnTo>
                  <a:pt x="15712" y="19"/>
                </a:lnTo>
                <a:lnTo>
                  <a:pt x="15712" y="0"/>
                </a:lnTo>
                <a:moveTo>
                  <a:pt x="15864" y="0"/>
                </a:moveTo>
                <a:lnTo>
                  <a:pt x="15960" y="0"/>
                </a:lnTo>
                <a:lnTo>
                  <a:pt x="15960" y="19"/>
                </a:lnTo>
                <a:lnTo>
                  <a:pt x="15864" y="19"/>
                </a:lnTo>
                <a:lnTo>
                  <a:pt x="15864" y="0"/>
                </a:lnTo>
                <a:moveTo>
                  <a:pt x="16017" y="0"/>
                </a:moveTo>
                <a:lnTo>
                  <a:pt x="16112" y="0"/>
                </a:lnTo>
                <a:lnTo>
                  <a:pt x="16112" y="19"/>
                </a:lnTo>
                <a:lnTo>
                  <a:pt x="16017" y="19"/>
                </a:lnTo>
                <a:lnTo>
                  <a:pt x="16017" y="0"/>
                </a:lnTo>
                <a:moveTo>
                  <a:pt x="16169" y="0"/>
                </a:moveTo>
                <a:lnTo>
                  <a:pt x="16265" y="0"/>
                </a:lnTo>
                <a:lnTo>
                  <a:pt x="16265" y="19"/>
                </a:lnTo>
                <a:lnTo>
                  <a:pt x="16169" y="19"/>
                </a:lnTo>
                <a:lnTo>
                  <a:pt x="16169" y="0"/>
                </a:lnTo>
                <a:moveTo>
                  <a:pt x="16322" y="0"/>
                </a:moveTo>
                <a:lnTo>
                  <a:pt x="16417" y="0"/>
                </a:lnTo>
                <a:lnTo>
                  <a:pt x="16417" y="19"/>
                </a:lnTo>
                <a:lnTo>
                  <a:pt x="16322" y="19"/>
                </a:lnTo>
                <a:lnTo>
                  <a:pt x="16322" y="0"/>
                </a:lnTo>
                <a:moveTo>
                  <a:pt x="16474" y="0"/>
                </a:moveTo>
                <a:lnTo>
                  <a:pt x="16569" y="0"/>
                </a:lnTo>
                <a:lnTo>
                  <a:pt x="16569" y="19"/>
                </a:lnTo>
                <a:lnTo>
                  <a:pt x="16474" y="19"/>
                </a:lnTo>
                <a:lnTo>
                  <a:pt x="16474" y="0"/>
                </a:lnTo>
                <a:moveTo>
                  <a:pt x="16627" y="0"/>
                </a:moveTo>
                <a:lnTo>
                  <a:pt x="16722" y="0"/>
                </a:lnTo>
                <a:lnTo>
                  <a:pt x="16722" y="19"/>
                </a:lnTo>
                <a:lnTo>
                  <a:pt x="16627" y="19"/>
                </a:lnTo>
                <a:lnTo>
                  <a:pt x="16627" y="0"/>
                </a:lnTo>
                <a:moveTo>
                  <a:pt x="16779" y="0"/>
                </a:moveTo>
                <a:lnTo>
                  <a:pt x="16874" y="0"/>
                </a:lnTo>
                <a:lnTo>
                  <a:pt x="16874" y="19"/>
                </a:lnTo>
                <a:lnTo>
                  <a:pt x="16779" y="19"/>
                </a:lnTo>
                <a:lnTo>
                  <a:pt x="16779" y="0"/>
                </a:lnTo>
                <a:moveTo>
                  <a:pt x="16931" y="0"/>
                </a:moveTo>
                <a:lnTo>
                  <a:pt x="17027" y="0"/>
                </a:lnTo>
                <a:lnTo>
                  <a:pt x="17027" y="19"/>
                </a:lnTo>
                <a:lnTo>
                  <a:pt x="16931" y="19"/>
                </a:lnTo>
                <a:lnTo>
                  <a:pt x="16931" y="0"/>
                </a:lnTo>
                <a:moveTo>
                  <a:pt x="17084" y="0"/>
                </a:moveTo>
                <a:lnTo>
                  <a:pt x="17179" y="0"/>
                </a:lnTo>
                <a:lnTo>
                  <a:pt x="17179" y="19"/>
                </a:lnTo>
                <a:lnTo>
                  <a:pt x="17084" y="19"/>
                </a:lnTo>
                <a:lnTo>
                  <a:pt x="17084" y="0"/>
                </a:lnTo>
                <a:moveTo>
                  <a:pt x="17236" y="0"/>
                </a:moveTo>
                <a:lnTo>
                  <a:pt x="17332" y="0"/>
                </a:lnTo>
                <a:lnTo>
                  <a:pt x="17332" y="19"/>
                </a:lnTo>
                <a:lnTo>
                  <a:pt x="17236" y="19"/>
                </a:lnTo>
                <a:lnTo>
                  <a:pt x="17236" y="0"/>
                </a:lnTo>
                <a:moveTo>
                  <a:pt x="17389" y="0"/>
                </a:moveTo>
                <a:lnTo>
                  <a:pt x="17484" y="0"/>
                </a:lnTo>
                <a:lnTo>
                  <a:pt x="17484" y="19"/>
                </a:lnTo>
                <a:lnTo>
                  <a:pt x="17389" y="19"/>
                </a:lnTo>
                <a:lnTo>
                  <a:pt x="17389" y="0"/>
                </a:lnTo>
                <a:moveTo>
                  <a:pt x="17541" y="0"/>
                </a:moveTo>
                <a:lnTo>
                  <a:pt x="17637" y="0"/>
                </a:lnTo>
                <a:lnTo>
                  <a:pt x="17637" y="19"/>
                </a:lnTo>
                <a:lnTo>
                  <a:pt x="17541" y="19"/>
                </a:lnTo>
                <a:lnTo>
                  <a:pt x="17541" y="0"/>
                </a:lnTo>
                <a:moveTo>
                  <a:pt x="17694" y="0"/>
                </a:moveTo>
                <a:lnTo>
                  <a:pt x="17789" y="0"/>
                </a:lnTo>
                <a:lnTo>
                  <a:pt x="17789" y="19"/>
                </a:lnTo>
                <a:lnTo>
                  <a:pt x="17694" y="19"/>
                </a:lnTo>
                <a:lnTo>
                  <a:pt x="17694" y="0"/>
                </a:lnTo>
                <a:moveTo>
                  <a:pt x="17846" y="0"/>
                </a:moveTo>
                <a:lnTo>
                  <a:pt x="17941" y="0"/>
                </a:lnTo>
                <a:lnTo>
                  <a:pt x="17941" y="19"/>
                </a:lnTo>
                <a:lnTo>
                  <a:pt x="17846" y="19"/>
                </a:lnTo>
                <a:lnTo>
                  <a:pt x="17846" y="0"/>
                </a:lnTo>
                <a:moveTo>
                  <a:pt x="17999" y="0"/>
                </a:moveTo>
                <a:lnTo>
                  <a:pt x="18094" y="0"/>
                </a:lnTo>
                <a:lnTo>
                  <a:pt x="18094" y="19"/>
                </a:lnTo>
                <a:lnTo>
                  <a:pt x="17999" y="19"/>
                </a:lnTo>
                <a:lnTo>
                  <a:pt x="17999" y="0"/>
                </a:lnTo>
                <a:moveTo>
                  <a:pt x="18151" y="0"/>
                </a:moveTo>
                <a:lnTo>
                  <a:pt x="18246" y="0"/>
                </a:lnTo>
                <a:lnTo>
                  <a:pt x="18246" y="19"/>
                </a:lnTo>
                <a:lnTo>
                  <a:pt x="18151" y="19"/>
                </a:lnTo>
                <a:lnTo>
                  <a:pt x="18151" y="0"/>
                </a:lnTo>
                <a:moveTo>
                  <a:pt x="18303" y="0"/>
                </a:moveTo>
                <a:lnTo>
                  <a:pt x="18399" y="0"/>
                </a:lnTo>
                <a:lnTo>
                  <a:pt x="18399" y="19"/>
                </a:lnTo>
                <a:lnTo>
                  <a:pt x="18303" y="19"/>
                </a:lnTo>
                <a:lnTo>
                  <a:pt x="18303" y="0"/>
                </a:lnTo>
                <a:moveTo>
                  <a:pt x="18456" y="0"/>
                </a:moveTo>
                <a:lnTo>
                  <a:pt x="18551" y="0"/>
                </a:lnTo>
                <a:lnTo>
                  <a:pt x="18551" y="19"/>
                </a:lnTo>
                <a:lnTo>
                  <a:pt x="18456" y="19"/>
                </a:lnTo>
                <a:lnTo>
                  <a:pt x="18456" y="0"/>
                </a:lnTo>
                <a:moveTo>
                  <a:pt x="18608" y="0"/>
                </a:moveTo>
                <a:lnTo>
                  <a:pt x="18704" y="0"/>
                </a:lnTo>
                <a:lnTo>
                  <a:pt x="18704" y="19"/>
                </a:lnTo>
                <a:lnTo>
                  <a:pt x="18608" y="19"/>
                </a:lnTo>
                <a:lnTo>
                  <a:pt x="18608" y="0"/>
                </a:lnTo>
                <a:moveTo>
                  <a:pt x="18713" y="66"/>
                </a:moveTo>
                <a:lnTo>
                  <a:pt x="18713" y="162"/>
                </a:lnTo>
                <a:lnTo>
                  <a:pt x="18694" y="162"/>
                </a:lnTo>
                <a:lnTo>
                  <a:pt x="18694" y="66"/>
                </a:lnTo>
                <a:lnTo>
                  <a:pt x="18713" y="66"/>
                </a:lnTo>
                <a:moveTo>
                  <a:pt x="18713" y="219"/>
                </a:moveTo>
                <a:lnTo>
                  <a:pt x="18713" y="314"/>
                </a:lnTo>
                <a:lnTo>
                  <a:pt x="18694" y="314"/>
                </a:lnTo>
                <a:lnTo>
                  <a:pt x="18694" y="219"/>
                </a:lnTo>
                <a:lnTo>
                  <a:pt x="18713" y="219"/>
                </a:lnTo>
                <a:moveTo>
                  <a:pt x="18713" y="371"/>
                </a:moveTo>
                <a:lnTo>
                  <a:pt x="18713" y="466"/>
                </a:lnTo>
                <a:lnTo>
                  <a:pt x="18694" y="466"/>
                </a:lnTo>
                <a:lnTo>
                  <a:pt x="18694" y="371"/>
                </a:lnTo>
                <a:lnTo>
                  <a:pt x="18713" y="371"/>
                </a:lnTo>
                <a:moveTo>
                  <a:pt x="18713" y="523"/>
                </a:moveTo>
                <a:lnTo>
                  <a:pt x="18713" y="618"/>
                </a:lnTo>
                <a:lnTo>
                  <a:pt x="18694" y="618"/>
                </a:lnTo>
                <a:lnTo>
                  <a:pt x="18694" y="523"/>
                </a:lnTo>
                <a:lnTo>
                  <a:pt x="18713" y="523"/>
                </a:lnTo>
                <a:moveTo>
                  <a:pt x="18713" y="675"/>
                </a:moveTo>
                <a:lnTo>
                  <a:pt x="18713" y="771"/>
                </a:lnTo>
                <a:lnTo>
                  <a:pt x="18694" y="771"/>
                </a:lnTo>
                <a:lnTo>
                  <a:pt x="18694" y="675"/>
                </a:lnTo>
                <a:lnTo>
                  <a:pt x="18713" y="675"/>
                </a:lnTo>
                <a:moveTo>
                  <a:pt x="18713" y="828"/>
                </a:moveTo>
                <a:lnTo>
                  <a:pt x="18713" y="923"/>
                </a:lnTo>
                <a:lnTo>
                  <a:pt x="18694" y="923"/>
                </a:lnTo>
                <a:lnTo>
                  <a:pt x="18694" y="828"/>
                </a:lnTo>
                <a:lnTo>
                  <a:pt x="18713" y="828"/>
                </a:lnTo>
                <a:moveTo>
                  <a:pt x="18713" y="980"/>
                </a:moveTo>
                <a:lnTo>
                  <a:pt x="18713" y="1075"/>
                </a:lnTo>
                <a:lnTo>
                  <a:pt x="18694" y="1075"/>
                </a:lnTo>
                <a:lnTo>
                  <a:pt x="18694" y="980"/>
                </a:lnTo>
                <a:lnTo>
                  <a:pt x="18713" y="980"/>
                </a:lnTo>
                <a:moveTo>
                  <a:pt x="18713" y="1132"/>
                </a:moveTo>
                <a:lnTo>
                  <a:pt x="18713" y="1228"/>
                </a:lnTo>
                <a:lnTo>
                  <a:pt x="18694" y="1228"/>
                </a:lnTo>
                <a:lnTo>
                  <a:pt x="18694" y="1132"/>
                </a:lnTo>
                <a:lnTo>
                  <a:pt x="18713" y="1132"/>
                </a:lnTo>
                <a:moveTo>
                  <a:pt x="18713" y="1285"/>
                </a:moveTo>
                <a:lnTo>
                  <a:pt x="18713" y="1380"/>
                </a:lnTo>
                <a:lnTo>
                  <a:pt x="18694" y="1380"/>
                </a:lnTo>
                <a:lnTo>
                  <a:pt x="18694" y="1285"/>
                </a:lnTo>
                <a:lnTo>
                  <a:pt x="18713" y="1285"/>
                </a:lnTo>
                <a:moveTo>
                  <a:pt x="18713" y="1437"/>
                </a:moveTo>
                <a:lnTo>
                  <a:pt x="18713" y="1532"/>
                </a:lnTo>
                <a:lnTo>
                  <a:pt x="18694" y="1532"/>
                </a:lnTo>
                <a:lnTo>
                  <a:pt x="18694" y="1437"/>
                </a:lnTo>
                <a:lnTo>
                  <a:pt x="18713" y="1437"/>
                </a:lnTo>
                <a:moveTo>
                  <a:pt x="18713" y="1589"/>
                </a:moveTo>
                <a:lnTo>
                  <a:pt x="18713" y="1684"/>
                </a:lnTo>
                <a:lnTo>
                  <a:pt x="18694" y="1684"/>
                </a:lnTo>
                <a:lnTo>
                  <a:pt x="18694" y="1589"/>
                </a:lnTo>
                <a:lnTo>
                  <a:pt x="18713" y="1589"/>
                </a:lnTo>
                <a:moveTo>
                  <a:pt x="18713" y="1741"/>
                </a:moveTo>
                <a:lnTo>
                  <a:pt x="18713" y="1837"/>
                </a:lnTo>
                <a:lnTo>
                  <a:pt x="18694" y="1837"/>
                </a:lnTo>
                <a:lnTo>
                  <a:pt x="18694" y="1741"/>
                </a:lnTo>
                <a:lnTo>
                  <a:pt x="18713" y="1741"/>
                </a:lnTo>
                <a:moveTo>
                  <a:pt x="18713" y="1894"/>
                </a:moveTo>
                <a:lnTo>
                  <a:pt x="18713" y="1990"/>
                </a:lnTo>
                <a:lnTo>
                  <a:pt x="18694" y="1990"/>
                </a:lnTo>
                <a:lnTo>
                  <a:pt x="18694" y="1894"/>
                </a:lnTo>
                <a:lnTo>
                  <a:pt x="18713" y="1894"/>
                </a:lnTo>
                <a:moveTo>
                  <a:pt x="18713" y="2047"/>
                </a:moveTo>
                <a:lnTo>
                  <a:pt x="18713" y="2142"/>
                </a:lnTo>
                <a:lnTo>
                  <a:pt x="18694" y="2142"/>
                </a:lnTo>
                <a:lnTo>
                  <a:pt x="18694" y="2047"/>
                </a:lnTo>
                <a:lnTo>
                  <a:pt x="18713" y="2047"/>
                </a:lnTo>
                <a:moveTo>
                  <a:pt x="18713" y="2199"/>
                </a:moveTo>
                <a:lnTo>
                  <a:pt x="18713" y="2294"/>
                </a:lnTo>
                <a:lnTo>
                  <a:pt x="18694" y="2294"/>
                </a:lnTo>
                <a:lnTo>
                  <a:pt x="18694" y="2199"/>
                </a:lnTo>
                <a:lnTo>
                  <a:pt x="18713" y="2199"/>
                </a:lnTo>
                <a:moveTo>
                  <a:pt x="18713" y="2352"/>
                </a:moveTo>
                <a:lnTo>
                  <a:pt x="18713" y="2447"/>
                </a:lnTo>
                <a:lnTo>
                  <a:pt x="18694" y="2447"/>
                </a:lnTo>
                <a:lnTo>
                  <a:pt x="18694" y="2352"/>
                </a:lnTo>
                <a:lnTo>
                  <a:pt x="18713" y="2352"/>
                </a:lnTo>
                <a:moveTo>
                  <a:pt x="18713" y="2504"/>
                </a:moveTo>
                <a:lnTo>
                  <a:pt x="18713" y="2570"/>
                </a:lnTo>
                <a:lnTo>
                  <a:pt x="18666" y="2570"/>
                </a:lnTo>
                <a:lnTo>
                  <a:pt x="18666" y="2551"/>
                </a:lnTo>
                <a:lnTo>
                  <a:pt x="18704" y="2551"/>
                </a:lnTo>
                <a:lnTo>
                  <a:pt x="18704" y="2561"/>
                </a:lnTo>
                <a:lnTo>
                  <a:pt x="18694" y="2561"/>
                </a:lnTo>
                <a:lnTo>
                  <a:pt x="18694" y="2504"/>
                </a:lnTo>
                <a:lnTo>
                  <a:pt x="18713" y="2504"/>
                </a:lnTo>
                <a:moveTo>
                  <a:pt x="18608" y="2570"/>
                </a:moveTo>
                <a:lnTo>
                  <a:pt x="18513" y="2570"/>
                </a:lnTo>
                <a:lnTo>
                  <a:pt x="18513" y="2551"/>
                </a:lnTo>
                <a:lnTo>
                  <a:pt x="18608" y="2551"/>
                </a:lnTo>
                <a:lnTo>
                  <a:pt x="18608" y="2570"/>
                </a:lnTo>
                <a:moveTo>
                  <a:pt x="18456" y="2570"/>
                </a:moveTo>
                <a:lnTo>
                  <a:pt x="18361" y="2570"/>
                </a:lnTo>
                <a:lnTo>
                  <a:pt x="18361" y="2551"/>
                </a:lnTo>
                <a:lnTo>
                  <a:pt x="18456" y="2551"/>
                </a:lnTo>
                <a:lnTo>
                  <a:pt x="18456" y="2570"/>
                </a:lnTo>
                <a:moveTo>
                  <a:pt x="18303" y="2570"/>
                </a:moveTo>
                <a:lnTo>
                  <a:pt x="18208" y="2570"/>
                </a:lnTo>
                <a:lnTo>
                  <a:pt x="18208" y="2551"/>
                </a:lnTo>
                <a:lnTo>
                  <a:pt x="18303" y="2551"/>
                </a:lnTo>
                <a:lnTo>
                  <a:pt x="18303" y="2570"/>
                </a:lnTo>
                <a:moveTo>
                  <a:pt x="18151" y="2570"/>
                </a:moveTo>
                <a:lnTo>
                  <a:pt x="18056" y="2570"/>
                </a:lnTo>
                <a:lnTo>
                  <a:pt x="18056" y="2551"/>
                </a:lnTo>
                <a:lnTo>
                  <a:pt x="18151" y="2551"/>
                </a:lnTo>
                <a:lnTo>
                  <a:pt x="18151" y="2570"/>
                </a:lnTo>
                <a:moveTo>
                  <a:pt x="17999" y="2570"/>
                </a:moveTo>
                <a:lnTo>
                  <a:pt x="17903" y="2570"/>
                </a:lnTo>
                <a:lnTo>
                  <a:pt x="17903" y="2551"/>
                </a:lnTo>
                <a:lnTo>
                  <a:pt x="17999" y="2551"/>
                </a:lnTo>
                <a:lnTo>
                  <a:pt x="17999" y="2570"/>
                </a:lnTo>
                <a:moveTo>
                  <a:pt x="17846" y="2570"/>
                </a:moveTo>
                <a:lnTo>
                  <a:pt x="17751" y="2570"/>
                </a:lnTo>
                <a:lnTo>
                  <a:pt x="17751" y="2551"/>
                </a:lnTo>
                <a:lnTo>
                  <a:pt x="17846" y="2551"/>
                </a:lnTo>
                <a:lnTo>
                  <a:pt x="17846" y="2570"/>
                </a:lnTo>
                <a:moveTo>
                  <a:pt x="17694" y="2570"/>
                </a:moveTo>
                <a:lnTo>
                  <a:pt x="17598" y="2570"/>
                </a:lnTo>
                <a:lnTo>
                  <a:pt x="17598" y="2551"/>
                </a:lnTo>
                <a:lnTo>
                  <a:pt x="17694" y="2551"/>
                </a:lnTo>
                <a:lnTo>
                  <a:pt x="17694" y="2570"/>
                </a:lnTo>
                <a:moveTo>
                  <a:pt x="17541" y="2570"/>
                </a:moveTo>
                <a:lnTo>
                  <a:pt x="17446" y="2570"/>
                </a:lnTo>
                <a:lnTo>
                  <a:pt x="17446" y="2551"/>
                </a:lnTo>
                <a:lnTo>
                  <a:pt x="17541" y="2551"/>
                </a:lnTo>
                <a:lnTo>
                  <a:pt x="17541" y="2570"/>
                </a:lnTo>
                <a:moveTo>
                  <a:pt x="17389" y="2570"/>
                </a:moveTo>
                <a:lnTo>
                  <a:pt x="17294" y="2570"/>
                </a:lnTo>
                <a:lnTo>
                  <a:pt x="17294" y="2551"/>
                </a:lnTo>
                <a:lnTo>
                  <a:pt x="17389" y="2551"/>
                </a:lnTo>
                <a:lnTo>
                  <a:pt x="17389" y="2570"/>
                </a:lnTo>
                <a:moveTo>
                  <a:pt x="17236" y="2570"/>
                </a:moveTo>
                <a:lnTo>
                  <a:pt x="17141" y="2570"/>
                </a:lnTo>
                <a:lnTo>
                  <a:pt x="17141" y="2551"/>
                </a:lnTo>
                <a:lnTo>
                  <a:pt x="17236" y="2551"/>
                </a:lnTo>
                <a:lnTo>
                  <a:pt x="17236" y="2570"/>
                </a:lnTo>
                <a:moveTo>
                  <a:pt x="17084" y="2570"/>
                </a:moveTo>
                <a:lnTo>
                  <a:pt x="16989" y="2570"/>
                </a:lnTo>
                <a:lnTo>
                  <a:pt x="16989" y="2551"/>
                </a:lnTo>
                <a:lnTo>
                  <a:pt x="17084" y="2551"/>
                </a:lnTo>
                <a:lnTo>
                  <a:pt x="17084" y="2570"/>
                </a:lnTo>
                <a:moveTo>
                  <a:pt x="16931" y="2570"/>
                </a:moveTo>
                <a:lnTo>
                  <a:pt x="16836" y="2570"/>
                </a:lnTo>
                <a:lnTo>
                  <a:pt x="16836" y="2551"/>
                </a:lnTo>
                <a:lnTo>
                  <a:pt x="16931" y="2551"/>
                </a:lnTo>
                <a:lnTo>
                  <a:pt x="16931" y="2570"/>
                </a:lnTo>
                <a:moveTo>
                  <a:pt x="16779" y="2570"/>
                </a:moveTo>
                <a:lnTo>
                  <a:pt x="16684" y="2570"/>
                </a:lnTo>
                <a:lnTo>
                  <a:pt x="16684" y="2551"/>
                </a:lnTo>
                <a:lnTo>
                  <a:pt x="16779" y="2551"/>
                </a:lnTo>
                <a:lnTo>
                  <a:pt x="16779" y="2570"/>
                </a:lnTo>
                <a:moveTo>
                  <a:pt x="16627" y="2570"/>
                </a:moveTo>
                <a:lnTo>
                  <a:pt x="16531" y="2570"/>
                </a:lnTo>
                <a:lnTo>
                  <a:pt x="16531" y="2551"/>
                </a:lnTo>
                <a:lnTo>
                  <a:pt x="16627" y="2551"/>
                </a:lnTo>
                <a:lnTo>
                  <a:pt x="16627" y="2570"/>
                </a:lnTo>
                <a:moveTo>
                  <a:pt x="16474" y="2570"/>
                </a:moveTo>
                <a:lnTo>
                  <a:pt x="16379" y="2570"/>
                </a:lnTo>
                <a:lnTo>
                  <a:pt x="16379" y="2551"/>
                </a:lnTo>
                <a:lnTo>
                  <a:pt x="16474" y="2551"/>
                </a:lnTo>
                <a:lnTo>
                  <a:pt x="16474" y="2570"/>
                </a:lnTo>
                <a:moveTo>
                  <a:pt x="16322" y="2570"/>
                </a:moveTo>
                <a:lnTo>
                  <a:pt x="16226" y="2570"/>
                </a:lnTo>
                <a:lnTo>
                  <a:pt x="16226" y="2551"/>
                </a:lnTo>
                <a:lnTo>
                  <a:pt x="16322" y="2551"/>
                </a:lnTo>
                <a:lnTo>
                  <a:pt x="16322" y="2570"/>
                </a:lnTo>
                <a:moveTo>
                  <a:pt x="16169" y="2570"/>
                </a:moveTo>
                <a:lnTo>
                  <a:pt x="16074" y="2570"/>
                </a:lnTo>
                <a:lnTo>
                  <a:pt x="16074" y="2551"/>
                </a:lnTo>
                <a:lnTo>
                  <a:pt x="16169" y="2551"/>
                </a:lnTo>
                <a:lnTo>
                  <a:pt x="16169" y="2570"/>
                </a:lnTo>
                <a:moveTo>
                  <a:pt x="16017" y="2570"/>
                </a:moveTo>
                <a:lnTo>
                  <a:pt x="15922" y="2570"/>
                </a:lnTo>
                <a:lnTo>
                  <a:pt x="15922" y="2551"/>
                </a:lnTo>
                <a:lnTo>
                  <a:pt x="16017" y="2551"/>
                </a:lnTo>
                <a:lnTo>
                  <a:pt x="16017" y="2570"/>
                </a:lnTo>
                <a:moveTo>
                  <a:pt x="15864" y="2570"/>
                </a:moveTo>
                <a:lnTo>
                  <a:pt x="15769" y="2570"/>
                </a:lnTo>
                <a:lnTo>
                  <a:pt x="15769" y="2551"/>
                </a:lnTo>
                <a:lnTo>
                  <a:pt x="15864" y="2551"/>
                </a:lnTo>
                <a:lnTo>
                  <a:pt x="15864" y="2570"/>
                </a:lnTo>
                <a:moveTo>
                  <a:pt x="15712" y="2570"/>
                </a:moveTo>
                <a:lnTo>
                  <a:pt x="15617" y="2570"/>
                </a:lnTo>
                <a:lnTo>
                  <a:pt x="15617" y="2551"/>
                </a:lnTo>
                <a:lnTo>
                  <a:pt x="15712" y="2551"/>
                </a:lnTo>
                <a:lnTo>
                  <a:pt x="15712" y="2570"/>
                </a:lnTo>
                <a:moveTo>
                  <a:pt x="15559" y="2570"/>
                </a:moveTo>
                <a:lnTo>
                  <a:pt x="15464" y="2570"/>
                </a:lnTo>
                <a:lnTo>
                  <a:pt x="15464" y="2551"/>
                </a:lnTo>
                <a:lnTo>
                  <a:pt x="15559" y="2551"/>
                </a:lnTo>
                <a:lnTo>
                  <a:pt x="15559" y="2570"/>
                </a:lnTo>
                <a:moveTo>
                  <a:pt x="15407" y="2570"/>
                </a:moveTo>
                <a:lnTo>
                  <a:pt x="15312" y="2570"/>
                </a:lnTo>
                <a:lnTo>
                  <a:pt x="15312" y="2551"/>
                </a:lnTo>
                <a:lnTo>
                  <a:pt x="15407" y="2551"/>
                </a:lnTo>
                <a:lnTo>
                  <a:pt x="15407" y="2570"/>
                </a:lnTo>
                <a:moveTo>
                  <a:pt x="15255" y="2570"/>
                </a:moveTo>
                <a:lnTo>
                  <a:pt x="15159" y="2570"/>
                </a:lnTo>
                <a:lnTo>
                  <a:pt x="15159" y="2551"/>
                </a:lnTo>
                <a:lnTo>
                  <a:pt x="15255" y="2551"/>
                </a:lnTo>
                <a:lnTo>
                  <a:pt x="15255" y="2570"/>
                </a:lnTo>
                <a:moveTo>
                  <a:pt x="15102" y="2570"/>
                </a:moveTo>
                <a:lnTo>
                  <a:pt x="15007" y="2570"/>
                </a:lnTo>
                <a:lnTo>
                  <a:pt x="15007" y="2551"/>
                </a:lnTo>
                <a:lnTo>
                  <a:pt x="15102" y="2551"/>
                </a:lnTo>
                <a:lnTo>
                  <a:pt x="15102" y="2570"/>
                </a:lnTo>
                <a:moveTo>
                  <a:pt x="14950" y="2570"/>
                </a:moveTo>
                <a:lnTo>
                  <a:pt x="14854" y="2570"/>
                </a:lnTo>
                <a:lnTo>
                  <a:pt x="14854" y="2551"/>
                </a:lnTo>
                <a:lnTo>
                  <a:pt x="14950" y="2551"/>
                </a:lnTo>
                <a:lnTo>
                  <a:pt x="14950" y="2570"/>
                </a:lnTo>
                <a:moveTo>
                  <a:pt x="14797" y="2570"/>
                </a:moveTo>
                <a:lnTo>
                  <a:pt x="14702" y="2570"/>
                </a:lnTo>
                <a:lnTo>
                  <a:pt x="14702" y="2551"/>
                </a:lnTo>
                <a:lnTo>
                  <a:pt x="14797" y="2551"/>
                </a:lnTo>
                <a:lnTo>
                  <a:pt x="14797" y="2570"/>
                </a:lnTo>
                <a:moveTo>
                  <a:pt x="14645" y="2570"/>
                </a:moveTo>
                <a:lnTo>
                  <a:pt x="14550" y="2570"/>
                </a:lnTo>
                <a:lnTo>
                  <a:pt x="14550" y="2551"/>
                </a:lnTo>
                <a:lnTo>
                  <a:pt x="14645" y="2551"/>
                </a:lnTo>
                <a:lnTo>
                  <a:pt x="14645" y="2570"/>
                </a:lnTo>
                <a:moveTo>
                  <a:pt x="14492" y="2570"/>
                </a:moveTo>
                <a:lnTo>
                  <a:pt x="14397" y="2570"/>
                </a:lnTo>
                <a:lnTo>
                  <a:pt x="14397" y="2551"/>
                </a:lnTo>
                <a:lnTo>
                  <a:pt x="14492" y="2551"/>
                </a:lnTo>
                <a:lnTo>
                  <a:pt x="14492" y="2570"/>
                </a:lnTo>
                <a:moveTo>
                  <a:pt x="14340" y="2570"/>
                </a:moveTo>
                <a:lnTo>
                  <a:pt x="14245" y="2570"/>
                </a:lnTo>
                <a:lnTo>
                  <a:pt x="14245" y="2551"/>
                </a:lnTo>
                <a:lnTo>
                  <a:pt x="14340" y="2551"/>
                </a:lnTo>
                <a:lnTo>
                  <a:pt x="14340" y="2570"/>
                </a:lnTo>
                <a:moveTo>
                  <a:pt x="14187" y="2570"/>
                </a:moveTo>
                <a:lnTo>
                  <a:pt x="14092" y="2570"/>
                </a:lnTo>
                <a:lnTo>
                  <a:pt x="14092" y="2551"/>
                </a:lnTo>
                <a:lnTo>
                  <a:pt x="14187" y="2551"/>
                </a:lnTo>
                <a:lnTo>
                  <a:pt x="14187" y="2570"/>
                </a:lnTo>
                <a:moveTo>
                  <a:pt x="14035" y="2570"/>
                </a:moveTo>
                <a:lnTo>
                  <a:pt x="13940" y="2570"/>
                </a:lnTo>
                <a:lnTo>
                  <a:pt x="13940" y="2551"/>
                </a:lnTo>
                <a:lnTo>
                  <a:pt x="14035" y="2551"/>
                </a:lnTo>
                <a:lnTo>
                  <a:pt x="14035" y="2570"/>
                </a:lnTo>
                <a:moveTo>
                  <a:pt x="13883" y="2570"/>
                </a:moveTo>
                <a:lnTo>
                  <a:pt x="13787" y="2570"/>
                </a:lnTo>
                <a:lnTo>
                  <a:pt x="13787" y="2551"/>
                </a:lnTo>
                <a:lnTo>
                  <a:pt x="13883" y="2551"/>
                </a:lnTo>
                <a:lnTo>
                  <a:pt x="13883" y="2570"/>
                </a:lnTo>
                <a:moveTo>
                  <a:pt x="13730" y="2570"/>
                </a:moveTo>
                <a:lnTo>
                  <a:pt x="13635" y="2570"/>
                </a:lnTo>
                <a:lnTo>
                  <a:pt x="13635" y="2551"/>
                </a:lnTo>
                <a:lnTo>
                  <a:pt x="13730" y="2551"/>
                </a:lnTo>
                <a:lnTo>
                  <a:pt x="13730" y="2570"/>
                </a:lnTo>
                <a:moveTo>
                  <a:pt x="13578" y="2570"/>
                </a:moveTo>
                <a:lnTo>
                  <a:pt x="13482" y="2570"/>
                </a:lnTo>
                <a:lnTo>
                  <a:pt x="13482" y="2551"/>
                </a:lnTo>
                <a:lnTo>
                  <a:pt x="13578" y="2551"/>
                </a:lnTo>
                <a:lnTo>
                  <a:pt x="13578" y="2570"/>
                </a:lnTo>
                <a:moveTo>
                  <a:pt x="13425" y="2570"/>
                </a:moveTo>
                <a:lnTo>
                  <a:pt x="13330" y="2570"/>
                </a:lnTo>
                <a:lnTo>
                  <a:pt x="13330" y="2551"/>
                </a:lnTo>
                <a:lnTo>
                  <a:pt x="13425" y="2551"/>
                </a:lnTo>
                <a:lnTo>
                  <a:pt x="13425" y="2570"/>
                </a:lnTo>
                <a:moveTo>
                  <a:pt x="13273" y="2570"/>
                </a:moveTo>
                <a:lnTo>
                  <a:pt x="13178" y="2570"/>
                </a:lnTo>
                <a:lnTo>
                  <a:pt x="13178" y="2551"/>
                </a:lnTo>
                <a:lnTo>
                  <a:pt x="13273" y="2551"/>
                </a:lnTo>
                <a:lnTo>
                  <a:pt x="13273" y="2570"/>
                </a:lnTo>
                <a:moveTo>
                  <a:pt x="13120" y="2570"/>
                </a:moveTo>
                <a:lnTo>
                  <a:pt x="13025" y="2570"/>
                </a:lnTo>
                <a:lnTo>
                  <a:pt x="13025" y="2551"/>
                </a:lnTo>
                <a:lnTo>
                  <a:pt x="13120" y="2551"/>
                </a:lnTo>
                <a:lnTo>
                  <a:pt x="13120" y="2570"/>
                </a:lnTo>
                <a:moveTo>
                  <a:pt x="12968" y="2570"/>
                </a:moveTo>
                <a:lnTo>
                  <a:pt x="12873" y="2570"/>
                </a:lnTo>
                <a:lnTo>
                  <a:pt x="12873" y="2551"/>
                </a:lnTo>
                <a:lnTo>
                  <a:pt x="12968" y="2551"/>
                </a:lnTo>
                <a:lnTo>
                  <a:pt x="12968" y="2570"/>
                </a:lnTo>
                <a:moveTo>
                  <a:pt x="12815" y="2570"/>
                </a:moveTo>
                <a:lnTo>
                  <a:pt x="12720" y="2570"/>
                </a:lnTo>
                <a:lnTo>
                  <a:pt x="12720" y="2551"/>
                </a:lnTo>
                <a:lnTo>
                  <a:pt x="12815" y="2551"/>
                </a:lnTo>
                <a:lnTo>
                  <a:pt x="12815" y="2570"/>
                </a:lnTo>
                <a:moveTo>
                  <a:pt x="12663" y="2570"/>
                </a:moveTo>
                <a:lnTo>
                  <a:pt x="12568" y="2570"/>
                </a:lnTo>
                <a:lnTo>
                  <a:pt x="12568" y="2551"/>
                </a:lnTo>
                <a:lnTo>
                  <a:pt x="12663" y="2551"/>
                </a:lnTo>
                <a:lnTo>
                  <a:pt x="12663" y="2570"/>
                </a:lnTo>
                <a:moveTo>
                  <a:pt x="12511" y="2570"/>
                </a:moveTo>
                <a:lnTo>
                  <a:pt x="12415" y="2570"/>
                </a:lnTo>
                <a:lnTo>
                  <a:pt x="12415" y="2551"/>
                </a:lnTo>
                <a:lnTo>
                  <a:pt x="12511" y="2551"/>
                </a:lnTo>
                <a:lnTo>
                  <a:pt x="12511" y="2570"/>
                </a:lnTo>
                <a:moveTo>
                  <a:pt x="12358" y="2570"/>
                </a:moveTo>
                <a:lnTo>
                  <a:pt x="12263" y="2570"/>
                </a:lnTo>
                <a:lnTo>
                  <a:pt x="12263" y="2551"/>
                </a:lnTo>
                <a:lnTo>
                  <a:pt x="12358" y="2551"/>
                </a:lnTo>
                <a:lnTo>
                  <a:pt x="12358" y="2570"/>
                </a:lnTo>
                <a:moveTo>
                  <a:pt x="12206" y="2570"/>
                </a:moveTo>
                <a:lnTo>
                  <a:pt x="12110" y="2570"/>
                </a:lnTo>
                <a:lnTo>
                  <a:pt x="12110" y="2551"/>
                </a:lnTo>
                <a:lnTo>
                  <a:pt x="12206" y="2551"/>
                </a:lnTo>
                <a:lnTo>
                  <a:pt x="12206" y="2570"/>
                </a:lnTo>
                <a:moveTo>
                  <a:pt x="12053" y="2570"/>
                </a:moveTo>
                <a:lnTo>
                  <a:pt x="11958" y="2570"/>
                </a:lnTo>
                <a:lnTo>
                  <a:pt x="11958" y="2551"/>
                </a:lnTo>
                <a:lnTo>
                  <a:pt x="12053" y="2551"/>
                </a:lnTo>
                <a:lnTo>
                  <a:pt x="12053" y="2570"/>
                </a:lnTo>
                <a:moveTo>
                  <a:pt x="11901" y="2570"/>
                </a:moveTo>
                <a:lnTo>
                  <a:pt x="11806" y="2570"/>
                </a:lnTo>
                <a:lnTo>
                  <a:pt x="11806" y="2551"/>
                </a:lnTo>
                <a:lnTo>
                  <a:pt x="11901" y="2551"/>
                </a:lnTo>
                <a:lnTo>
                  <a:pt x="11901" y="2570"/>
                </a:lnTo>
                <a:moveTo>
                  <a:pt x="11748" y="2570"/>
                </a:moveTo>
                <a:lnTo>
                  <a:pt x="11653" y="2570"/>
                </a:lnTo>
                <a:lnTo>
                  <a:pt x="11653" y="2551"/>
                </a:lnTo>
                <a:lnTo>
                  <a:pt x="11748" y="2551"/>
                </a:lnTo>
                <a:lnTo>
                  <a:pt x="11748" y="2570"/>
                </a:lnTo>
                <a:moveTo>
                  <a:pt x="11596" y="2570"/>
                </a:moveTo>
                <a:lnTo>
                  <a:pt x="11501" y="2570"/>
                </a:lnTo>
                <a:lnTo>
                  <a:pt x="11501" y="2551"/>
                </a:lnTo>
                <a:lnTo>
                  <a:pt x="11596" y="2551"/>
                </a:lnTo>
                <a:lnTo>
                  <a:pt x="11596" y="2570"/>
                </a:lnTo>
                <a:moveTo>
                  <a:pt x="11443" y="2570"/>
                </a:moveTo>
                <a:lnTo>
                  <a:pt x="11348" y="2570"/>
                </a:lnTo>
                <a:lnTo>
                  <a:pt x="11348" y="2551"/>
                </a:lnTo>
                <a:lnTo>
                  <a:pt x="11443" y="2551"/>
                </a:lnTo>
                <a:lnTo>
                  <a:pt x="11443" y="2570"/>
                </a:lnTo>
                <a:moveTo>
                  <a:pt x="11291" y="2570"/>
                </a:moveTo>
                <a:lnTo>
                  <a:pt x="11196" y="2570"/>
                </a:lnTo>
                <a:lnTo>
                  <a:pt x="11196" y="2551"/>
                </a:lnTo>
                <a:lnTo>
                  <a:pt x="11291" y="2551"/>
                </a:lnTo>
                <a:lnTo>
                  <a:pt x="11291" y="2570"/>
                </a:lnTo>
                <a:moveTo>
                  <a:pt x="11139" y="2570"/>
                </a:moveTo>
                <a:lnTo>
                  <a:pt x="11043" y="2570"/>
                </a:lnTo>
                <a:lnTo>
                  <a:pt x="11043" y="2551"/>
                </a:lnTo>
                <a:lnTo>
                  <a:pt x="11139" y="2551"/>
                </a:lnTo>
                <a:lnTo>
                  <a:pt x="11139" y="2570"/>
                </a:lnTo>
                <a:moveTo>
                  <a:pt x="10986" y="2570"/>
                </a:moveTo>
                <a:lnTo>
                  <a:pt x="10891" y="2570"/>
                </a:lnTo>
                <a:lnTo>
                  <a:pt x="10891" y="2551"/>
                </a:lnTo>
                <a:lnTo>
                  <a:pt x="10986" y="2551"/>
                </a:lnTo>
                <a:lnTo>
                  <a:pt x="10986" y="2570"/>
                </a:lnTo>
                <a:moveTo>
                  <a:pt x="10834" y="2570"/>
                </a:moveTo>
                <a:lnTo>
                  <a:pt x="10738" y="2570"/>
                </a:lnTo>
                <a:lnTo>
                  <a:pt x="10738" y="2551"/>
                </a:lnTo>
                <a:lnTo>
                  <a:pt x="10834" y="2551"/>
                </a:lnTo>
                <a:lnTo>
                  <a:pt x="10834" y="2570"/>
                </a:lnTo>
                <a:moveTo>
                  <a:pt x="10681" y="2570"/>
                </a:moveTo>
                <a:lnTo>
                  <a:pt x="10586" y="2570"/>
                </a:lnTo>
                <a:lnTo>
                  <a:pt x="10586" y="2551"/>
                </a:lnTo>
                <a:lnTo>
                  <a:pt x="10681" y="2551"/>
                </a:lnTo>
                <a:lnTo>
                  <a:pt x="10681" y="2570"/>
                </a:lnTo>
                <a:moveTo>
                  <a:pt x="10529" y="2570"/>
                </a:moveTo>
                <a:lnTo>
                  <a:pt x="10434" y="2570"/>
                </a:lnTo>
                <a:lnTo>
                  <a:pt x="10434" y="2551"/>
                </a:lnTo>
                <a:lnTo>
                  <a:pt x="10529" y="2551"/>
                </a:lnTo>
                <a:lnTo>
                  <a:pt x="10529" y="2570"/>
                </a:lnTo>
                <a:moveTo>
                  <a:pt x="10376" y="2570"/>
                </a:moveTo>
                <a:lnTo>
                  <a:pt x="10281" y="2570"/>
                </a:lnTo>
                <a:lnTo>
                  <a:pt x="10281" y="2551"/>
                </a:lnTo>
                <a:lnTo>
                  <a:pt x="10376" y="2551"/>
                </a:lnTo>
                <a:lnTo>
                  <a:pt x="10376" y="2570"/>
                </a:lnTo>
                <a:moveTo>
                  <a:pt x="10224" y="2570"/>
                </a:moveTo>
                <a:lnTo>
                  <a:pt x="10129" y="2570"/>
                </a:lnTo>
                <a:lnTo>
                  <a:pt x="10129" y="2551"/>
                </a:lnTo>
                <a:lnTo>
                  <a:pt x="10224" y="2551"/>
                </a:lnTo>
                <a:lnTo>
                  <a:pt x="10224" y="2570"/>
                </a:lnTo>
                <a:moveTo>
                  <a:pt x="10071" y="2570"/>
                </a:moveTo>
                <a:lnTo>
                  <a:pt x="9976" y="2570"/>
                </a:lnTo>
                <a:lnTo>
                  <a:pt x="9976" y="2551"/>
                </a:lnTo>
                <a:lnTo>
                  <a:pt x="10071" y="2551"/>
                </a:lnTo>
                <a:lnTo>
                  <a:pt x="10071" y="2570"/>
                </a:lnTo>
                <a:moveTo>
                  <a:pt x="9919" y="2570"/>
                </a:moveTo>
                <a:lnTo>
                  <a:pt x="9824" y="2570"/>
                </a:lnTo>
                <a:lnTo>
                  <a:pt x="9824" y="2551"/>
                </a:lnTo>
                <a:lnTo>
                  <a:pt x="9919" y="2551"/>
                </a:lnTo>
                <a:lnTo>
                  <a:pt x="9919" y="2570"/>
                </a:lnTo>
                <a:moveTo>
                  <a:pt x="9767" y="2570"/>
                </a:moveTo>
                <a:lnTo>
                  <a:pt x="9671" y="2570"/>
                </a:lnTo>
                <a:lnTo>
                  <a:pt x="9671" y="2551"/>
                </a:lnTo>
                <a:lnTo>
                  <a:pt x="9767" y="2551"/>
                </a:lnTo>
                <a:lnTo>
                  <a:pt x="9767" y="2570"/>
                </a:lnTo>
                <a:moveTo>
                  <a:pt x="9614" y="2570"/>
                </a:moveTo>
                <a:lnTo>
                  <a:pt x="9519" y="2570"/>
                </a:lnTo>
                <a:lnTo>
                  <a:pt x="9519" y="2551"/>
                </a:lnTo>
                <a:lnTo>
                  <a:pt x="9614" y="2551"/>
                </a:lnTo>
                <a:lnTo>
                  <a:pt x="9614" y="2570"/>
                </a:lnTo>
                <a:moveTo>
                  <a:pt x="9462" y="2570"/>
                </a:moveTo>
                <a:lnTo>
                  <a:pt x="9366" y="2570"/>
                </a:lnTo>
                <a:lnTo>
                  <a:pt x="9366" y="2551"/>
                </a:lnTo>
                <a:lnTo>
                  <a:pt x="9462" y="2551"/>
                </a:lnTo>
                <a:lnTo>
                  <a:pt x="9462" y="2570"/>
                </a:lnTo>
                <a:moveTo>
                  <a:pt x="9309" y="2570"/>
                </a:moveTo>
                <a:lnTo>
                  <a:pt x="9214" y="2570"/>
                </a:lnTo>
                <a:lnTo>
                  <a:pt x="9214" y="2551"/>
                </a:lnTo>
                <a:lnTo>
                  <a:pt x="9309" y="2551"/>
                </a:lnTo>
                <a:lnTo>
                  <a:pt x="9309" y="2570"/>
                </a:lnTo>
                <a:moveTo>
                  <a:pt x="9157" y="2570"/>
                </a:moveTo>
                <a:lnTo>
                  <a:pt x="9061" y="2570"/>
                </a:lnTo>
                <a:lnTo>
                  <a:pt x="9061" y="2551"/>
                </a:lnTo>
                <a:lnTo>
                  <a:pt x="9157" y="2551"/>
                </a:lnTo>
                <a:lnTo>
                  <a:pt x="9157" y="2570"/>
                </a:lnTo>
                <a:moveTo>
                  <a:pt x="9004" y="2570"/>
                </a:moveTo>
                <a:lnTo>
                  <a:pt x="8909" y="2570"/>
                </a:lnTo>
                <a:lnTo>
                  <a:pt x="8909" y="2551"/>
                </a:lnTo>
                <a:lnTo>
                  <a:pt x="9004" y="2551"/>
                </a:lnTo>
                <a:lnTo>
                  <a:pt x="9004" y="2570"/>
                </a:lnTo>
                <a:moveTo>
                  <a:pt x="8852" y="2570"/>
                </a:moveTo>
                <a:lnTo>
                  <a:pt x="8757" y="2570"/>
                </a:lnTo>
                <a:lnTo>
                  <a:pt x="8757" y="2551"/>
                </a:lnTo>
                <a:lnTo>
                  <a:pt x="8852" y="2551"/>
                </a:lnTo>
                <a:lnTo>
                  <a:pt x="8852" y="2570"/>
                </a:lnTo>
                <a:moveTo>
                  <a:pt x="8699" y="2570"/>
                </a:moveTo>
                <a:lnTo>
                  <a:pt x="8604" y="2570"/>
                </a:lnTo>
                <a:lnTo>
                  <a:pt x="8604" y="2551"/>
                </a:lnTo>
                <a:lnTo>
                  <a:pt x="8699" y="2551"/>
                </a:lnTo>
                <a:lnTo>
                  <a:pt x="8699" y="2570"/>
                </a:lnTo>
                <a:moveTo>
                  <a:pt x="8547" y="2570"/>
                </a:moveTo>
                <a:lnTo>
                  <a:pt x="8452" y="2570"/>
                </a:lnTo>
                <a:lnTo>
                  <a:pt x="8452" y="2551"/>
                </a:lnTo>
                <a:lnTo>
                  <a:pt x="8547" y="2551"/>
                </a:lnTo>
                <a:lnTo>
                  <a:pt x="8547" y="2570"/>
                </a:lnTo>
                <a:moveTo>
                  <a:pt x="8395" y="2570"/>
                </a:moveTo>
                <a:lnTo>
                  <a:pt x="8299" y="2570"/>
                </a:lnTo>
                <a:lnTo>
                  <a:pt x="8299" y="2551"/>
                </a:lnTo>
                <a:lnTo>
                  <a:pt x="8395" y="2551"/>
                </a:lnTo>
                <a:lnTo>
                  <a:pt x="8395" y="2570"/>
                </a:lnTo>
                <a:moveTo>
                  <a:pt x="8242" y="2570"/>
                </a:moveTo>
                <a:lnTo>
                  <a:pt x="8147" y="2570"/>
                </a:lnTo>
                <a:lnTo>
                  <a:pt x="8147" y="2551"/>
                </a:lnTo>
                <a:lnTo>
                  <a:pt x="8242" y="2551"/>
                </a:lnTo>
                <a:lnTo>
                  <a:pt x="8242" y="2570"/>
                </a:lnTo>
                <a:moveTo>
                  <a:pt x="8090" y="2570"/>
                </a:moveTo>
                <a:lnTo>
                  <a:pt x="7994" y="2570"/>
                </a:lnTo>
                <a:lnTo>
                  <a:pt x="7994" y="2551"/>
                </a:lnTo>
                <a:lnTo>
                  <a:pt x="8090" y="2551"/>
                </a:lnTo>
                <a:lnTo>
                  <a:pt x="8090" y="2570"/>
                </a:lnTo>
                <a:moveTo>
                  <a:pt x="7937" y="2570"/>
                </a:moveTo>
                <a:lnTo>
                  <a:pt x="7842" y="2570"/>
                </a:lnTo>
                <a:lnTo>
                  <a:pt x="7842" y="2551"/>
                </a:lnTo>
                <a:lnTo>
                  <a:pt x="7937" y="2551"/>
                </a:lnTo>
                <a:lnTo>
                  <a:pt x="7937" y="2570"/>
                </a:lnTo>
                <a:moveTo>
                  <a:pt x="7785" y="2570"/>
                </a:moveTo>
                <a:lnTo>
                  <a:pt x="7689" y="2570"/>
                </a:lnTo>
                <a:lnTo>
                  <a:pt x="7689" y="2551"/>
                </a:lnTo>
                <a:lnTo>
                  <a:pt x="7785" y="2551"/>
                </a:lnTo>
                <a:lnTo>
                  <a:pt x="7785" y="2570"/>
                </a:lnTo>
                <a:moveTo>
                  <a:pt x="7632" y="2570"/>
                </a:moveTo>
                <a:lnTo>
                  <a:pt x="7537" y="2570"/>
                </a:lnTo>
                <a:lnTo>
                  <a:pt x="7537" y="2551"/>
                </a:lnTo>
                <a:lnTo>
                  <a:pt x="7632" y="2551"/>
                </a:lnTo>
                <a:lnTo>
                  <a:pt x="7632" y="2570"/>
                </a:lnTo>
                <a:moveTo>
                  <a:pt x="7480" y="2570"/>
                </a:moveTo>
                <a:lnTo>
                  <a:pt x="7385" y="2570"/>
                </a:lnTo>
                <a:lnTo>
                  <a:pt x="7385" y="2551"/>
                </a:lnTo>
                <a:lnTo>
                  <a:pt x="7480" y="2551"/>
                </a:lnTo>
                <a:lnTo>
                  <a:pt x="7480" y="2570"/>
                </a:lnTo>
                <a:moveTo>
                  <a:pt x="7327" y="2570"/>
                </a:moveTo>
                <a:lnTo>
                  <a:pt x="7232" y="2570"/>
                </a:lnTo>
                <a:lnTo>
                  <a:pt x="7232" y="2551"/>
                </a:lnTo>
                <a:lnTo>
                  <a:pt x="7327" y="2551"/>
                </a:lnTo>
                <a:lnTo>
                  <a:pt x="7327" y="2570"/>
                </a:lnTo>
                <a:moveTo>
                  <a:pt x="7175" y="2570"/>
                </a:moveTo>
                <a:lnTo>
                  <a:pt x="7080" y="2570"/>
                </a:lnTo>
                <a:lnTo>
                  <a:pt x="7080" y="2551"/>
                </a:lnTo>
                <a:lnTo>
                  <a:pt x="7175" y="2551"/>
                </a:lnTo>
                <a:lnTo>
                  <a:pt x="7175" y="2570"/>
                </a:lnTo>
                <a:moveTo>
                  <a:pt x="7023" y="2570"/>
                </a:moveTo>
                <a:lnTo>
                  <a:pt x="6927" y="2570"/>
                </a:lnTo>
                <a:lnTo>
                  <a:pt x="6927" y="2551"/>
                </a:lnTo>
                <a:lnTo>
                  <a:pt x="7023" y="2551"/>
                </a:lnTo>
                <a:lnTo>
                  <a:pt x="7023" y="2570"/>
                </a:lnTo>
                <a:moveTo>
                  <a:pt x="6870" y="2570"/>
                </a:moveTo>
                <a:lnTo>
                  <a:pt x="6775" y="2570"/>
                </a:lnTo>
                <a:lnTo>
                  <a:pt x="6775" y="2551"/>
                </a:lnTo>
                <a:lnTo>
                  <a:pt x="6870" y="2551"/>
                </a:lnTo>
                <a:lnTo>
                  <a:pt x="6870" y="2570"/>
                </a:lnTo>
                <a:moveTo>
                  <a:pt x="6718" y="2570"/>
                </a:moveTo>
                <a:lnTo>
                  <a:pt x="6622" y="2570"/>
                </a:lnTo>
                <a:lnTo>
                  <a:pt x="6622" y="2551"/>
                </a:lnTo>
                <a:lnTo>
                  <a:pt x="6718" y="2551"/>
                </a:lnTo>
                <a:lnTo>
                  <a:pt x="6718" y="2570"/>
                </a:lnTo>
                <a:moveTo>
                  <a:pt x="6565" y="2570"/>
                </a:moveTo>
                <a:lnTo>
                  <a:pt x="6470" y="2570"/>
                </a:lnTo>
                <a:lnTo>
                  <a:pt x="6470" y="2551"/>
                </a:lnTo>
                <a:lnTo>
                  <a:pt x="6565" y="2551"/>
                </a:lnTo>
                <a:lnTo>
                  <a:pt x="6565" y="2570"/>
                </a:lnTo>
                <a:moveTo>
                  <a:pt x="6413" y="2570"/>
                </a:moveTo>
                <a:lnTo>
                  <a:pt x="6317" y="2570"/>
                </a:lnTo>
                <a:lnTo>
                  <a:pt x="6317" y="2551"/>
                </a:lnTo>
                <a:lnTo>
                  <a:pt x="6413" y="2551"/>
                </a:lnTo>
                <a:lnTo>
                  <a:pt x="6413" y="2570"/>
                </a:lnTo>
                <a:moveTo>
                  <a:pt x="6260" y="2570"/>
                </a:moveTo>
                <a:lnTo>
                  <a:pt x="6165" y="2570"/>
                </a:lnTo>
                <a:lnTo>
                  <a:pt x="6165" y="2551"/>
                </a:lnTo>
                <a:lnTo>
                  <a:pt x="6260" y="2551"/>
                </a:lnTo>
                <a:lnTo>
                  <a:pt x="6260" y="2570"/>
                </a:lnTo>
                <a:moveTo>
                  <a:pt x="6108" y="2570"/>
                </a:moveTo>
                <a:lnTo>
                  <a:pt x="6013" y="2570"/>
                </a:lnTo>
                <a:lnTo>
                  <a:pt x="6013" y="2551"/>
                </a:lnTo>
                <a:lnTo>
                  <a:pt x="6108" y="2551"/>
                </a:lnTo>
                <a:lnTo>
                  <a:pt x="6108" y="2570"/>
                </a:lnTo>
                <a:moveTo>
                  <a:pt x="5955" y="2570"/>
                </a:moveTo>
                <a:lnTo>
                  <a:pt x="5860" y="2570"/>
                </a:lnTo>
                <a:lnTo>
                  <a:pt x="5860" y="2551"/>
                </a:lnTo>
                <a:lnTo>
                  <a:pt x="5955" y="2551"/>
                </a:lnTo>
                <a:lnTo>
                  <a:pt x="5955" y="2570"/>
                </a:lnTo>
                <a:moveTo>
                  <a:pt x="5803" y="2570"/>
                </a:moveTo>
                <a:lnTo>
                  <a:pt x="5708" y="2570"/>
                </a:lnTo>
                <a:lnTo>
                  <a:pt x="5708" y="2551"/>
                </a:lnTo>
                <a:lnTo>
                  <a:pt x="5803" y="2551"/>
                </a:lnTo>
                <a:lnTo>
                  <a:pt x="5803" y="2570"/>
                </a:lnTo>
                <a:moveTo>
                  <a:pt x="5651" y="2570"/>
                </a:moveTo>
                <a:lnTo>
                  <a:pt x="5555" y="2570"/>
                </a:lnTo>
                <a:lnTo>
                  <a:pt x="5555" y="2551"/>
                </a:lnTo>
                <a:lnTo>
                  <a:pt x="5651" y="2551"/>
                </a:lnTo>
                <a:lnTo>
                  <a:pt x="5651" y="2570"/>
                </a:lnTo>
                <a:moveTo>
                  <a:pt x="5498" y="2570"/>
                </a:moveTo>
                <a:lnTo>
                  <a:pt x="5402" y="2570"/>
                </a:lnTo>
                <a:lnTo>
                  <a:pt x="5402" y="2551"/>
                </a:lnTo>
                <a:lnTo>
                  <a:pt x="5498" y="2551"/>
                </a:lnTo>
                <a:lnTo>
                  <a:pt x="5498" y="2570"/>
                </a:lnTo>
                <a:moveTo>
                  <a:pt x="5345" y="2570"/>
                </a:moveTo>
                <a:lnTo>
                  <a:pt x="5249" y="2570"/>
                </a:lnTo>
                <a:lnTo>
                  <a:pt x="5249" y="2551"/>
                </a:lnTo>
                <a:lnTo>
                  <a:pt x="5345" y="2551"/>
                </a:lnTo>
                <a:lnTo>
                  <a:pt x="5345" y="2570"/>
                </a:lnTo>
                <a:moveTo>
                  <a:pt x="5192" y="2570"/>
                </a:moveTo>
                <a:lnTo>
                  <a:pt x="5097" y="2570"/>
                </a:lnTo>
                <a:lnTo>
                  <a:pt x="5097" y="2551"/>
                </a:lnTo>
                <a:lnTo>
                  <a:pt x="5192" y="2551"/>
                </a:lnTo>
                <a:lnTo>
                  <a:pt x="5192" y="2570"/>
                </a:lnTo>
                <a:moveTo>
                  <a:pt x="5040" y="2570"/>
                </a:moveTo>
                <a:lnTo>
                  <a:pt x="4944" y="2570"/>
                </a:lnTo>
                <a:lnTo>
                  <a:pt x="4944" y="2551"/>
                </a:lnTo>
                <a:lnTo>
                  <a:pt x="5040" y="2551"/>
                </a:lnTo>
                <a:lnTo>
                  <a:pt x="5040" y="2570"/>
                </a:lnTo>
                <a:moveTo>
                  <a:pt x="4887" y="2570"/>
                </a:moveTo>
                <a:lnTo>
                  <a:pt x="4792" y="2570"/>
                </a:lnTo>
                <a:lnTo>
                  <a:pt x="4792" y="2551"/>
                </a:lnTo>
                <a:lnTo>
                  <a:pt x="4887" y="2551"/>
                </a:lnTo>
                <a:lnTo>
                  <a:pt x="4887" y="2570"/>
                </a:lnTo>
                <a:moveTo>
                  <a:pt x="4735" y="2570"/>
                </a:moveTo>
                <a:lnTo>
                  <a:pt x="4640" y="2570"/>
                </a:lnTo>
                <a:lnTo>
                  <a:pt x="4640" y="2551"/>
                </a:lnTo>
                <a:lnTo>
                  <a:pt x="4735" y="2551"/>
                </a:lnTo>
                <a:lnTo>
                  <a:pt x="4735" y="2570"/>
                </a:lnTo>
                <a:moveTo>
                  <a:pt x="4582" y="2570"/>
                </a:moveTo>
                <a:lnTo>
                  <a:pt x="4487" y="2570"/>
                </a:lnTo>
                <a:lnTo>
                  <a:pt x="4487" y="2551"/>
                </a:lnTo>
                <a:lnTo>
                  <a:pt x="4582" y="2551"/>
                </a:lnTo>
                <a:lnTo>
                  <a:pt x="4582" y="2570"/>
                </a:lnTo>
                <a:moveTo>
                  <a:pt x="4430" y="2570"/>
                </a:moveTo>
                <a:lnTo>
                  <a:pt x="4335" y="2570"/>
                </a:lnTo>
                <a:lnTo>
                  <a:pt x="4335" y="2551"/>
                </a:lnTo>
                <a:lnTo>
                  <a:pt x="4430" y="2551"/>
                </a:lnTo>
                <a:lnTo>
                  <a:pt x="4430" y="2570"/>
                </a:lnTo>
                <a:moveTo>
                  <a:pt x="4278" y="2570"/>
                </a:moveTo>
                <a:lnTo>
                  <a:pt x="4182" y="2570"/>
                </a:lnTo>
                <a:lnTo>
                  <a:pt x="4182" y="2551"/>
                </a:lnTo>
                <a:lnTo>
                  <a:pt x="4278" y="2551"/>
                </a:lnTo>
                <a:lnTo>
                  <a:pt x="4278" y="2570"/>
                </a:lnTo>
                <a:moveTo>
                  <a:pt x="4125" y="2570"/>
                </a:moveTo>
                <a:lnTo>
                  <a:pt x="4030" y="2570"/>
                </a:lnTo>
                <a:lnTo>
                  <a:pt x="4030" y="2551"/>
                </a:lnTo>
                <a:lnTo>
                  <a:pt x="4125" y="2551"/>
                </a:lnTo>
                <a:lnTo>
                  <a:pt x="4125" y="2570"/>
                </a:lnTo>
                <a:moveTo>
                  <a:pt x="3973" y="2570"/>
                </a:moveTo>
                <a:lnTo>
                  <a:pt x="3877" y="2570"/>
                </a:lnTo>
                <a:lnTo>
                  <a:pt x="3877" y="2551"/>
                </a:lnTo>
                <a:lnTo>
                  <a:pt x="3973" y="2551"/>
                </a:lnTo>
                <a:lnTo>
                  <a:pt x="3973" y="2570"/>
                </a:lnTo>
                <a:moveTo>
                  <a:pt x="3820" y="2570"/>
                </a:moveTo>
                <a:lnTo>
                  <a:pt x="3725" y="2570"/>
                </a:lnTo>
                <a:lnTo>
                  <a:pt x="3725" y="2551"/>
                </a:lnTo>
                <a:lnTo>
                  <a:pt x="3820" y="2551"/>
                </a:lnTo>
                <a:lnTo>
                  <a:pt x="3820" y="2570"/>
                </a:lnTo>
                <a:moveTo>
                  <a:pt x="3668" y="2570"/>
                </a:moveTo>
                <a:lnTo>
                  <a:pt x="3572" y="2570"/>
                </a:lnTo>
                <a:lnTo>
                  <a:pt x="3572" y="2551"/>
                </a:lnTo>
                <a:lnTo>
                  <a:pt x="3668" y="2551"/>
                </a:lnTo>
                <a:lnTo>
                  <a:pt x="3668" y="2570"/>
                </a:lnTo>
                <a:moveTo>
                  <a:pt x="3515" y="2570"/>
                </a:moveTo>
                <a:lnTo>
                  <a:pt x="3420" y="2570"/>
                </a:lnTo>
                <a:lnTo>
                  <a:pt x="3420" y="2551"/>
                </a:lnTo>
                <a:lnTo>
                  <a:pt x="3515" y="2551"/>
                </a:lnTo>
                <a:lnTo>
                  <a:pt x="3515" y="2570"/>
                </a:lnTo>
                <a:moveTo>
                  <a:pt x="3363" y="2570"/>
                </a:moveTo>
                <a:lnTo>
                  <a:pt x="3268" y="2570"/>
                </a:lnTo>
                <a:lnTo>
                  <a:pt x="3268" y="2551"/>
                </a:lnTo>
                <a:lnTo>
                  <a:pt x="3363" y="2551"/>
                </a:lnTo>
                <a:lnTo>
                  <a:pt x="3363" y="2570"/>
                </a:lnTo>
                <a:moveTo>
                  <a:pt x="3210" y="2570"/>
                </a:moveTo>
                <a:lnTo>
                  <a:pt x="3115" y="2570"/>
                </a:lnTo>
                <a:lnTo>
                  <a:pt x="3115" y="2551"/>
                </a:lnTo>
                <a:lnTo>
                  <a:pt x="3210" y="2551"/>
                </a:lnTo>
                <a:lnTo>
                  <a:pt x="3210" y="2570"/>
                </a:lnTo>
                <a:moveTo>
                  <a:pt x="3058" y="2570"/>
                </a:moveTo>
                <a:lnTo>
                  <a:pt x="2963" y="2570"/>
                </a:lnTo>
                <a:lnTo>
                  <a:pt x="2963" y="2551"/>
                </a:lnTo>
                <a:lnTo>
                  <a:pt x="3058" y="2551"/>
                </a:lnTo>
                <a:lnTo>
                  <a:pt x="3058" y="2570"/>
                </a:lnTo>
                <a:moveTo>
                  <a:pt x="2906" y="2570"/>
                </a:moveTo>
                <a:lnTo>
                  <a:pt x="2810" y="2570"/>
                </a:lnTo>
                <a:lnTo>
                  <a:pt x="2810" y="2551"/>
                </a:lnTo>
                <a:lnTo>
                  <a:pt x="2906" y="2551"/>
                </a:lnTo>
                <a:lnTo>
                  <a:pt x="2906" y="2570"/>
                </a:lnTo>
                <a:moveTo>
                  <a:pt x="2753" y="2570"/>
                </a:moveTo>
                <a:lnTo>
                  <a:pt x="2658" y="2570"/>
                </a:lnTo>
                <a:lnTo>
                  <a:pt x="2658" y="2551"/>
                </a:lnTo>
                <a:lnTo>
                  <a:pt x="2753" y="2551"/>
                </a:lnTo>
                <a:lnTo>
                  <a:pt x="2753" y="2570"/>
                </a:lnTo>
                <a:moveTo>
                  <a:pt x="2601" y="2570"/>
                </a:moveTo>
                <a:lnTo>
                  <a:pt x="2505" y="2570"/>
                </a:lnTo>
                <a:lnTo>
                  <a:pt x="2505" y="2551"/>
                </a:lnTo>
                <a:lnTo>
                  <a:pt x="2601" y="2551"/>
                </a:lnTo>
                <a:lnTo>
                  <a:pt x="2601" y="2570"/>
                </a:lnTo>
                <a:moveTo>
                  <a:pt x="2448" y="2570"/>
                </a:moveTo>
                <a:lnTo>
                  <a:pt x="2353" y="2570"/>
                </a:lnTo>
                <a:lnTo>
                  <a:pt x="2353" y="2551"/>
                </a:lnTo>
                <a:lnTo>
                  <a:pt x="2448" y="2551"/>
                </a:lnTo>
                <a:lnTo>
                  <a:pt x="2448" y="2570"/>
                </a:lnTo>
                <a:moveTo>
                  <a:pt x="2296" y="2570"/>
                </a:moveTo>
                <a:lnTo>
                  <a:pt x="2200" y="2570"/>
                </a:lnTo>
                <a:lnTo>
                  <a:pt x="2200" y="2551"/>
                </a:lnTo>
                <a:lnTo>
                  <a:pt x="2296" y="2551"/>
                </a:lnTo>
                <a:lnTo>
                  <a:pt x="2296" y="2570"/>
                </a:lnTo>
                <a:moveTo>
                  <a:pt x="2143" y="2570"/>
                </a:moveTo>
                <a:lnTo>
                  <a:pt x="2048" y="2570"/>
                </a:lnTo>
                <a:lnTo>
                  <a:pt x="2048" y="2551"/>
                </a:lnTo>
                <a:lnTo>
                  <a:pt x="2143" y="2551"/>
                </a:lnTo>
                <a:lnTo>
                  <a:pt x="2143" y="2570"/>
                </a:lnTo>
                <a:moveTo>
                  <a:pt x="1991" y="2570"/>
                </a:moveTo>
                <a:lnTo>
                  <a:pt x="1896" y="2570"/>
                </a:lnTo>
                <a:lnTo>
                  <a:pt x="1896" y="2551"/>
                </a:lnTo>
                <a:lnTo>
                  <a:pt x="1991" y="2551"/>
                </a:lnTo>
                <a:lnTo>
                  <a:pt x="1991" y="2570"/>
                </a:lnTo>
                <a:moveTo>
                  <a:pt x="1838" y="2570"/>
                </a:moveTo>
                <a:lnTo>
                  <a:pt x="1743" y="2570"/>
                </a:lnTo>
                <a:lnTo>
                  <a:pt x="1743" y="2551"/>
                </a:lnTo>
                <a:lnTo>
                  <a:pt x="1838" y="2551"/>
                </a:lnTo>
                <a:lnTo>
                  <a:pt x="1838" y="2570"/>
                </a:lnTo>
                <a:moveTo>
                  <a:pt x="1686" y="2570"/>
                </a:moveTo>
                <a:lnTo>
                  <a:pt x="1591" y="2570"/>
                </a:lnTo>
                <a:lnTo>
                  <a:pt x="1591" y="2551"/>
                </a:lnTo>
                <a:lnTo>
                  <a:pt x="1686" y="2551"/>
                </a:lnTo>
                <a:lnTo>
                  <a:pt x="1686" y="2570"/>
                </a:lnTo>
                <a:moveTo>
                  <a:pt x="1534" y="2570"/>
                </a:moveTo>
                <a:lnTo>
                  <a:pt x="1438" y="2570"/>
                </a:lnTo>
                <a:lnTo>
                  <a:pt x="1438" y="2551"/>
                </a:lnTo>
                <a:lnTo>
                  <a:pt x="1534" y="2551"/>
                </a:lnTo>
                <a:lnTo>
                  <a:pt x="1534" y="2570"/>
                </a:lnTo>
                <a:moveTo>
                  <a:pt x="1381" y="2570"/>
                </a:moveTo>
                <a:lnTo>
                  <a:pt x="1286" y="2570"/>
                </a:lnTo>
                <a:lnTo>
                  <a:pt x="1286" y="2551"/>
                </a:lnTo>
                <a:lnTo>
                  <a:pt x="1381" y="2551"/>
                </a:lnTo>
                <a:lnTo>
                  <a:pt x="1381" y="2570"/>
                </a:lnTo>
                <a:moveTo>
                  <a:pt x="1229" y="2570"/>
                </a:moveTo>
                <a:lnTo>
                  <a:pt x="1133" y="2570"/>
                </a:lnTo>
                <a:lnTo>
                  <a:pt x="1133" y="2551"/>
                </a:lnTo>
                <a:lnTo>
                  <a:pt x="1229" y="2551"/>
                </a:lnTo>
                <a:lnTo>
                  <a:pt x="1229" y="2570"/>
                </a:lnTo>
                <a:moveTo>
                  <a:pt x="1076" y="2570"/>
                </a:moveTo>
                <a:lnTo>
                  <a:pt x="981" y="2570"/>
                </a:lnTo>
                <a:lnTo>
                  <a:pt x="981" y="2551"/>
                </a:lnTo>
                <a:lnTo>
                  <a:pt x="1076" y="2551"/>
                </a:lnTo>
                <a:lnTo>
                  <a:pt x="1076" y="2570"/>
                </a:lnTo>
                <a:moveTo>
                  <a:pt x="924" y="2570"/>
                </a:moveTo>
                <a:lnTo>
                  <a:pt x="828" y="2570"/>
                </a:lnTo>
                <a:lnTo>
                  <a:pt x="828" y="2551"/>
                </a:lnTo>
                <a:lnTo>
                  <a:pt x="924" y="2551"/>
                </a:lnTo>
                <a:lnTo>
                  <a:pt x="924" y="2570"/>
                </a:lnTo>
                <a:moveTo>
                  <a:pt x="771" y="2570"/>
                </a:moveTo>
                <a:lnTo>
                  <a:pt x="676" y="2570"/>
                </a:lnTo>
                <a:lnTo>
                  <a:pt x="676" y="2551"/>
                </a:lnTo>
                <a:lnTo>
                  <a:pt x="771" y="2551"/>
                </a:lnTo>
                <a:lnTo>
                  <a:pt x="771" y="2570"/>
                </a:lnTo>
                <a:moveTo>
                  <a:pt x="619" y="2570"/>
                </a:moveTo>
                <a:lnTo>
                  <a:pt x="524" y="2570"/>
                </a:lnTo>
                <a:lnTo>
                  <a:pt x="524" y="2551"/>
                </a:lnTo>
                <a:lnTo>
                  <a:pt x="619" y="2551"/>
                </a:lnTo>
                <a:lnTo>
                  <a:pt x="619" y="2570"/>
                </a:lnTo>
                <a:moveTo>
                  <a:pt x="466" y="2570"/>
                </a:moveTo>
                <a:lnTo>
                  <a:pt x="371" y="2570"/>
                </a:lnTo>
                <a:lnTo>
                  <a:pt x="371" y="2551"/>
                </a:lnTo>
                <a:lnTo>
                  <a:pt x="466" y="2551"/>
                </a:lnTo>
                <a:lnTo>
                  <a:pt x="466" y="2570"/>
                </a:lnTo>
                <a:moveTo>
                  <a:pt x="314" y="2570"/>
                </a:moveTo>
                <a:lnTo>
                  <a:pt x="219" y="2570"/>
                </a:lnTo>
                <a:lnTo>
                  <a:pt x="219" y="2551"/>
                </a:lnTo>
                <a:lnTo>
                  <a:pt x="314" y="2551"/>
                </a:lnTo>
                <a:lnTo>
                  <a:pt x="314" y="2570"/>
                </a:lnTo>
                <a:moveTo>
                  <a:pt x="162" y="2570"/>
                </a:moveTo>
                <a:lnTo>
                  <a:pt x="66" y="2570"/>
                </a:lnTo>
                <a:lnTo>
                  <a:pt x="66" y="2551"/>
                </a:lnTo>
                <a:lnTo>
                  <a:pt x="162" y="2551"/>
                </a:lnTo>
                <a:lnTo>
                  <a:pt x="162" y="2570"/>
                </a:lnTo>
                <a:moveTo>
                  <a:pt x="0" y="2561"/>
                </a:moveTo>
                <a:lnTo>
                  <a:pt x="0" y="2466"/>
                </a:lnTo>
                <a:lnTo>
                  <a:pt x="19" y="2466"/>
                </a:lnTo>
                <a:lnTo>
                  <a:pt x="19" y="2561"/>
                </a:lnTo>
                <a:lnTo>
                  <a:pt x="0" y="2561"/>
                </a:lnTo>
                <a:moveTo>
                  <a:pt x="0" y="2409"/>
                </a:moveTo>
                <a:lnTo>
                  <a:pt x="0" y="2313"/>
                </a:lnTo>
                <a:lnTo>
                  <a:pt x="19" y="2313"/>
                </a:lnTo>
                <a:lnTo>
                  <a:pt x="19" y="2409"/>
                </a:lnTo>
                <a:lnTo>
                  <a:pt x="0" y="2409"/>
                </a:lnTo>
                <a:moveTo>
                  <a:pt x="0" y="2256"/>
                </a:moveTo>
                <a:lnTo>
                  <a:pt x="0" y="2161"/>
                </a:lnTo>
                <a:lnTo>
                  <a:pt x="19" y="2161"/>
                </a:lnTo>
                <a:lnTo>
                  <a:pt x="19" y="2256"/>
                </a:lnTo>
                <a:lnTo>
                  <a:pt x="0" y="2256"/>
                </a:lnTo>
                <a:moveTo>
                  <a:pt x="0" y="2104"/>
                </a:moveTo>
                <a:lnTo>
                  <a:pt x="0" y="2009"/>
                </a:lnTo>
                <a:lnTo>
                  <a:pt x="19" y="2009"/>
                </a:lnTo>
                <a:lnTo>
                  <a:pt x="19" y="2104"/>
                </a:lnTo>
                <a:lnTo>
                  <a:pt x="0" y="2104"/>
                </a:lnTo>
                <a:moveTo>
                  <a:pt x="0" y="1952"/>
                </a:moveTo>
                <a:lnTo>
                  <a:pt x="0" y="1856"/>
                </a:lnTo>
                <a:lnTo>
                  <a:pt x="19" y="1856"/>
                </a:lnTo>
                <a:lnTo>
                  <a:pt x="19" y="1952"/>
                </a:lnTo>
                <a:lnTo>
                  <a:pt x="0" y="1952"/>
                </a:lnTo>
                <a:moveTo>
                  <a:pt x="0" y="1799"/>
                </a:moveTo>
                <a:lnTo>
                  <a:pt x="0" y="1703"/>
                </a:lnTo>
                <a:lnTo>
                  <a:pt x="19" y="1703"/>
                </a:lnTo>
                <a:lnTo>
                  <a:pt x="19" y="1799"/>
                </a:lnTo>
                <a:lnTo>
                  <a:pt x="0" y="1799"/>
                </a:lnTo>
                <a:moveTo>
                  <a:pt x="0" y="1646"/>
                </a:moveTo>
                <a:lnTo>
                  <a:pt x="0" y="1551"/>
                </a:lnTo>
                <a:lnTo>
                  <a:pt x="19" y="1551"/>
                </a:lnTo>
                <a:lnTo>
                  <a:pt x="19" y="1646"/>
                </a:lnTo>
                <a:lnTo>
                  <a:pt x="0" y="1646"/>
                </a:lnTo>
                <a:moveTo>
                  <a:pt x="0" y="1494"/>
                </a:moveTo>
                <a:lnTo>
                  <a:pt x="0" y="1399"/>
                </a:lnTo>
                <a:lnTo>
                  <a:pt x="19" y="1399"/>
                </a:lnTo>
                <a:lnTo>
                  <a:pt x="19" y="1494"/>
                </a:lnTo>
                <a:lnTo>
                  <a:pt x="0" y="1494"/>
                </a:lnTo>
                <a:moveTo>
                  <a:pt x="0" y="1342"/>
                </a:moveTo>
                <a:lnTo>
                  <a:pt x="0" y="1247"/>
                </a:lnTo>
                <a:lnTo>
                  <a:pt x="19" y="1247"/>
                </a:lnTo>
                <a:lnTo>
                  <a:pt x="19" y="1342"/>
                </a:lnTo>
                <a:lnTo>
                  <a:pt x="0" y="1342"/>
                </a:lnTo>
                <a:moveTo>
                  <a:pt x="0" y="1189"/>
                </a:moveTo>
                <a:lnTo>
                  <a:pt x="0" y="1094"/>
                </a:lnTo>
                <a:lnTo>
                  <a:pt x="19" y="1094"/>
                </a:lnTo>
                <a:lnTo>
                  <a:pt x="19" y="1189"/>
                </a:lnTo>
                <a:lnTo>
                  <a:pt x="0" y="1189"/>
                </a:lnTo>
                <a:moveTo>
                  <a:pt x="0" y="1037"/>
                </a:moveTo>
                <a:lnTo>
                  <a:pt x="0" y="942"/>
                </a:lnTo>
                <a:lnTo>
                  <a:pt x="19" y="942"/>
                </a:lnTo>
                <a:lnTo>
                  <a:pt x="19" y="1037"/>
                </a:lnTo>
                <a:lnTo>
                  <a:pt x="0" y="1037"/>
                </a:lnTo>
                <a:moveTo>
                  <a:pt x="0" y="885"/>
                </a:moveTo>
                <a:lnTo>
                  <a:pt x="0" y="790"/>
                </a:lnTo>
                <a:lnTo>
                  <a:pt x="19" y="790"/>
                </a:lnTo>
                <a:lnTo>
                  <a:pt x="19" y="885"/>
                </a:lnTo>
                <a:lnTo>
                  <a:pt x="0" y="885"/>
                </a:lnTo>
                <a:moveTo>
                  <a:pt x="0" y="733"/>
                </a:moveTo>
                <a:lnTo>
                  <a:pt x="0" y="637"/>
                </a:lnTo>
                <a:lnTo>
                  <a:pt x="19" y="637"/>
                </a:lnTo>
                <a:lnTo>
                  <a:pt x="19" y="733"/>
                </a:lnTo>
                <a:lnTo>
                  <a:pt x="0" y="733"/>
                </a:lnTo>
                <a:moveTo>
                  <a:pt x="0" y="580"/>
                </a:moveTo>
                <a:lnTo>
                  <a:pt x="0" y="485"/>
                </a:lnTo>
                <a:lnTo>
                  <a:pt x="19" y="485"/>
                </a:lnTo>
                <a:lnTo>
                  <a:pt x="19" y="580"/>
                </a:lnTo>
                <a:lnTo>
                  <a:pt x="0" y="580"/>
                </a:lnTo>
                <a:moveTo>
                  <a:pt x="0" y="428"/>
                </a:moveTo>
                <a:lnTo>
                  <a:pt x="0" y="333"/>
                </a:lnTo>
                <a:lnTo>
                  <a:pt x="19" y="333"/>
                </a:lnTo>
                <a:lnTo>
                  <a:pt x="19" y="428"/>
                </a:lnTo>
                <a:lnTo>
                  <a:pt x="0" y="428"/>
                </a:lnTo>
                <a:moveTo>
                  <a:pt x="0" y="276"/>
                </a:moveTo>
                <a:lnTo>
                  <a:pt x="0" y="181"/>
                </a:lnTo>
                <a:lnTo>
                  <a:pt x="19" y="181"/>
                </a:lnTo>
                <a:lnTo>
                  <a:pt x="19" y="276"/>
                </a:lnTo>
                <a:lnTo>
                  <a:pt x="0" y="276"/>
                </a:lnTo>
                <a:moveTo>
                  <a:pt x="0" y="123"/>
                </a:moveTo>
                <a:lnTo>
                  <a:pt x="0" y="28"/>
                </a:lnTo>
                <a:lnTo>
                  <a:pt x="19" y="28"/>
                </a:lnTo>
                <a:lnTo>
                  <a:pt x="19" y="123"/>
                </a:lnTo>
                <a:lnTo>
                  <a:pt x="0" y="123"/>
                </a:lnTo>
                <a:moveTo>
                  <a:pt x="9" y="0"/>
                </a:move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7990920" y="167220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7990920" y="169596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770200" y="1294200"/>
            <a:ext cx="14454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467000" y="1664280"/>
            <a:ext cx="54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1494360" y="2021400"/>
            <a:ext cx="6565320" cy="446040"/>
          </a:xfrm>
          <a:custGeom>
            <a:avLst/>
            <a:gdLst/>
            <a:ahLst/>
            <a:rect l="0" t="0" r="r" b="b"/>
            <a:pathLst>
              <a:path w="18237" h="1239">
                <a:moveTo>
                  <a:pt x="0" y="0"/>
                </a:moveTo>
                <a:lnTo>
                  <a:pt x="18237" y="0"/>
                </a:lnTo>
                <a:lnTo>
                  <a:pt x="18237" y="1239"/>
                </a:lnTo>
                <a:lnTo>
                  <a:pt x="0" y="123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1490760" y="2018160"/>
            <a:ext cx="6572520" cy="452520"/>
          </a:xfrm>
          <a:custGeom>
            <a:avLst/>
            <a:gdLst/>
            <a:ahLst/>
            <a:rect l="0" t="0" r="r" b="b"/>
            <a:pathLst>
              <a:path w="18257" h="1257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2" y="0"/>
                </a:moveTo>
                <a:lnTo>
                  <a:pt x="867" y="0"/>
                </a:lnTo>
                <a:lnTo>
                  <a:pt x="867" y="19"/>
                </a:lnTo>
                <a:lnTo>
                  <a:pt x="772" y="19"/>
                </a:lnTo>
                <a:lnTo>
                  <a:pt x="772" y="0"/>
                </a:lnTo>
                <a:moveTo>
                  <a:pt x="925" y="0"/>
                </a:moveTo>
                <a:lnTo>
                  <a:pt x="1020" y="0"/>
                </a:lnTo>
                <a:lnTo>
                  <a:pt x="1020" y="19"/>
                </a:lnTo>
                <a:lnTo>
                  <a:pt x="925" y="19"/>
                </a:lnTo>
                <a:lnTo>
                  <a:pt x="925" y="0"/>
                </a:lnTo>
                <a:moveTo>
                  <a:pt x="1077" y="0"/>
                </a:moveTo>
                <a:lnTo>
                  <a:pt x="1172" y="0"/>
                </a:lnTo>
                <a:lnTo>
                  <a:pt x="1172" y="19"/>
                </a:lnTo>
                <a:lnTo>
                  <a:pt x="1077" y="19"/>
                </a:lnTo>
                <a:lnTo>
                  <a:pt x="1077" y="0"/>
                </a:lnTo>
                <a:moveTo>
                  <a:pt x="1229" y="0"/>
                </a:moveTo>
                <a:lnTo>
                  <a:pt x="1325" y="0"/>
                </a:lnTo>
                <a:lnTo>
                  <a:pt x="1325" y="19"/>
                </a:lnTo>
                <a:lnTo>
                  <a:pt x="1229" y="19"/>
                </a:lnTo>
                <a:lnTo>
                  <a:pt x="1229" y="0"/>
                </a:lnTo>
                <a:moveTo>
                  <a:pt x="1382" y="0"/>
                </a:moveTo>
                <a:lnTo>
                  <a:pt x="1477" y="0"/>
                </a:lnTo>
                <a:lnTo>
                  <a:pt x="1477" y="19"/>
                </a:lnTo>
                <a:lnTo>
                  <a:pt x="1382" y="19"/>
                </a:lnTo>
                <a:lnTo>
                  <a:pt x="1382" y="0"/>
                </a:lnTo>
                <a:moveTo>
                  <a:pt x="1534" y="0"/>
                </a:moveTo>
                <a:lnTo>
                  <a:pt x="1630" y="0"/>
                </a:lnTo>
                <a:lnTo>
                  <a:pt x="1630" y="19"/>
                </a:lnTo>
                <a:lnTo>
                  <a:pt x="1534" y="19"/>
                </a:lnTo>
                <a:lnTo>
                  <a:pt x="1534" y="0"/>
                </a:lnTo>
                <a:moveTo>
                  <a:pt x="1687" y="0"/>
                </a:moveTo>
                <a:lnTo>
                  <a:pt x="1782" y="0"/>
                </a:lnTo>
                <a:lnTo>
                  <a:pt x="1782" y="19"/>
                </a:lnTo>
                <a:lnTo>
                  <a:pt x="1687" y="19"/>
                </a:lnTo>
                <a:lnTo>
                  <a:pt x="1687" y="0"/>
                </a:lnTo>
                <a:moveTo>
                  <a:pt x="1839" y="0"/>
                </a:moveTo>
                <a:lnTo>
                  <a:pt x="1934" y="0"/>
                </a:lnTo>
                <a:lnTo>
                  <a:pt x="1934" y="19"/>
                </a:lnTo>
                <a:lnTo>
                  <a:pt x="1839" y="19"/>
                </a:lnTo>
                <a:lnTo>
                  <a:pt x="1839" y="0"/>
                </a:lnTo>
                <a:moveTo>
                  <a:pt x="1992" y="0"/>
                </a:moveTo>
                <a:lnTo>
                  <a:pt x="2087" y="0"/>
                </a:lnTo>
                <a:lnTo>
                  <a:pt x="2087" y="19"/>
                </a:lnTo>
                <a:lnTo>
                  <a:pt x="1992" y="19"/>
                </a:lnTo>
                <a:lnTo>
                  <a:pt x="1992" y="0"/>
                </a:lnTo>
                <a:moveTo>
                  <a:pt x="2144" y="0"/>
                </a:moveTo>
                <a:lnTo>
                  <a:pt x="2239" y="0"/>
                </a:lnTo>
                <a:lnTo>
                  <a:pt x="2239" y="19"/>
                </a:lnTo>
                <a:lnTo>
                  <a:pt x="2144" y="19"/>
                </a:lnTo>
                <a:lnTo>
                  <a:pt x="2144" y="0"/>
                </a:lnTo>
                <a:moveTo>
                  <a:pt x="2297" y="0"/>
                </a:moveTo>
                <a:lnTo>
                  <a:pt x="2392" y="0"/>
                </a:lnTo>
                <a:lnTo>
                  <a:pt x="2392" y="19"/>
                </a:lnTo>
                <a:lnTo>
                  <a:pt x="2297" y="19"/>
                </a:lnTo>
                <a:lnTo>
                  <a:pt x="2297" y="0"/>
                </a:lnTo>
                <a:moveTo>
                  <a:pt x="2449" y="0"/>
                </a:moveTo>
                <a:lnTo>
                  <a:pt x="2544" y="0"/>
                </a:lnTo>
                <a:lnTo>
                  <a:pt x="2544" y="19"/>
                </a:lnTo>
                <a:lnTo>
                  <a:pt x="2449" y="19"/>
                </a:lnTo>
                <a:lnTo>
                  <a:pt x="2449" y="0"/>
                </a:lnTo>
                <a:moveTo>
                  <a:pt x="2601" y="0"/>
                </a:moveTo>
                <a:lnTo>
                  <a:pt x="2697" y="0"/>
                </a:lnTo>
                <a:lnTo>
                  <a:pt x="2697" y="19"/>
                </a:lnTo>
                <a:lnTo>
                  <a:pt x="2601" y="19"/>
                </a:lnTo>
                <a:lnTo>
                  <a:pt x="2601" y="0"/>
                </a:lnTo>
                <a:moveTo>
                  <a:pt x="2754" y="0"/>
                </a:moveTo>
                <a:lnTo>
                  <a:pt x="2849" y="0"/>
                </a:lnTo>
                <a:lnTo>
                  <a:pt x="2849" y="19"/>
                </a:lnTo>
                <a:lnTo>
                  <a:pt x="2754" y="19"/>
                </a:lnTo>
                <a:lnTo>
                  <a:pt x="2754" y="0"/>
                </a:lnTo>
                <a:moveTo>
                  <a:pt x="2906" y="0"/>
                </a:moveTo>
                <a:lnTo>
                  <a:pt x="3002" y="0"/>
                </a:lnTo>
                <a:lnTo>
                  <a:pt x="3002" y="19"/>
                </a:lnTo>
                <a:lnTo>
                  <a:pt x="2906" y="19"/>
                </a:lnTo>
                <a:lnTo>
                  <a:pt x="2906" y="0"/>
                </a:lnTo>
                <a:moveTo>
                  <a:pt x="3059" y="0"/>
                </a:moveTo>
                <a:lnTo>
                  <a:pt x="3154" y="0"/>
                </a:lnTo>
                <a:lnTo>
                  <a:pt x="3154" y="19"/>
                </a:lnTo>
                <a:lnTo>
                  <a:pt x="3059" y="19"/>
                </a:lnTo>
                <a:lnTo>
                  <a:pt x="3059" y="0"/>
                </a:lnTo>
                <a:moveTo>
                  <a:pt x="3211" y="0"/>
                </a:moveTo>
                <a:lnTo>
                  <a:pt x="3306" y="0"/>
                </a:lnTo>
                <a:lnTo>
                  <a:pt x="3306" y="19"/>
                </a:lnTo>
                <a:lnTo>
                  <a:pt x="3211" y="19"/>
                </a:lnTo>
                <a:lnTo>
                  <a:pt x="3211" y="0"/>
                </a:lnTo>
                <a:moveTo>
                  <a:pt x="3364" y="0"/>
                </a:moveTo>
                <a:lnTo>
                  <a:pt x="3459" y="0"/>
                </a:lnTo>
                <a:lnTo>
                  <a:pt x="3459" y="19"/>
                </a:lnTo>
                <a:lnTo>
                  <a:pt x="3364" y="19"/>
                </a:lnTo>
                <a:lnTo>
                  <a:pt x="3364" y="0"/>
                </a:lnTo>
                <a:moveTo>
                  <a:pt x="3516" y="0"/>
                </a:moveTo>
                <a:lnTo>
                  <a:pt x="3611" y="0"/>
                </a:lnTo>
                <a:lnTo>
                  <a:pt x="3611" y="19"/>
                </a:lnTo>
                <a:lnTo>
                  <a:pt x="3516" y="19"/>
                </a:lnTo>
                <a:lnTo>
                  <a:pt x="3516" y="0"/>
                </a:lnTo>
                <a:moveTo>
                  <a:pt x="3669" y="0"/>
                </a:moveTo>
                <a:lnTo>
                  <a:pt x="3764" y="0"/>
                </a:lnTo>
                <a:lnTo>
                  <a:pt x="3764" y="19"/>
                </a:lnTo>
                <a:lnTo>
                  <a:pt x="3669" y="19"/>
                </a:lnTo>
                <a:lnTo>
                  <a:pt x="3669" y="0"/>
                </a:lnTo>
                <a:moveTo>
                  <a:pt x="3821" y="0"/>
                </a:moveTo>
                <a:lnTo>
                  <a:pt x="3916" y="0"/>
                </a:lnTo>
                <a:lnTo>
                  <a:pt x="3916" y="19"/>
                </a:lnTo>
                <a:lnTo>
                  <a:pt x="3821" y="19"/>
                </a:lnTo>
                <a:lnTo>
                  <a:pt x="3821" y="0"/>
                </a:lnTo>
                <a:moveTo>
                  <a:pt x="3973" y="0"/>
                </a:moveTo>
                <a:lnTo>
                  <a:pt x="4069" y="0"/>
                </a:lnTo>
                <a:lnTo>
                  <a:pt x="4069" y="19"/>
                </a:lnTo>
                <a:lnTo>
                  <a:pt x="3973" y="19"/>
                </a:lnTo>
                <a:lnTo>
                  <a:pt x="3973" y="0"/>
                </a:lnTo>
                <a:moveTo>
                  <a:pt x="4126" y="0"/>
                </a:moveTo>
                <a:lnTo>
                  <a:pt x="4221" y="0"/>
                </a:lnTo>
                <a:lnTo>
                  <a:pt x="4221" y="19"/>
                </a:lnTo>
                <a:lnTo>
                  <a:pt x="4126" y="19"/>
                </a:lnTo>
                <a:lnTo>
                  <a:pt x="4126" y="0"/>
                </a:lnTo>
                <a:moveTo>
                  <a:pt x="4278" y="0"/>
                </a:moveTo>
                <a:lnTo>
                  <a:pt x="4374" y="0"/>
                </a:lnTo>
                <a:lnTo>
                  <a:pt x="4374" y="19"/>
                </a:lnTo>
                <a:lnTo>
                  <a:pt x="4278" y="19"/>
                </a:lnTo>
                <a:lnTo>
                  <a:pt x="4278" y="0"/>
                </a:lnTo>
                <a:moveTo>
                  <a:pt x="4431" y="0"/>
                </a:moveTo>
                <a:lnTo>
                  <a:pt x="4526" y="0"/>
                </a:lnTo>
                <a:lnTo>
                  <a:pt x="4526" y="19"/>
                </a:lnTo>
                <a:lnTo>
                  <a:pt x="4431" y="19"/>
                </a:lnTo>
                <a:lnTo>
                  <a:pt x="4431" y="0"/>
                </a:lnTo>
                <a:moveTo>
                  <a:pt x="4583" y="0"/>
                </a:moveTo>
                <a:lnTo>
                  <a:pt x="4678" y="0"/>
                </a:lnTo>
                <a:lnTo>
                  <a:pt x="4678" y="19"/>
                </a:lnTo>
                <a:lnTo>
                  <a:pt x="4583" y="19"/>
                </a:lnTo>
                <a:lnTo>
                  <a:pt x="4583" y="0"/>
                </a:lnTo>
                <a:moveTo>
                  <a:pt x="4736" y="0"/>
                </a:moveTo>
                <a:lnTo>
                  <a:pt x="4831" y="0"/>
                </a:lnTo>
                <a:lnTo>
                  <a:pt x="4831" y="19"/>
                </a:lnTo>
                <a:lnTo>
                  <a:pt x="4736" y="19"/>
                </a:lnTo>
                <a:lnTo>
                  <a:pt x="4736" y="0"/>
                </a:lnTo>
                <a:moveTo>
                  <a:pt x="4888" y="0"/>
                </a:moveTo>
                <a:lnTo>
                  <a:pt x="4983" y="0"/>
                </a:lnTo>
                <a:lnTo>
                  <a:pt x="4983" y="19"/>
                </a:lnTo>
                <a:lnTo>
                  <a:pt x="4888" y="19"/>
                </a:lnTo>
                <a:lnTo>
                  <a:pt x="4888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863" y="0"/>
                </a:lnTo>
                <a:lnTo>
                  <a:pt x="9863" y="19"/>
                </a:lnTo>
                <a:lnTo>
                  <a:pt x="9767" y="19"/>
                </a:lnTo>
                <a:lnTo>
                  <a:pt x="9767" y="0"/>
                </a:lnTo>
                <a:moveTo>
                  <a:pt x="9920" y="0"/>
                </a:moveTo>
                <a:lnTo>
                  <a:pt x="10015" y="0"/>
                </a:lnTo>
                <a:lnTo>
                  <a:pt x="10015" y="19"/>
                </a:lnTo>
                <a:lnTo>
                  <a:pt x="9920" y="19"/>
                </a:lnTo>
                <a:lnTo>
                  <a:pt x="9920" y="0"/>
                </a:lnTo>
                <a:moveTo>
                  <a:pt x="10072" y="0"/>
                </a:moveTo>
                <a:lnTo>
                  <a:pt x="10168" y="0"/>
                </a:lnTo>
                <a:lnTo>
                  <a:pt x="10168" y="19"/>
                </a:lnTo>
                <a:lnTo>
                  <a:pt x="10072" y="19"/>
                </a:lnTo>
                <a:lnTo>
                  <a:pt x="10072" y="0"/>
                </a:lnTo>
                <a:moveTo>
                  <a:pt x="10225" y="0"/>
                </a:moveTo>
                <a:lnTo>
                  <a:pt x="10320" y="0"/>
                </a:lnTo>
                <a:lnTo>
                  <a:pt x="10320" y="19"/>
                </a:lnTo>
                <a:lnTo>
                  <a:pt x="10225" y="19"/>
                </a:lnTo>
                <a:lnTo>
                  <a:pt x="10225" y="0"/>
                </a:lnTo>
                <a:moveTo>
                  <a:pt x="10377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7" y="19"/>
                </a:lnTo>
                <a:lnTo>
                  <a:pt x="10377" y="0"/>
                </a:lnTo>
                <a:moveTo>
                  <a:pt x="10530" y="0"/>
                </a:moveTo>
                <a:lnTo>
                  <a:pt x="10625" y="0"/>
                </a:lnTo>
                <a:lnTo>
                  <a:pt x="10625" y="19"/>
                </a:lnTo>
                <a:lnTo>
                  <a:pt x="10530" y="19"/>
                </a:lnTo>
                <a:lnTo>
                  <a:pt x="10530" y="0"/>
                </a:lnTo>
                <a:moveTo>
                  <a:pt x="10682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2" y="19"/>
                </a:lnTo>
                <a:lnTo>
                  <a:pt x="10682" y="0"/>
                </a:lnTo>
                <a:moveTo>
                  <a:pt x="10834" y="0"/>
                </a:moveTo>
                <a:lnTo>
                  <a:pt x="10930" y="0"/>
                </a:lnTo>
                <a:lnTo>
                  <a:pt x="10930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7" y="0"/>
                </a:moveTo>
                <a:lnTo>
                  <a:pt x="11082" y="0"/>
                </a:lnTo>
                <a:lnTo>
                  <a:pt x="11082" y="19"/>
                </a:lnTo>
                <a:lnTo>
                  <a:pt x="10987" y="19"/>
                </a:lnTo>
                <a:lnTo>
                  <a:pt x="10987" y="0"/>
                </a:lnTo>
                <a:moveTo>
                  <a:pt x="11139" y="0"/>
                </a:moveTo>
                <a:lnTo>
                  <a:pt x="11235" y="0"/>
                </a:lnTo>
                <a:lnTo>
                  <a:pt x="11235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2" y="0"/>
                </a:moveTo>
                <a:lnTo>
                  <a:pt x="11387" y="0"/>
                </a:lnTo>
                <a:lnTo>
                  <a:pt x="11387" y="19"/>
                </a:lnTo>
                <a:lnTo>
                  <a:pt x="11292" y="19"/>
                </a:lnTo>
                <a:lnTo>
                  <a:pt x="11292" y="0"/>
                </a:lnTo>
                <a:moveTo>
                  <a:pt x="11444" y="0"/>
                </a:moveTo>
                <a:lnTo>
                  <a:pt x="11540" y="0"/>
                </a:lnTo>
                <a:lnTo>
                  <a:pt x="11540" y="19"/>
                </a:lnTo>
                <a:lnTo>
                  <a:pt x="11444" y="19"/>
                </a:lnTo>
                <a:lnTo>
                  <a:pt x="11444" y="0"/>
                </a:lnTo>
                <a:moveTo>
                  <a:pt x="11597" y="0"/>
                </a:moveTo>
                <a:lnTo>
                  <a:pt x="11692" y="0"/>
                </a:lnTo>
                <a:lnTo>
                  <a:pt x="11692" y="19"/>
                </a:lnTo>
                <a:lnTo>
                  <a:pt x="11597" y="19"/>
                </a:lnTo>
                <a:lnTo>
                  <a:pt x="11597" y="0"/>
                </a:lnTo>
                <a:moveTo>
                  <a:pt x="11749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9" y="19"/>
                </a:lnTo>
                <a:lnTo>
                  <a:pt x="11749" y="0"/>
                </a:lnTo>
                <a:moveTo>
                  <a:pt x="11902" y="0"/>
                </a:moveTo>
                <a:lnTo>
                  <a:pt x="11997" y="0"/>
                </a:lnTo>
                <a:lnTo>
                  <a:pt x="11997" y="19"/>
                </a:lnTo>
                <a:lnTo>
                  <a:pt x="11902" y="19"/>
                </a:lnTo>
                <a:lnTo>
                  <a:pt x="11902" y="0"/>
                </a:lnTo>
                <a:moveTo>
                  <a:pt x="12054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4" y="19"/>
                </a:lnTo>
                <a:lnTo>
                  <a:pt x="12054" y="0"/>
                </a:lnTo>
                <a:moveTo>
                  <a:pt x="12206" y="0"/>
                </a:moveTo>
                <a:lnTo>
                  <a:pt x="12302" y="0"/>
                </a:lnTo>
                <a:lnTo>
                  <a:pt x="12302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9" y="0"/>
                </a:moveTo>
                <a:lnTo>
                  <a:pt x="12454" y="0"/>
                </a:lnTo>
                <a:lnTo>
                  <a:pt x="12454" y="19"/>
                </a:lnTo>
                <a:lnTo>
                  <a:pt x="12359" y="19"/>
                </a:lnTo>
                <a:lnTo>
                  <a:pt x="12359" y="0"/>
                </a:lnTo>
                <a:moveTo>
                  <a:pt x="12511" y="0"/>
                </a:moveTo>
                <a:lnTo>
                  <a:pt x="12607" y="0"/>
                </a:lnTo>
                <a:lnTo>
                  <a:pt x="12607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664" y="0"/>
                </a:moveTo>
                <a:lnTo>
                  <a:pt x="12759" y="0"/>
                </a:lnTo>
                <a:lnTo>
                  <a:pt x="12759" y="19"/>
                </a:lnTo>
                <a:lnTo>
                  <a:pt x="12664" y="19"/>
                </a:lnTo>
                <a:lnTo>
                  <a:pt x="12664" y="0"/>
                </a:lnTo>
                <a:moveTo>
                  <a:pt x="12816" y="0"/>
                </a:moveTo>
                <a:lnTo>
                  <a:pt x="12912" y="0"/>
                </a:lnTo>
                <a:lnTo>
                  <a:pt x="12912" y="19"/>
                </a:lnTo>
                <a:lnTo>
                  <a:pt x="12816" y="19"/>
                </a:lnTo>
                <a:lnTo>
                  <a:pt x="12816" y="0"/>
                </a:lnTo>
                <a:moveTo>
                  <a:pt x="12969" y="0"/>
                </a:moveTo>
                <a:lnTo>
                  <a:pt x="13064" y="0"/>
                </a:lnTo>
                <a:lnTo>
                  <a:pt x="13064" y="19"/>
                </a:lnTo>
                <a:lnTo>
                  <a:pt x="12969" y="19"/>
                </a:lnTo>
                <a:lnTo>
                  <a:pt x="12969" y="0"/>
                </a:lnTo>
                <a:moveTo>
                  <a:pt x="13121" y="0"/>
                </a:moveTo>
                <a:lnTo>
                  <a:pt x="13216" y="0"/>
                </a:lnTo>
                <a:lnTo>
                  <a:pt x="13216" y="19"/>
                </a:lnTo>
                <a:lnTo>
                  <a:pt x="13121" y="19"/>
                </a:lnTo>
                <a:lnTo>
                  <a:pt x="13121" y="0"/>
                </a:lnTo>
                <a:moveTo>
                  <a:pt x="13274" y="0"/>
                </a:moveTo>
                <a:lnTo>
                  <a:pt x="13369" y="0"/>
                </a:lnTo>
                <a:lnTo>
                  <a:pt x="13369" y="19"/>
                </a:lnTo>
                <a:lnTo>
                  <a:pt x="13274" y="19"/>
                </a:lnTo>
                <a:lnTo>
                  <a:pt x="13274" y="0"/>
                </a:lnTo>
                <a:moveTo>
                  <a:pt x="13426" y="0"/>
                </a:moveTo>
                <a:lnTo>
                  <a:pt x="13521" y="0"/>
                </a:lnTo>
                <a:lnTo>
                  <a:pt x="13521" y="19"/>
                </a:lnTo>
                <a:lnTo>
                  <a:pt x="13426" y="19"/>
                </a:lnTo>
                <a:lnTo>
                  <a:pt x="13426" y="0"/>
                </a:lnTo>
                <a:moveTo>
                  <a:pt x="13578" y="0"/>
                </a:moveTo>
                <a:lnTo>
                  <a:pt x="13674" y="0"/>
                </a:lnTo>
                <a:lnTo>
                  <a:pt x="13674" y="19"/>
                </a:lnTo>
                <a:lnTo>
                  <a:pt x="13578" y="19"/>
                </a:lnTo>
                <a:lnTo>
                  <a:pt x="13578" y="0"/>
                </a:lnTo>
                <a:moveTo>
                  <a:pt x="13731" y="0"/>
                </a:moveTo>
                <a:lnTo>
                  <a:pt x="13826" y="0"/>
                </a:lnTo>
                <a:lnTo>
                  <a:pt x="13826" y="19"/>
                </a:lnTo>
                <a:lnTo>
                  <a:pt x="13731" y="19"/>
                </a:lnTo>
                <a:lnTo>
                  <a:pt x="13731" y="0"/>
                </a:lnTo>
                <a:moveTo>
                  <a:pt x="13883" y="0"/>
                </a:moveTo>
                <a:lnTo>
                  <a:pt x="13979" y="0"/>
                </a:lnTo>
                <a:lnTo>
                  <a:pt x="13979" y="19"/>
                </a:lnTo>
                <a:lnTo>
                  <a:pt x="13883" y="19"/>
                </a:lnTo>
                <a:lnTo>
                  <a:pt x="13883" y="0"/>
                </a:lnTo>
                <a:moveTo>
                  <a:pt x="14036" y="0"/>
                </a:moveTo>
                <a:lnTo>
                  <a:pt x="14131" y="0"/>
                </a:lnTo>
                <a:lnTo>
                  <a:pt x="14131" y="19"/>
                </a:lnTo>
                <a:lnTo>
                  <a:pt x="14036" y="19"/>
                </a:lnTo>
                <a:lnTo>
                  <a:pt x="14036" y="0"/>
                </a:lnTo>
                <a:moveTo>
                  <a:pt x="14188" y="0"/>
                </a:moveTo>
                <a:lnTo>
                  <a:pt x="14284" y="0"/>
                </a:lnTo>
                <a:lnTo>
                  <a:pt x="14284" y="19"/>
                </a:lnTo>
                <a:lnTo>
                  <a:pt x="14188" y="19"/>
                </a:lnTo>
                <a:lnTo>
                  <a:pt x="14188" y="0"/>
                </a:lnTo>
                <a:moveTo>
                  <a:pt x="14341" y="0"/>
                </a:moveTo>
                <a:lnTo>
                  <a:pt x="14436" y="0"/>
                </a:lnTo>
                <a:lnTo>
                  <a:pt x="14436" y="19"/>
                </a:lnTo>
                <a:lnTo>
                  <a:pt x="14341" y="19"/>
                </a:lnTo>
                <a:lnTo>
                  <a:pt x="14341" y="0"/>
                </a:lnTo>
                <a:moveTo>
                  <a:pt x="14493" y="0"/>
                </a:moveTo>
                <a:lnTo>
                  <a:pt x="14588" y="0"/>
                </a:lnTo>
                <a:lnTo>
                  <a:pt x="14588" y="19"/>
                </a:lnTo>
                <a:lnTo>
                  <a:pt x="14493" y="19"/>
                </a:lnTo>
                <a:lnTo>
                  <a:pt x="14493" y="0"/>
                </a:lnTo>
                <a:moveTo>
                  <a:pt x="14646" y="0"/>
                </a:moveTo>
                <a:lnTo>
                  <a:pt x="14741" y="0"/>
                </a:lnTo>
                <a:lnTo>
                  <a:pt x="14741" y="19"/>
                </a:lnTo>
                <a:lnTo>
                  <a:pt x="14646" y="19"/>
                </a:lnTo>
                <a:lnTo>
                  <a:pt x="14646" y="0"/>
                </a:lnTo>
                <a:moveTo>
                  <a:pt x="14798" y="0"/>
                </a:moveTo>
                <a:lnTo>
                  <a:pt x="14893" y="0"/>
                </a:lnTo>
                <a:lnTo>
                  <a:pt x="14893" y="19"/>
                </a:lnTo>
                <a:lnTo>
                  <a:pt x="14798" y="19"/>
                </a:lnTo>
                <a:lnTo>
                  <a:pt x="14798" y="0"/>
                </a:lnTo>
                <a:moveTo>
                  <a:pt x="14950" y="0"/>
                </a:moveTo>
                <a:lnTo>
                  <a:pt x="15046" y="0"/>
                </a:lnTo>
                <a:lnTo>
                  <a:pt x="15046" y="19"/>
                </a:lnTo>
                <a:lnTo>
                  <a:pt x="14950" y="19"/>
                </a:lnTo>
                <a:lnTo>
                  <a:pt x="14950" y="0"/>
                </a:lnTo>
                <a:moveTo>
                  <a:pt x="15103" y="0"/>
                </a:moveTo>
                <a:lnTo>
                  <a:pt x="15198" y="0"/>
                </a:lnTo>
                <a:lnTo>
                  <a:pt x="15198" y="19"/>
                </a:lnTo>
                <a:lnTo>
                  <a:pt x="15103" y="19"/>
                </a:lnTo>
                <a:lnTo>
                  <a:pt x="15103" y="0"/>
                </a:lnTo>
                <a:moveTo>
                  <a:pt x="15255" y="0"/>
                </a:moveTo>
                <a:lnTo>
                  <a:pt x="15351" y="0"/>
                </a:lnTo>
                <a:lnTo>
                  <a:pt x="15351" y="19"/>
                </a:lnTo>
                <a:lnTo>
                  <a:pt x="15255" y="19"/>
                </a:lnTo>
                <a:lnTo>
                  <a:pt x="15255" y="0"/>
                </a:lnTo>
                <a:moveTo>
                  <a:pt x="15408" y="0"/>
                </a:moveTo>
                <a:lnTo>
                  <a:pt x="15503" y="0"/>
                </a:lnTo>
                <a:lnTo>
                  <a:pt x="15503" y="19"/>
                </a:lnTo>
                <a:lnTo>
                  <a:pt x="15408" y="19"/>
                </a:lnTo>
                <a:lnTo>
                  <a:pt x="15408" y="0"/>
                </a:lnTo>
                <a:moveTo>
                  <a:pt x="15560" y="0"/>
                </a:moveTo>
                <a:lnTo>
                  <a:pt x="15656" y="0"/>
                </a:lnTo>
                <a:lnTo>
                  <a:pt x="15656" y="19"/>
                </a:lnTo>
                <a:lnTo>
                  <a:pt x="15560" y="19"/>
                </a:lnTo>
                <a:lnTo>
                  <a:pt x="15560" y="0"/>
                </a:lnTo>
                <a:moveTo>
                  <a:pt x="15713" y="0"/>
                </a:moveTo>
                <a:lnTo>
                  <a:pt x="15808" y="0"/>
                </a:lnTo>
                <a:lnTo>
                  <a:pt x="15808" y="19"/>
                </a:lnTo>
                <a:lnTo>
                  <a:pt x="15713" y="19"/>
                </a:lnTo>
                <a:lnTo>
                  <a:pt x="15713" y="0"/>
                </a:lnTo>
                <a:moveTo>
                  <a:pt x="15865" y="0"/>
                </a:moveTo>
                <a:lnTo>
                  <a:pt x="15960" y="0"/>
                </a:lnTo>
                <a:lnTo>
                  <a:pt x="15960" y="19"/>
                </a:lnTo>
                <a:lnTo>
                  <a:pt x="15865" y="19"/>
                </a:lnTo>
                <a:lnTo>
                  <a:pt x="15865" y="0"/>
                </a:lnTo>
                <a:moveTo>
                  <a:pt x="16018" y="0"/>
                </a:moveTo>
                <a:lnTo>
                  <a:pt x="16113" y="0"/>
                </a:lnTo>
                <a:lnTo>
                  <a:pt x="16113" y="19"/>
                </a:lnTo>
                <a:lnTo>
                  <a:pt x="16018" y="19"/>
                </a:lnTo>
                <a:lnTo>
                  <a:pt x="16018" y="0"/>
                </a:lnTo>
                <a:moveTo>
                  <a:pt x="16170" y="0"/>
                </a:moveTo>
                <a:lnTo>
                  <a:pt x="16265" y="0"/>
                </a:lnTo>
                <a:lnTo>
                  <a:pt x="16265" y="19"/>
                </a:lnTo>
                <a:lnTo>
                  <a:pt x="16170" y="19"/>
                </a:lnTo>
                <a:lnTo>
                  <a:pt x="16170" y="0"/>
                </a:lnTo>
                <a:moveTo>
                  <a:pt x="16322" y="0"/>
                </a:moveTo>
                <a:lnTo>
                  <a:pt x="16418" y="0"/>
                </a:lnTo>
                <a:lnTo>
                  <a:pt x="16418" y="19"/>
                </a:lnTo>
                <a:lnTo>
                  <a:pt x="16322" y="19"/>
                </a:lnTo>
                <a:lnTo>
                  <a:pt x="16322" y="0"/>
                </a:lnTo>
                <a:moveTo>
                  <a:pt x="16475" y="0"/>
                </a:moveTo>
                <a:lnTo>
                  <a:pt x="16570" y="0"/>
                </a:lnTo>
                <a:lnTo>
                  <a:pt x="16570" y="19"/>
                </a:lnTo>
                <a:lnTo>
                  <a:pt x="16475" y="19"/>
                </a:lnTo>
                <a:lnTo>
                  <a:pt x="16475" y="0"/>
                </a:lnTo>
                <a:moveTo>
                  <a:pt x="16627" y="0"/>
                </a:moveTo>
                <a:lnTo>
                  <a:pt x="16723" y="0"/>
                </a:lnTo>
                <a:lnTo>
                  <a:pt x="16723" y="19"/>
                </a:lnTo>
                <a:lnTo>
                  <a:pt x="16627" y="19"/>
                </a:lnTo>
                <a:lnTo>
                  <a:pt x="16627" y="0"/>
                </a:lnTo>
                <a:moveTo>
                  <a:pt x="16780" y="0"/>
                </a:moveTo>
                <a:lnTo>
                  <a:pt x="16875" y="0"/>
                </a:lnTo>
                <a:lnTo>
                  <a:pt x="16875" y="19"/>
                </a:lnTo>
                <a:lnTo>
                  <a:pt x="16780" y="19"/>
                </a:lnTo>
                <a:lnTo>
                  <a:pt x="16780" y="0"/>
                </a:lnTo>
                <a:moveTo>
                  <a:pt x="16932" y="0"/>
                </a:moveTo>
                <a:lnTo>
                  <a:pt x="17028" y="0"/>
                </a:lnTo>
                <a:lnTo>
                  <a:pt x="17028" y="19"/>
                </a:lnTo>
                <a:lnTo>
                  <a:pt x="16932" y="19"/>
                </a:lnTo>
                <a:lnTo>
                  <a:pt x="16932" y="0"/>
                </a:lnTo>
                <a:moveTo>
                  <a:pt x="17085" y="0"/>
                </a:moveTo>
                <a:lnTo>
                  <a:pt x="17180" y="0"/>
                </a:lnTo>
                <a:lnTo>
                  <a:pt x="17180" y="19"/>
                </a:lnTo>
                <a:lnTo>
                  <a:pt x="17085" y="19"/>
                </a:lnTo>
                <a:lnTo>
                  <a:pt x="17085" y="0"/>
                </a:lnTo>
                <a:moveTo>
                  <a:pt x="17237" y="0"/>
                </a:moveTo>
                <a:lnTo>
                  <a:pt x="17332" y="0"/>
                </a:lnTo>
                <a:lnTo>
                  <a:pt x="17332" y="19"/>
                </a:lnTo>
                <a:lnTo>
                  <a:pt x="17237" y="19"/>
                </a:lnTo>
                <a:lnTo>
                  <a:pt x="17237" y="0"/>
                </a:lnTo>
                <a:moveTo>
                  <a:pt x="17390" y="0"/>
                </a:moveTo>
                <a:lnTo>
                  <a:pt x="17485" y="0"/>
                </a:lnTo>
                <a:lnTo>
                  <a:pt x="17485" y="19"/>
                </a:lnTo>
                <a:lnTo>
                  <a:pt x="17390" y="19"/>
                </a:lnTo>
                <a:lnTo>
                  <a:pt x="17390" y="0"/>
                </a:lnTo>
                <a:moveTo>
                  <a:pt x="17542" y="0"/>
                </a:moveTo>
                <a:lnTo>
                  <a:pt x="17637" y="0"/>
                </a:lnTo>
                <a:lnTo>
                  <a:pt x="17637" y="19"/>
                </a:lnTo>
                <a:lnTo>
                  <a:pt x="17542" y="19"/>
                </a:lnTo>
                <a:lnTo>
                  <a:pt x="17542" y="0"/>
                </a:lnTo>
                <a:moveTo>
                  <a:pt x="17694" y="0"/>
                </a:moveTo>
                <a:lnTo>
                  <a:pt x="17790" y="0"/>
                </a:lnTo>
                <a:lnTo>
                  <a:pt x="17790" y="19"/>
                </a:lnTo>
                <a:lnTo>
                  <a:pt x="17694" y="19"/>
                </a:lnTo>
                <a:lnTo>
                  <a:pt x="17694" y="0"/>
                </a:lnTo>
                <a:moveTo>
                  <a:pt x="17847" y="0"/>
                </a:moveTo>
                <a:lnTo>
                  <a:pt x="17942" y="0"/>
                </a:lnTo>
                <a:lnTo>
                  <a:pt x="17942" y="19"/>
                </a:lnTo>
                <a:lnTo>
                  <a:pt x="17847" y="19"/>
                </a:lnTo>
                <a:lnTo>
                  <a:pt x="17847" y="0"/>
                </a:lnTo>
                <a:moveTo>
                  <a:pt x="17999" y="0"/>
                </a:moveTo>
                <a:lnTo>
                  <a:pt x="18095" y="0"/>
                </a:lnTo>
                <a:lnTo>
                  <a:pt x="18095" y="19"/>
                </a:lnTo>
                <a:lnTo>
                  <a:pt x="17999" y="19"/>
                </a:lnTo>
                <a:lnTo>
                  <a:pt x="17999" y="0"/>
                </a:lnTo>
                <a:moveTo>
                  <a:pt x="18152" y="0"/>
                </a:moveTo>
                <a:lnTo>
                  <a:pt x="18247" y="0"/>
                </a:lnTo>
                <a:lnTo>
                  <a:pt x="18247" y="19"/>
                </a:lnTo>
                <a:lnTo>
                  <a:pt x="18152" y="19"/>
                </a:lnTo>
                <a:lnTo>
                  <a:pt x="18152" y="0"/>
                </a:lnTo>
                <a:moveTo>
                  <a:pt x="18257" y="67"/>
                </a:moveTo>
                <a:lnTo>
                  <a:pt x="18257" y="163"/>
                </a:lnTo>
                <a:lnTo>
                  <a:pt x="18238" y="163"/>
                </a:lnTo>
                <a:lnTo>
                  <a:pt x="18238" y="67"/>
                </a:lnTo>
                <a:lnTo>
                  <a:pt x="18257" y="67"/>
                </a:lnTo>
                <a:moveTo>
                  <a:pt x="18257" y="220"/>
                </a:moveTo>
                <a:lnTo>
                  <a:pt x="18257" y="315"/>
                </a:lnTo>
                <a:lnTo>
                  <a:pt x="18238" y="315"/>
                </a:lnTo>
                <a:lnTo>
                  <a:pt x="18238" y="220"/>
                </a:lnTo>
                <a:lnTo>
                  <a:pt x="18257" y="220"/>
                </a:lnTo>
                <a:moveTo>
                  <a:pt x="18257" y="372"/>
                </a:moveTo>
                <a:lnTo>
                  <a:pt x="18257" y="467"/>
                </a:lnTo>
                <a:lnTo>
                  <a:pt x="18238" y="467"/>
                </a:lnTo>
                <a:lnTo>
                  <a:pt x="18238" y="372"/>
                </a:lnTo>
                <a:lnTo>
                  <a:pt x="18257" y="372"/>
                </a:lnTo>
                <a:moveTo>
                  <a:pt x="18257" y="524"/>
                </a:moveTo>
                <a:lnTo>
                  <a:pt x="18257" y="619"/>
                </a:lnTo>
                <a:lnTo>
                  <a:pt x="18238" y="619"/>
                </a:lnTo>
                <a:lnTo>
                  <a:pt x="18238" y="524"/>
                </a:lnTo>
                <a:lnTo>
                  <a:pt x="18257" y="524"/>
                </a:lnTo>
                <a:moveTo>
                  <a:pt x="18257" y="677"/>
                </a:moveTo>
                <a:lnTo>
                  <a:pt x="18257" y="772"/>
                </a:lnTo>
                <a:lnTo>
                  <a:pt x="18238" y="772"/>
                </a:lnTo>
                <a:lnTo>
                  <a:pt x="18238" y="677"/>
                </a:lnTo>
                <a:lnTo>
                  <a:pt x="18257" y="677"/>
                </a:lnTo>
                <a:moveTo>
                  <a:pt x="18257" y="829"/>
                </a:moveTo>
                <a:lnTo>
                  <a:pt x="18257" y="924"/>
                </a:lnTo>
                <a:lnTo>
                  <a:pt x="18238" y="924"/>
                </a:lnTo>
                <a:lnTo>
                  <a:pt x="18238" y="829"/>
                </a:lnTo>
                <a:lnTo>
                  <a:pt x="18257" y="829"/>
                </a:lnTo>
                <a:moveTo>
                  <a:pt x="18257" y="981"/>
                </a:moveTo>
                <a:lnTo>
                  <a:pt x="18257" y="1076"/>
                </a:lnTo>
                <a:lnTo>
                  <a:pt x="18238" y="1076"/>
                </a:lnTo>
                <a:lnTo>
                  <a:pt x="18238" y="981"/>
                </a:lnTo>
                <a:lnTo>
                  <a:pt x="18257" y="981"/>
                </a:lnTo>
                <a:moveTo>
                  <a:pt x="18257" y="1133"/>
                </a:moveTo>
                <a:lnTo>
                  <a:pt x="18257" y="1229"/>
                </a:lnTo>
                <a:lnTo>
                  <a:pt x="18238" y="1229"/>
                </a:lnTo>
                <a:lnTo>
                  <a:pt x="18238" y="1133"/>
                </a:lnTo>
                <a:lnTo>
                  <a:pt x="18257" y="1133"/>
                </a:lnTo>
                <a:moveTo>
                  <a:pt x="18209" y="1257"/>
                </a:moveTo>
                <a:lnTo>
                  <a:pt x="18114" y="1257"/>
                </a:lnTo>
                <a:lnTo>
                  <a:pt x="18114" y="1238"/>
                </a:lnTo>
                <a:lnTo>
                  <a:pt x="18209" y="1238"/>
                </a:lnTo>
                <a:lnTo>
                  <a:pt x="18209" y="1257"/>
                </a:lnTo>
                <a:moveTo>
                  <a:pt x="18057" y="1257"/>
                </a:moveTo>
                <a:lnTo>
                  <a:pt x="17961" y="1257"/>
                </a:lnTo>
                <a:lnTo>
                  <a:pt x="17961" y="1238"/>
                </a:lnTo>
                <a:lnTo>
                  <a:pt x="18057" y="1238"/>
                </a:lnTo>
                <a:lnTo>
                  <a:pt x="18057" y="1257"/>
                </a:lnTo>
                <a:moveTo>
                  <a:pt x="17904" y="1257"/>
                </a:moveTo>
                <a:lnTo>
                  <a:pt x="17809" y="1257"/>
                </a:lnTo>
                <a:lnTo>
                  <a:pt x="17809" y="1238"/>
                </a:lnTo>
                <a:lnTo>
                  <a:pt x="17904" y="1238"/>
                </a:lnTo>
                <a:lnTo>
                  <a:pt x="17904" y="1257"/>
                </a:lnTo>
                <a:moveTo>
                  <a:pt x="17752" y="1257"/>
                </a:moveTo>
                <a:lnTo>
                  <a:pt x="17656" y="1257"/>
                </a:lnTo>
                <a:lnTo>
                  <a:pt x="17656" y="1238"/>
                </a:lnTo>
                <a:lnTo>
                  <a:pt x="17752" y="1238"/>
                </a:lnTo>
                <a:lnTo>
                  <a:pt x="17752" y="1257"/>
                </a:lnTo>
                <a:moveTo>
                  <a:pt x="17599" y="1257"/>
                </a:moveTo>
                <a:lnTo>
                  <a:pt x="17504" y="1257"/>
                </a:lnTo>
                <a:lnTo>
                  <a:pt x="17504" y="1238"/>
                </a:lnTo>
                <a:lnTo>
                  <a:pt x="17599" y="1238"/>
                </a:lnTo>
                <a:lnTo>
                  <a:pt x="17599" y="1257"/>
                </a:lnTo>
                <a:moveTo>
                  <a:pt x="17447" y="1257"/>
                </a:moveTo>
                <a:lnTo>
                  <a:pt x="17351" y="1257"/>
                </a:lnTo>
                <a:lnTo>
                  <a:pt x="17351" y="1238"/>
                </a:lnTo>
                <a:lnTo>
                  <a:pt x="17447" y="1238"/>
                </a:lnTo>
                <a:lnTo>
                  <a:pt x="17447" y="1257"/>
                </a:lnTo>
                <a:moveTo>
                  <a:pt x="17294" y="1257"/>
                </a:moveTo>
                <a:lnTo>
                  <a:pt x="17199" y="1257"/>
                </a:lnTo>
                <a:lnTo>
                  <a:pt x="17199" y="1238"/>
                </a:lnTo>
                <a:lnTo>
                  <a:pt x="17294" y="1238"/>
                </a:lnTo>
                <a:lnTo>
                  <a:pt x="17294" y="1257"/>
                </a:lnTo>
                <a:moveTo>
                  <a:pt x="17142" y="1257"/>
                </a:moveTo>
                <a:lnTo>
                  <a:pt x="17047" y="1257"/>
                </a:lnTo>
                <a:lnTo>
                  <a:pt x="17047" y="1238"/>
                </a:lnTo>
                <a:lnTo>
                  <a:pt x="17142" y="1238"/>
                </a:lnTo>
                <a:lnTo>
                  <a:pt x="17142" y="1257"/>
                </a:lnTo>
                <a:moveTo>
                  <a:pt x="16989" y="1257"/>
                </a:moveTo>
                <a:lnTo>
                  <a:pt x="16894" y="1257"/>
                </a:lnTo>
                <a:lnTo>
                  <a:pt x="16894" y="1238"/>
                </a:lnTo>
                <a:lnTo>
                  <a:pt x="16989" y="1238"/>
                </a:lnTo>
                <a:lnTo>
                  <a:pt x="16989" y="1257"/>
                </a:lnTo>
                <a:moveTo>
                  <a:pt x="16837" y="1257"/>
                </a:moveTo>
                <a:lnTo>
                  <a:pt x="16742" y="1257"/>
                </a:lnTo>
                <a:lnTo>
                  <a:pt x="16742" y="1238"/>
                </a:lnTo>
                <a:lnTo>
                  <a:pt x="16837" y="1238"/>
                </a:lnTo>
                <a:lnTo>
                  <a:pt x="16837" y="1257"/>
                </a:lnTo>
                <a:moveTo>
                  <a:pt x="16685" y="1257"/>
                </a:moveTo>
                <a:lnTo>
                  <a:pt x="16589" y="1257"/>
                </a:lnTo>
                <a:lnTo>
                  <a:pt x="16589" y="1238"/>
                </a:lnTo>
                <a:lnTo>
                  <a:pt x="16685" y="1238"/>
                </a:lnTo>
                <a:lnTo>
                  <a:pt x="16685" y="1257"/>
                </a:lnTo>
                <a:moveTo>
                  <a:pt x="16532" y="1257"/>
                </a:moveTo>
                <a:lnTo>
                  <a:pt x="16437" y="1257"/>
                </a:lnTo>
                <a:lnTo>
                  <a:pt x="16437" y="1238"/>
                </a:lnTo>
                <a:lnTo>
                  <a:pt x="16532" y="1238"/>
                </a:lnTo>
                <a:lnTo>
                  <a:pt x="16532" y="1257"/>
                </a:lnTo>
                <a:moveTo>
                  <a:pt x="16380" y="1257"/>
                </a:moveTo>
                <a:lnTo>
                  <a:pt x="16284" y="1257"/>
                </a:lnTo>
                <a:lnTo>
                  <a:pt x="16284" y="1238"/>
                </a:lnTo>
                <a:lnTo>
                  <a:pt x="16380" y="1238"/>
                </a:lnTo>
                <a:lnTo>
                  <a:pt x="16380" y="1257"/>
                </a:lnTo>
                <a:moveTo>
                  <a:pt x="16227" y="1257"/>
                </a:moveTo>
                <a:lnTo>
                  <a:pt x="16132" y="1257"/>
                </a:lnTo>
                <a:lnTo>
                  <a:pt x="16132" y="1238"/>
                </a:lnTo>
                <a:lnTo>
                  <a:pt x="16227" y="1238"/>
                </a:lnTo>
                <a:lnTo>
                  <a:pt x="16227" y="1257"/>
                </a:lnTo>
                <a:moveTo>
                  <a:pt x="16075" y="1257"/>
                </a:moveTo>
                <a:lnTo>
                  <a:pt x="15979" y="1257"/>
                </a:lnTo>
                <a:lnTo>
                  <a:pt x="15979" y="1238"/>
                </a:lnTo>
                <a:lnTo>
                  <a:pt x="16075" y="1238"/>
                </a:lnTo>
                <a:lnTo>
                  <a:pt x="16075" y="1257"/>
                </a:lnTo>
                <a:moveTo>
                  <a:pt x="15922" y="1257"/>
                </a:moveTo>
                <a:lnTo>
                  <a:pt x="15827" y="1257"/>
                </a:lnTo>
                <a:lnTo>
                  <a:pt x="15827" y="1238"/>
                </a:lnTo>
                <a:lnTo>
                  <a:pt x="15922" y="1238"/>
                </a:lnTo>
                <a:lnTo>
                  <a:pt x="15922" y="1257"/>
                </a:lnTo>
                <a:moveTo>
                  <a:pt x="15770" y="1257"/>
                </a:moveTo>
                <a:lnTo>
                  <a:pt x="15675" y="1257"/>
                </a:lnTo>
                <a:lnTo>
                  <a:pt x="15675" y="1238"/>
                </a:lnTo>
                <a:lnTo>
                  <a:pt x="15770" y="1238"/>
                </a:lnTo>
                <a:lnTo>
                  <a:pt x="15770" y="1257"/>
                </a:lnTo>
                <a:moveTo>
                  <a:pt x="15617" y="1257"/>
                </a:moveTo>
                <a:lnTo>
                  <a:pt x="15522" y="1257"/>
                </a:lnTo>
                <a:lnTo>
                  <a:pt x="15522" y="1238"/>
                </a:lnTo>
                <a:lnTo>
                  <a:pt x="15617" y="1238"/>
                </a:lnTo>
                <a:lnTo>
                  <a:pt x="15617" y="1257"/>
                </a:lnTo>
                <a:moveTo>
                  <a:pt x="15465" y="1257"/>
                </a:moveTo>
                <a:lnTo>
                  <a:pt x="15370" y="1257"/>
                </a:lnTo>
                <a:lnTo>
                  <a:pt x="15370" y="1238"/>
                </a:lnTo>
                <a:lnTo>
                  <a:pt x="15465" y="1238"/>
                </a:lnTo>
                <a:lnTo>
                  <a:pt x="15465" y="1257"/>
                </a:lnTo>
                <a:moveTo>
                  <a:pt x="15313" y="1257"/>
                </a:moveTo>
                <a:lnTo>
                  <a:pt x="15217" y="1257"/>
                </a:lnTo>
                <a:lnTo>
                  <a:pt x="15217" y="1238"/>
                </a:lnTo>
                <a:lnTo>
                  <a:pt x="15313" y="1238"/>
                </a:lnTo>
                <a:lnTo>
                  <a:pt x="15313" y="1257"/>
                </a:lnTo>
                <a:moveTo>
                  <a:pt x="15160" y="1257"/>
                </a:moveTo>
                <a:lnTo>
                  <a:pt x="15065" y="1257"/>
                </a:lnTo>
                <a:lnTo>
                  <a:pt x="15065" y="1238"/>
                </a:lnTo>
                <a:lnTo>
                  <a:pt x="15160" y="1238"/>
                </a:lnTo>
                <a:lnTo>
                  <a:pt x="15160" y="1257"/>
                </a:lnTo>
                <a:moveTo>
                  <a:pt x="15008" y="1257"/>
                </a:moveTo>
                <a:lnTo>
                  <a:pt x="14912" y="1257"/>
                </a:lnTo>
                <a:lnTo>
                  <a:pt x="14912" y="1238"/>
                </a:lnTo>
                <a:lnTo>
                  <a:pt x="15008" y="1238"/>
                </a:lnTo>
                <a:lnTo>
                  <a:pt x="15008" y="1257"/>
                </a:lnTo>
                <a:moveTo>
                  <a:pt x="14855" y="1257"/>
                </a:moveTo>
                <a:lnTo>
                  <a:pt x="14760" y="1257"/>
                </a:lnTo>
                <a:lnTo>
                  <a:pt x="14760" y="1238"/>
                </a:lnTo>
                <a:lnTo>
                  <a:pt x="14855" y="1238"/>
                </a:lnTo>
                <a:lnTo>
                  <a:pt x="14855" y="1257"/>
                </a:lnTo>
                <a:moveTo>
                  <a:pt x="14703" y="1257"/>
                </a:moveTo>
                <a:lnTo>
                  <a:pt x="14607" y="1257"/>
                </a:lnTo>
                <a:lnTo>
                  <a:pt x="14607" y="1238"/>
                </a:lnTo>
                <a:lnTo>
                  <a:pt x="14703" y="1238"/>
                </a:lnTo>
                <a:lnTo>
                  <a:pt x="14703" y="1257"/>
                </a:lnTo>
                <a:moveTo>
                  <a:pt x="14550" y="1257"/>
                </a:moveTo>
                <a:lnTo>
                  <a:pt x="14455" y="1257"/>
                </a:lnTo>
                <a:lnTo>
                  <a:pt x="14455" y="1238"/>
                </a:lnTo>
                <a:lnTo>
                  <a:pt x="14550" y="1238"/>
                </a:lnTo>
                <a:lnTo>
                  <a:pt x="14550" y="1257"/>
                </a:lnTo>
                <a:moveTo>
                  <a:pt x="14398" y="1257"/>
                </a:moveTo>
                <a:lnTo>
                  <a:pt x="14303" y="1257"/>
                </a:lnTo>
                <a:lnTo>
                  <a:pt x="14303" y="1238"/>
                </a:lnTo>
                <a:lnTo>
                  <a:pt x="14398" y="1238"/>
                </a:lnTo>
                <a:lnTo>
                  <a:pt x="14398" y="1257"/>
                </a:lnTo>
                <a:moveTo>
                  <a:pt x="14245" y="1257"/>
                </a:moveTo>
                <a:lnTo>
                  <a:pt x="14150" y="1257"/>
                </a:lnTo>
                <a:lnTo>
                  <a:pt x="14150" y="1238"/>
                </a:lnTo>
                <a:lnTo>
                  <a:pt x="14245" y="1238"/>
                </a:lnTo>
                <a:lnTo>
                  <a:pt x="14245" y="1257"/>
                </a:lnTo>
                <a:moveTo>
                  <a:pt x="14093" y="1257"/>
                </a:moveTo>
                <a:lnTo>
                  <a:pt x="13998" y="1257"/>
                </a:lnTo>
                <a:lnTo>
                  <a:pt x="13998" y="1238"/>
                </a:lnTo>
                <a:lnTo>
                  <a:pt x="14093" y="1238"/>
                </a:lnTo>
                <a:lnTo>
                  <a:pt x="14093" y="1257"/>
                </a:lnTo>
                <a:moveTo>
                  <a:pt x="13941" y="1257"/>
                </a:moveTo>
                <a:lnTo>
                  <a:pt x="13845" y="1257"/>
                </a:lnTo>
                <a:lnTo>
                  <a:pt x="13845" y="1238"/>
                </a:lnTo>
                <a:lnTo>
                  <a:pt x="13941" y="1238"/>
                </a:lnTo>
                <a:lnTo>
                  <a:pt x="13941" y="1257"/>
                </a:lnTo>
                <a:moveTo>
                  <a:pt x="13788" y="1257"/>
                </a:moveTo>
                <a:lnTo>
                  <a:pt x="13693" y="1257"/>
                </a:lnTo>
                <a:lnTo>
                  <a:pt x="13693" y="1238"/>
                </a:lnTo>
                <a:lnTo>
                  <a:pt x="13788" y="1238"/>
                </a:lnTo>
                <a:lnTo>
                  <a:pt x="13788" y="1257"/>
                </a:lnTo>
                <a:moveTo>
                  <a:pt x="13636" y="1257"/>
                </a:moveTo>
                <a:lnTo>
                  <a:pt x="13540" y="1257"/>
                </a:lnTo>
                <a:lnTo>
                  <a:pt x="13540" y="1238"/>
                </a:lnTo>
                <a:lnTo>
                  <a:pt x="13636" y="1238"/>
                </a:lnTo>
                <a:lnTo>
                  <a:pt x="13636" y="1257"/>
                </a:lnTo>
                <a:moveTo>
                  <a:pt x="13483" y="1257"/>
                </a:moveTo>
                <a:lnTo>
                  <a:pt x="13388" y="1257"/>
                </a:lnTo>
                <a:lnTo>
                  <a:pt x="13388" y="1238"/>
                </a:lnTo>
                <a:lnTo>
                  <a:pt x="13483" y="1238"/>
                </a:lnTo>
                <a:lnTo>
                  <a:pt x="13483" y="1257"/>
                </a:lnTo>
                <a:moveTo>
                  <a:pt x="13331" y="1257"/>
                </a:moveTo>
                <a:lnTo>
                  <a:pt x="13235" y="1257"/>
                </a:lnTo>
                <a:lnTo>
                  <a:pt x="13235" y="1238"/>
                </a:lnTo>
                <a:lnTo>
                  <a:pt x="13331" y="1238"/>
                </a:lnTo>
                <a:lnTo>
                  <a:pt x="13331" y="1257"/>
                </a:lnTo>
                <a:moveTo>
                  <a:pt x="13178" y="1257"/>
                </a:moveTo>
                <a:lnTo>
                  <a:pt x="13083" y="1257"/>
                </a:lnTo>
                <a:lnTo>
                  <a:pt x="13083" y="1238"/>
                </a:lnTo>
                <a:lnTo>
                  <a:pt x="13178" y="1238"/>
                </a:lnTo>
                <a:lnTo>
                  <a:pt x="13178" y="1257"/>
                </a:lnTo>
                <a:moveTo>
                  <a:pt x="13026" y="1257"/>
                </a:moveTo>
                <a:lnTo>
                  <a:pt x="12931" y="1257"/>
                </a:lnTo>
                <a:lnTo>
                  <a:pt x="12931" y="1238"/>
                </a:lnTo>
                <a:lnTo>
                  <a:pt x="13026" y="1238"/>
                </a:lnTo>
                <a:lnTo>
                  <a:pt x="13026" y="1257"/>
                </a:lnTo>
                <a:moveTo>
                  <a:pt x="12873" y="1257"/>
                </a:moveTo>
                <a:lnTo>
                  <a:pt x="12778" y="1257"/>
                </a:lnTo>
                <a:lnTo>
                  <a:pt x="12778" y="1238"/>
                </a:lnTo>
                <a:lnTo>
                  <a:pt x="12873" y="1238"/>
                </a:lnTo>
                <a:lnTo>
                  <a:pt x="12873" y="1257"/>
                </a:lnTo>
                <a:moveTo>
                  <a:pt x="12721" y="1257"/>
                </a:moveTo>
                <a:lnTo>
                  <a:pt x="12626" y="1257"/>
                </a:lnTo>
                <a:lnTo>
                  <a:pt x="12626" y="1238"/>
                </a:lnTo>
                <a:lnTo>
                  <a:pt x="12721" y="1238"/>
                </a:lnTo>
                <a:lnTo>
                  <a:pt x="12721" y="1257"/>
                </a:lnTo>
                <a:moveTo>
                  <a:pt x="12569" y="1257"/>
                </a:moveTo>
                <a:lnTo>
                  <a:pt x="12473" y="1257"/>
                </a:lnTo>
                <a:lnTo>
                  <a:pt x="12473" y="1238"/>
                </a:lnTo>
                <a:lnTo>
                  <a:pt x="12569" y="1238"/>
                </a:lnTo>
                <a:lnTo>
                  <a:pt x="12569" y="1257"/>
                </a:lnTo>
                <a:moveTo>
                  <a:pt x="12416" y="1257"/>
                </a:moveTo>
                <a:lnTo>
                  <a:pt x="12321" y="1257"/>
                </a:lnTo>
                <a:lnTo>
                  <a:pt x="12321" y="1238"/>
                </a:lnTo>
                <a:lnTo>
                  <a:pt x="12416" y="1238"/>
                </a:lnTo>
                <a:lnTo>
                  <a:pt x="12416" y="1257"/>
                </a:lnTo>
                <a:moveTo>
                  <a:pt x="12264" y="1257"/>
                </a:moveTo>
                <a:lnTo>
                  <a:pt x="12168" y="1257"/>
                </a:lnTo>
                <a:lnTo>
                  <a:pt x="12168" y="1238"/>
                </a:lnTo>
                <a:lnTo>
                  <a:pt x="12264" y="1238"/>
                </a:lnTo>
                <a:lnTo>
                  <a:pt x="12264" y="1257"/>
                </a:lnTo>
                <a:moveTo>
                  <a:pt x="12111" y="1257"/>
                </a:moveTo>
                <a:lnTo>
                  <a:pt x="12016" y="1257"/>
                </a:lnTo>
                <a:lnTo>
                  <a:pt x="12016" y="1238"/>
                </a:lnTo>
                <a:lnTo>
                  <a:pt x="12111" y="1238"/>
                </a:lnTo>
                <a:lnTo>
                  <a:pt x="12111" y="1257"/>
                </a:lnTo>
                <a:moveTo>
                  <a:pt x="11959" y="1257"/>
                </a:moveTo>
                <a:lnTo>
                  <a:pt x="11863" y="1257"/>
                </a:lnTo>
                <a:lnTo>
                  <a:pt x="11863" y="1238"/>
                </a:lnTo>
                <a:lnTo>
                  <a:pt x="11959" y="1238"/>
                </a:lnTo>
                <a:lnTo>
                  <a:pt x="11959" y="1257"/>
                </a:lnTo>
                <a:moveTo>
                  <a:pt x="11806" y="1257"/>
                </a:moveTo>
                <a:lnTo>
                  <a:pt x="11711" y="1257"/>
                </a:lnTo>
                <a:lnTo>
                  <a:pt x="11711" y="1238"/>
                </a:lnTo>
                <a:lnTo>
                  <a:pt x="11806" y="1238"/>
                </a:lnTo>
                <a:lnTo>
                  <a:pt x="11806" y="1257"/>
                </a:lnTo>
                <a:moveTo>
                  <a:pt x="11654" y="1257"/>
                </a:moveTo>
                <a:lnTo>
                  <a:pt x="11559" y="1257"/>
                </a:lnTo>
                <a:lnTo>
                  <a:pt x="11559" y="1238"/>
                </a:lnTo>
                <a:lnTo>
                  <a:pt x="11654" y="1238"/>
                </a:lnTo>
                <a:lnTo>
                  <a:pt x="11654" y="1257"/>
                </a:lnTo>
                <a:moveTo>
                  <a:pt x="11501" y="1257"/>
                </a:moveTo>
                <a:lnTo>
                  <a:pt x="11406" y="1257"/>
                </a:lnTo>
                <a:lnTo>
                  <a:pt x="11406" y="1238"/>
                </a:lnTo>
                <a:lnTo>
                  <a:pt x="11501" y="1238"/>
                </a:lnTo>
                <a:lnTo>
                  <a:pt x="11501" y="1257"/>
                </a:lnTo>
                <a:moveTo>
                  <a:pt x="11349" y="1257"/>
                </a:moveTo>
                <a:lnTo>
                  <a:pt x="11254" y="1257"/>
                </a:lnTo>
                <a:lnTo>
                  <a:pt x="11254" y="1238"/>
                </a:lnTo>
                <a:lnTo>
                  <a:pt x="11349" y="1238"/>
                </a:lnTo>
                <a:lnTo>
                  <a:pt x="11349" y="1257"/>
                </a:lnTo>
                <a:moveTo>
                  <a:pt x="11197" y="1257"/>
                </a:moveTo>
                <a:lnTo>
                  <a:pt x="11101" y="1257"/>
                </a:lnTo>
                <a:lnTo>
                  <a:pt x="11101" y="1238"/>
                </a:lnTo>
                <a:lnTo>
                  <a:pt x="11197" y="1238"/>
                </a:lnTo>
                <a:lnTo>
                  <a:pt x="11197" y="1257"/>
                </a:lnTo>
                <a:moveTo>
                  <a:pt x="11044" y="1257"/>
                </a:moveTo>
                <a:lnTo>
                  <a:pt x="10949" y="1257"/>
                </a:lnTo>
                <a:lnTo>
                  <a:pt x="10949" y="1238"/>
                </a:lnTo>
                <a:lnTo>
                  <a:pt x="11044" y="1238"/>
                </a:lnTo>
                <a:lnTo>
                  <a:pt x="11044" y="1257"/>
                </a:lnTo>
                <a:moveTo>
                  <a:pt x="10892" y="1257"/>
                </a:moveTo>
                <a:lnTo>
                  <a:pt x="10796" y="1257"/>
                </a:lnTo>
                <a:lnTo>
                  <a:pt x="10796" y="1238"/>
                </a:lnTo>
                <a:lnTo>
                  <a:pt x="10892" y="1238"/>
                </a:lnTo>
                <a:lnTo>
                  <a:pt x="10892" y="1257"/>
                </a:lnTo>
                <a:moveTo>
                  <a:pt x="10739" y="1257"/>
                </a:moveTo>
                <a:lnTo>
                  <a:pt x="10644" y="1257"/>
                </a:lnTo>
                <a:lnTo>
                  <a:pt x="10644" y="1238"/>
                </a:lnTo>
                <a:lnTo>
                  <a:pt x="10739" y="1238"/>
                </a:lnTo>
                <a:lnTo>
                  <a:pt x="10739" y="1257"/>
                </a:lnTo>
                <a:moveTo>
                  <a:pt x="10587" y="1257"/>
                </a:moveTo>
                <a:lnTo>
                  <a:pt x="10491" y="1257"/>
                </a:lnTo>
                <a:lnTo>
                  <a:pt x="10491" y="1238"/>
                </a:lnTo>
                <a:lnTo>
                  <a:pt x="10587" y="1238"/>
                </a:lnTo>
                <a:lnTo>
                  <a:pt x="10587" y="1257"/>
                </a:lnTo>
                <a:moveTo>
                  <a:pt x="10434" y="1257"/>
                </a:moveTo>
                <a:lnTo>
                  <a:pt x="10339" y="1257"/>
                </a:lnTo>
                <a:lnTo>
                  <a:pt x="10339" y="1238"/>
                </a:lnTo>
                <a:lnTo>
                  <a:pt x="10434" y="1238"/>
                </a:lnTo>
                <a:lnTo>
                  <a:pt x="10434" y="1257"/>
                </a:lnTo>
                <a:moveTo>
                  <a:pt x="10282" y="1257"/>
                </a:moveTo>
                <a:lnTo>
                  <a:pt x="10187" y="1257"/>
                </a:lnTo>
                <a:lnTo>
                  <a:pt x="10187" y="1238"/>
                </a:lnTo>
                <a:lnTo>
                  <a:pt x="10282" y="1238"/>
                </a:lnTo>
                <a:lnTo>
                  <a:pt x="10282" y="1257"/>
                </a:lnTo>
                <a:moveTo>
                  <a:pt x="10129" y="1257"/>
                </a:moveTo>
                <a:lnTo>
                  <a:pt x="10034" y="1257"/>
                </a:lnTo>
                <a:lnTo>
                  <a:pt x="10034" y="1238"/>
                </a:lnTo>
                <a:lnTo>
                  <a:pt x="10129" y="1238"/>
                </a:lnTo>
                <a:lnTo>
                  <a:pt x="10129" y="1257"/>
                </a:lnTo>
                <a:moveTo>
                  <a:pt x="9977" y="1257"/>
                </a:moveTo>
                <a:lnTo>
                  <a:pt x="9882" y="1257"/>
                </a:lnTo>
                <a:lnTo>
                  <a:pt x="9882" y="1238"/>
                </a:lnTo>
                <a:lnTo>
                  <a:pt x="9977" y="1238"/>
                </a:lnTo>
                <a:lnTo>
                  <a:pt x="9977" y="1257"/>
                </a:lnTo>
                <a:moveTo>
                  <a:pt x="9825" y="1257"/>
                </a:moveTo>
                <a:lnTo>
                  <a:pt x="9729" y="1257"/>
                </a:lnTo>
                <a:lnTo>
                  <a:pt x="9729" y="1238"/>
                </a:lnTo>
                <a:lnTo>
                  <a:pt x="9825" y="1238"/>
                </a:lnTo>
                <a:lnTo>
                  <a:pt x="9825" y="1257"/>
                </a:lnTo>
                <a:moveTo>
                  <a:pt x="9672" y="1257"/>
                </a:moveTo>
                <a:lnTo>
                  <a:pt x="9577" y="1257"/>
                </a:lnTo>
                <a:lnTo>
                  <a:pt x="9577" y="1238"/>
                </a:lnTo>
                <a:lnTo>
                  <a:pt x="9672" y="1238"/>
                </a:lnTo>
                <a:lnTo>
                  <a:pt x="9672" y="1257"/>
                </a:lnTo>
                <a:moveTo>
                  <a:pt x="9520" y="1257"/>
                </a:moveTo>
                <a:lnTo>
                  <a:pt x="9424" y="1257"/>
                </a:lnTo>
                <a:lnTo>
                  <a:pt x="9424" y="1238"/>
                </a:lnTo>
                <a:lnTo>
                  <a:pt x="9520" y="1238"/>
                </a:lnTo>
                <a:lnTo>
                  <a:pt x="9520" y="1257"/>
                </a:lnTo>
                <a:moveTo>
                  <a:pt x="9367" y="1257"/>
                </a:moveTo>
                <a:lnTo>
                  <a:pt x="9272" y="1257"/>
                </a:lnTo>
                <a:lnTo>
                  <a:pt x="9272" y="1238"/>
                </a:lnTo>
                <a:lnTo>
                  <a:pt x="9367" y="1238"/>
                </a:lnTo>
                <a:lnTo>
                  <a:pt x="9367" y="1257"/>
                </a:lnTo>
                <a:moveTo>
                  <a:pt x="9215" y="1257"/>
                </a:moveTo>
                <a:lnTo>
                  <a:pt x="9119" y="1257"/>
                </a:lnTo>
                <a:lnTo>
                  <a:pt x="9119" y="1238"/>
                </a:lnTo>
                <a:lnTo>
                  <a:pt x="9215" y="1238"/>
                </a:lnTo>
                <a:lnTo>
                  <a:pt x="9215" y="1257"/>
                </a:lnTo>
                <a:moveTo>
                  <a:pt x="9062" y="1257"/>
                </a:moveTo>
                <a:lnTo>
                  <a:pt x="8967" y="1257"/>
                </a:lnTo>
                <a:lnTo>
                  <a:pt x="8967" y="1238"/>
                </a:lnTo>
                <a:lnTo>
                  <a:pt x="9062" y="1238"/>
                </a:lnTo>
                <a:lnTo>
                  <a:pt x="9062" y="1257"/>
                </a:lnTo>
                <a:moveTo>
                  <a:pt x="8910" y="1257"/>
                </a:moveTo>
                <a:lnTo>
                  <a:pt x="8815" y="1257"/>
                </a:lnTo>
                <a:lnTo>
                  <a:pt x="8815" y="1238"/>
                </a:lnTo>
                <a:lnTo>
                  <a:pt x="8910" y="1238"/>
                </a:lnTo>
                <a:lnTo>
                  <a:pt x="8910" y="1257"/>
                </a:lnTo>
                <a:moveTo>
                  <a:pt x="8757" y="1257"/>
                </a:moveTo>
                <a:lnTo>
                  <a:pt x="8662" y="1257"/>
                </a:lnTo>
                <a:lnTo>
                  <a:pt x="8662" y="1238"/>
                </a:lnTo>
                <a:lnTo>
                  <a:pt x="8757" y="1238"/>
                </a:lnTo>
                <a:lnTo>
                  <a:pt x="8757" y="1257"/>
                </a:lnTo>
                <a:moveTo>
                  <a:pt x="8605" y="1257"/>
                </a:moveTo>
                <a:lnTo>
                  <a:pt x="8510" y="1257"/>
                </a:lnTo>
                <a:lnTo>
                  <a:pt x="8510" y="1238"/>
                </a:lnTo>
                <a:lnTo>
                  <a:pt x="8605" y="1238"/>
                </a:lnTo>
                <a:lnTo>
                  <a:pt x="8605" y="1257"/>
                </a:lnTo>
                <a:moveTo>
                  <a:pt x="8452" y="1257"/>
                </a:moveTo>
                <a:lnTo>
                  <a:pt x="8357" y="1257"/>
                </a:lnTo>
                <a:lnTo>
                  <a:pt x="8357" y="1238"/>
                </a:lnTo>
                <a:lnTo>
                  <a:pt x="8452" y="1238"/>
                </a:lnTo>
                <a:lnTo>
                  <a:pt x="8452" y="1257"/>
                </a:lnTo>
                <a:moveTo>
                  <a:pt x="8300" y="1257"/>
                </a:moveTo>
                <a:lnTo>
                  <a:pt x="8205" y="1257"/>
                </a:lnTo>
                <a:lnTo>
                  <a:pt x="8205" y="1238"/>
                </a:lnTo>
                <a:lnTo>
                  <a:pt x="8300" y="1238"/>
                </a:lnTo>
                <a:lnTo>
                  <a:pt x="8300" y="1257"/>
                </a:lnTo>
                <a:moveTo>
                  <a:pt x="8148" y="1257"/>
                </a:moveTo>
                <a:lnTo>
                  <a:pt x="8052" y="1257"/>
                </a:lnTo>
                <a:lnTo>
                  <a:pt x="8052" y="1238"/>
                </a:lnTo>
                <a:lnTo>
                  <a:pt x="8148" y="1238"/>
                </a:lnTo>
                <a:lnTo>
                  <a:pt x="8148" y="1257"/>
                </a:lnTo>
                <a:moveTo>
                  <a:pt x="7995" y="1257"/>
                </a:moveTo>
                <a:lnTo>
                  <a:pt x="7900" y="1257"/>
                </a:lnTo>
                <a:lnTo>
                  <a:pt x="7900" y="1238"/>
                </a:lnTo>
                <a:lnTo>
                  <a:pt x="7995" y="1238"/>
                </a:lnTo>
                <a:lnTo>
                  <a:pt x="7995" y="1257"/>
                </a:lnTo>
                <a:moveTo>
                  <a:pt x="7843" y="1257"/>
                </a:moveTo>
                <a:lnTo>
                  <a:pt x="7747" y="1257"/>
                </a:lnTo>
                <a:lnTo>
                  <a:pt x="7747" y="1238"/>
                </a:lnTo>
                <a:lnTo>
                  <a:pt x="7843" y="1238"/>
                </a:lnTo>
                <a:lnTo>
                  <a:pt x="7843" y="1257"/>
                </a:lnTo>
                <a:moveTo>
                  <a:pt x="7690" y="1257"/>
                </a:moveTo>
                <a:lnTo>
                  <a:pt x="7595" y="1257"/>
                </a:lnTo>
                <a:lnTo>
                  <a:pt x="7595" y="1238"/>
                </a:lnTo>
                <a:lnTo>
                  <a:pt x="7690" y="1238"/>
                </a:lnTo>
                <a:lnTo>
                  <a:pt x="7690" y="1257"/>
                </a:lnTo>
                <a:moveTo>
                  <a:pt x="7538" y="1257"/>
                </a:moveTo>
                <a:lnTo>
                  <a:pt x="7443" y="1257"/>
                </a:lnTo>
                <a:lnTo>
                  <a:pt x="7443" y="1238"/>
                </a:lnTo>
                <a:lnTo>
                  <a:pt x="7538" y="1238"/>
                </a:lnTo>
                <a:lnTo>
                  <a:pt x="7538" y="1257"/>
                </a:lnTo>
                <a:moveTo>
                  <a:pt x="7385" y="1257"/>
                </a:moveTo>
                <a:lnTo>
                  <a:pt x="7290" y="1257"/>
                </a:lnTo>
                <a:lnTo>
                  <a:pt x="7290" y="1238"/>
                </a:lnTo>
                <a:lnTo>
                  <a:pt x="7385" y="1238"/>
                </a:lnTo>
                <a:lnTo>
                  <a:pt x="7385" y="1257"/>
                </a:lnTo>
                <a:moveTo>
                  <a:pt x="7233" y="1257"/>
                </a:moveTo>
                <a:lnTo>
                  <a:pt x="7138" y="1257"/>
                </a:lnTo>
                <a:lnTo>
                  <a:pt x="7138" y="1238"/>
                </a:lnTo>
                <a:lnTo>
                  <a:pt x="7233" y="1238"/>
                </a:lnTo>
                <a:lnTo>
                  <a:pt x="7233" y="1257"/>
                </a:lnTo>
                <a:moveTo>
                  <a:pt x="7080" y="1257"/>
                </a:moveTo>
                <a:lnTo>
                  <a:pt x="6985" y="1257"/>
                </a:lnTo>
                <a:lnTo>
                  <a:pt x="6985" y="1238"/>
                </a:lnTo>
                <a:lnTo>
                  <a:pt x="7080" y="1238"/>
                </a:lnTo>
                <a:lnTo>
                  <a:pt x="7080" y="1257"/>
                </a:lnTo>
                <a:moveTo>
                  <a:pt x="6928" y="1257"/>
                </a:moveTo>
                <a:lnTo>
                  <a:pt x="6833" y="1257"/>
                </a:lnTo>
                <a:lnTo>
                  <a:pt x="6833" y="1238"/>
                </a:lnTo>
                <a:lnTo>
                  <a:pt x="6928" y="1238"/>
                </a:lnTo>
                <a:lnTo>
                  <a:pt x="6928" y="1257"/>
                </a:lnTo>
                <a:moveTo>
                  <a:pt x="6776" y="1257"/>
                </a:moveTo>
                <a:lnTo>
                  <a:pt x="6680" y="1257"/>
                </a:lnTo>
                <a:lnTo>
                  <a:pt x="6680" y="1238"/>
                </a:lnTo>
                <a:lnTo>
                  <a:pt x="6776" y="1238"/>
                </a:lnTo>
                <a:lnTo>
                  <a:pt x="6776" y="1257"/>
                </a:lnTo>
                <a:moveTo>
                  <a:pt x="6623" y="1257"/>
                </a:moveTo>
                <a:lnTo>
                  <a:pt x="6528" y="1257"/>
                </a:lnTo>
                <a:lnTo>
                  <a:pt x="6528" y="1238"/>
                </a:lnTo>
                <a:lnTo>
                  <a:pt x="6623" y="1238"/>
                </a:lnTo>
                <a:lnTo>
                  <a:pt x="6623" y="1257"/>
                </a:lnTo>
                <a:moveTo>
                  <a:pt x="6471" y="1257"/>
                </a:moveTo>
                <a:lnTo>
                  <a:pt x="6375" y="1257"/>
                </a:lnTo>
                <a:lnTo>
                  <a:pt x="6375" y="1238"/>
                </a:lnTo>
                <a:lnTo>
                  <a:pt x="6471" y="1238"/>
                </a:lnTo>
                <a:lnTo>
                  <a:pt x="6471" y="1257"/>
                </a:lnTo>
                <a:moveTo>
                  <a:pt x="6318" y="1257"/>
                </a:moveTo>
                <a:lnTo>
                  <a:pt x="6223" y="1257"/>
                </a:lnTo>
                <a:lnTo>
                  <a:pt x="6223" y="1238"/>
                </a:lnTo>
                <a:lnTo>
                  <a:pt x="6318" y="1238"/>
                </a:lnTo>
                <a:lnTo>
                  <a:pt x="6318" y="1257"/>
                </a:lnTo>
                <a:moveTo>
                  <a:pt x="6166" y="1257"/>
                </a:moveTo>
                <a:lnTo>
                  <a:pt x="6071" y="1257"/>
                </a:lnTo>
                <a:lnTo>
                  <a:pt x="6071" y="1238"/>
                </a:lnTo>
                <a:lnTo>
                  <a:pt x="6166" y="1238"/>
                </a:lnTo>
                <a:lnTo>
                  <a:pt x="6166" y="1257"/>
                </a:lnTo>
                <a:moveTo>
                  <a:pt x="6013" y="1257"/>
                </a:moveTo>
                <a:lnTo>
                  <a:pt x="5918" y="1257"/>
                </a:lnTo>
                <a:lnTo>
                  <a:pt x="5918" y="1238"/>
                </a:lnTo>
                <a:lnTo>
                  <a:pt x="6013" y="1238"/>
                </a:lnTo>
                <a:lnTo>
                  <a:pt x="6013" y="1257"/>
                </a:lnTo>
                <a:moveTo>
                  <a:pt x="5861" y="1257"/>
                </a:moveTo>
                <a:lnTo>
                  <a:pt x="5766" y="1257"/>
                </a:lnTo>
                <a:lnTo>
                  <a:pt x="5766" y="1238"/>
                </a:lnTo>
                <a:lnTo>
                  <a:pt x="5861" y="1238"/>
                </a:lnTo>
                <a:lnTo>
                  <a:pt x="5861" y="1257"/>
                </a:lnTo>
                <a:moveTo>
                  <a:pt x="5708" y="1257"/>
                </a:moveTo>
                <a:lnTo>
                  <a:pt x="5613" y="1257"/>
                </a:lnTo>
                <a:lnTo>
                  <a:pt x="5613" y="1238"/>
                </a:lnTo>
                <a:lnTo>
                  <a:pt x="5708" y="1238"/>
                </a:lnTo>
                <a:lnTo>
                  <a:pt x="5708" y="1257"/>
                </a:lnTo>
                <a:moveTo>
                  <a:pt x="5556" y="1257"/>
                </a:moveTo>
                <a:lnTo>
                  <a:pt x="5461" y="1257"/>
                </a:lnTo>
                <a:lnTo>
                  <a:pt x="5461" y="1238"/>
                </a:lnTo>
                <a:lnTo>
                  <a:pt x="5556" y="1238"/>
                </a:lnTo>
                <a:lnTo>
                  <a:pt x="5556" y="1257"/>
                </a:lnTo>
                <a:moveTo>
                  <a:pt x="5404" y="1257"/>
                </a:moveTo>
                <a:lnTo>
                  <a:pt x="5308" y="1257"/>
                </a:lnTo>
                <a:lnTo>
                  <a:pt x="5308" y="1238"/>
                </a:lnTo>
                <a:lnTo>
                  <a:pt x="5404" y="1238"/>
                </a:lnTo>
                <a:lnTo>
                  <a:pt x="5404" y="1257"/>
                </a:lnTo>
                <a:moveTo>
                  <a:pt x="5251" y="1257"/>
                </a:moveTo>
                <a:lnTo>
                  <a:pt x="5156" y="1257"/>
                </a:lnTo>
                <a:lnTo>
                  <a:pt x="5156" y="1238"/>
                </a:lnTo>
                <a:lnTo>
                  <a:pt x="5251" y="1238"/>
                </a:lnTo>
                <a:lnTo>
                  <a:pt x="5251" y="1257"/>
                </a:lnTo>
                <a:moveTo>
                  <a:pt x="5099" y="1257"/>
                </a:moveTo>
                <a:lnTo>
                  <a:pt x="5003" y="1257"/>
                </a:lnTo>
                <a:lnTo>
                  <a:pt x="5003" y="1238"/>
                </a:lnTo>
                <a:lnTo>
                  <a:pt x="5099" y="1238"/>
                </a:lnTo>
                <a:lnTo>
                  <a:pt x="5099" y="1257"/>
                </a:lnTo>
                <a:moveTo>
                  <a:pt x="4945" y="1257"/>
                </a:moveTo>
                <a:lnTo>
                  <a:pt x="4850" y="1257"/>
                </a:lnTo>
                <a:lnTo>
                  <a:pt x="4850" y="1238"/>
                </a:lnTo>
                <a:lnTo>
                  <a:pt x="4945" y="1238"/>
                </a:lnTo>
                <a:lnTo>
                  <a:pt x="4945" y="1257"/>
                </a:lnTo>
                <a:moveTo>
                  <a:pt x="4793" y="1257"/>
                </a:moveTo>
                <a:lnTo>
                  <a:pt x="4698" y="1257"/>
                </a:lnTo>
                <a:lnTo>
                  <a:pt x="4698" y="1238"/>
                </a:lnTo>
                <a:lnTo>
                  <a:pt x="4793" y="1238"/>
                </a:lnTo>
                <a:lnTo>
                  <a:pt x="4793" y="1257"/>
                </a:lnTo>
                <a:moveTo>
                  <a:pt x="4640" y="1257"/>
                </a:moveTo>
                <a:lnTo>
                  <a:pt x="4545" y="1257"/>
                </a:lnTo>
                <a:lnTo>
                  <a:pt x="4545" y="1238"/>
                </a:lnTo>
                <a:lnTo>
                  <a:pt x="4640" y="1238"/>
                </a:lnTo>
                <a:lnTo>
                  <a:pt x="4640" y="1257"/>
                </a:lnTo>
                <a:moveTo>
                  <a:pt x="4488" y="1257"/>
                </a:moveTo>
                <a:lnTo>
                  <a:pt x="4393" y="1257"/>
                </a:lnTo>
                <a:lnTo>
                  <a:pt x="4393" y="1238"/>
                </a:lnTo>
                <a:lnTo>
                  <a:pt x="4488" y="1238"/>
                </a:lnTo>
                <a:lnTo>
                  <a:pt x="4488" y="1257"/>
                </a:lnTo>
                <a:moveTo>
                  <a:pt x="4335" y="1257"/>
                </a:moveTo>
                <a:lnTo>
                  <a:pt x="4240" y="1257"/>
                </a:lnTo>
                <a:lnTo>
                  <a:pt x="4240" y="1238"/>
                </a:lnTo>
                <a:lnTo>
                  <a:pt x="4335" y="1238"/>
                </a:lnTo>
                <a:lnTo>
                  <a:pt x="4335" y="1257"/>
                </a:lnTo>
                <a:moveTo>
                  <a:pt x="4183" y="1257"/>
                </a:moveTo>
                <a:lnTo>
                  <a:pt x="4088" y="1257"/>
                </a:lnTo>
                <a:lnTo>
                  <a:pt x="4088" y="1238"/>
                </a:lnTo>
                <a:lnTo>
                  <a:pt x="4183" y="1238"/>
                </a:lnTo>
                <a:lnTo>
                  <a:pt x="4183" y="1257"/>
                </a:lnTo>
                <a:moveTo>
                  <a:pt x="4031" y="1257"/>
                </a:moveTo>
                <a:lnTo>
                  <a:pt x="3935" y="1257"/>
                </a:lnTo>
                <a:lnTo>
                  <a:pt x="3935" y="1238"/>
                </a:lnTo>
                <a:lnTo>
                  <a:pt x="4031" y="1238"/>
                </a:lnTo>
                <a:lnTo>
                  <a:pt x="4031" y="1257"/>
                </a:lnTo>
                <a:moveTo>
                  <a:pt x="3878" y="1257"/>
                </a:moveTo>
                <a:lnTo>
                  <a:pt x="3783" y="1257"/>
                </a:lnTo>
                <a:lnTo>
                  <a:pt x="3783" y="1238"/>
                </a:lnTo>
                <a:lnTo>
                  <a:pt x="3878" y="1238"/>
                </a:lnTo>
                <a:lnTo>
                  <a:pt x="3878" y="1257"/>
                </a:lnTo>
                <a:moveTo>
                  <a:pt x="3726" y="1257"/>
                </a:moveTo>
                <a:lnTo>
                  <a:pt x="3630" y="1257"/>
                </a:lnTo>
                <a:lnTo>
                  <a:pt x="3630" y="1238"/>
                </a:lnTo>
                <a:lnTo>
                  <a:pt x="3726" y="1238"/>
                </a:lnTo>
                <a:lnTo>
                  <a:pt x="3726" y="1257"/>
                </a:lnTo>
                <a:moveTo>
                  <a:pt x="3573" y="1257"/>
                </a:moveTo>
                <a:lnTo>
                  <a:pt x="3478" y="1257"/>
                </a:lnTo>
                <a:lnTo>
                  <a:pt x="3478" y="1238"/>
                </a:lnTo>
                <a:lnTo>
                  <a:pt x="3573" y="1238"/>
                </a:lnTo>
                <a:lnTo>
                  <a:pt x="3573" y="1257"/>
                </a:lnTo>
                <a:moveTo>
                  <a:pt x="3421" y="1257"/>
                </a:moveTo>
                <a:lnTo>
                  <a:pt x="3326" y="1257"/>
                </a:lnTo>
                <a:lnTo>
                  <a:pt x="3326" y="1238"/>
                </a:lnTo>
                <a:lnTo>
                  <a:pt x="3421" y="1238"/>
                </a:lnTo>
                <a:lnTo>
                  <a:pt x="3421" y="1257"/>
                </a:lnTo>
                <a:moveTo>
                  <a:pt x="3268" y="1257"/>
                </a:moveTo>
                <a:lnTo>
                  <a:pt x="3173" y="1257"/>
                </a:lnTo>
                <a:lnTo>
                  <a:pt x="3173" y="1238"/>
                </a:lnTo>
                <a:lnTo>
                  <a:pt x="3268" y="1238"/>
                </a:lnTo>
                <a:lnTo>
                  <a:pt x="3268" y="1257"/>
                </a:lnTo>
                <a:moveTo>
                  <a:pt x="3116" y="1257"/>
                </a:moveTo>
                <a:lnTo>
                  <a:pt x="3021" y="1257"/>
                </a:lnTo>
                <a:lnTo>
                  <a:pt x="3021" y="1238"/>
                </a:lnTo>
                <a:lnTo>
                  <a:pt x="3116" y="1238"/>
                </a:lnTo>
                <a:lnTo>
                  <a:pt x="3116" y="1257"/>
                </a:lnTo>
                <a:moveTo>
                  <a:pt x="2963" y="1257"/>
                </a:moveTo>
                <a:lnTo>
                  <a:pt x="2868" y="1257"/>
                </a:lnTo>
                <a:lnTo>
                  <a:pt x="2868" y="1238"/>
                </a:lnTo>
                <a:lnTo>
                  <a:pt x="2963" y="1238"/>
                </a:lnTo>
                <a:lnTo>
                  <a:pt x="2963" y="1257"/>
                </a:lnTo>
                <a:moveTo>
                  <a:pt x="2811" y="1257"/>
                </a:moveTo>
                <a:lnTo>
                  <a:pt x="2716" y="1257"/>
                </a:lnTo>
                <a:lnTo>
                  <a:pt x="2716" y="1238"/>
                </a:lnTo>
                <a:lnTo>
                  <a:pt x="2811" y="1238"/>
                </a:lnTo>
                <a:lnTo>
                  <a:pt x="2811" y="1257"/>
                </a:lnTo>
                <a:moveTo>
                  <a:pt x="2659" y="1257"/>
                </a:moveTo>
                <a:lnTo>
                  <a:pt x="2563" y="1257"/>
                </a:lnTo>
                <a:lnTo>
                  <a:pt x="2563" y="1238"/>
                </a:lnTo>
                <a:lnTo>
                  <a:pt x="2659" y="1238"/>
                </a:lnTo>
                <a:lnTo>
                  <a:pt x="2659" y="1257"/>
                </a:lnTo>
                <a:moveTo>
                  <a:pt x="2506" y="1257"/>
                </a:moveTo>
                <a:lnTo>
                  <a:pt x="2411" y="1257"/>
                </a:lnTo>
                <a:lnTo>
                  <a:pt x="2411" y="1238"/>
                </a:lnTo>
                <a:lnTo>
                  <a:pt x="2506" y="1238"/>
                </a:lnTo>
                <a:lnTo>
                  <a:pt x="2506" y="1257"/>
                </a:lnTo>
                <a:moveTo>
                  <a:pt x="2354" y="1257"/>
                </a:moveTo>
                <a:lnTo>
                  <a:pt x="2258" y="1257"/>
                </a:lnTo>
                <a:lnTo>
                  <a:pt x="2258" y="1238"/>
                </a:lnTo>
                <a:lnTo>
                  <a:pt x="2354" y="1238"/>
                </a:lnTo>
                <a:lnTo>
                  <a:pt x="2354" y="1257"/>
                </a:lnTo>
                <a:moveTo>
                  <a:pt x="2201" y="1257"/>
                </a:moveTo>
                <a:lnTo>
                  <a:pt x="2106" y="1257"/>
                </a:lnTo>
                <a:lnTo>
                  <a:pt x="2106" y="1238"/>
                </a:lnTo>
                <a:lnTo>
                  <a:pt x="2201" y="1238"/>
                </a:lnTo>
                <a:lnTo>
                  <a:pt x="2201" y="1257"/>
                </a:lnTo>
                <a:moveTo>
                  <a:pt x="2049" y="1257"/>
                </a:moveTo>
                <a:lnTo>
                  <a:pt x="1954" y="1257"/>
                </a:lnTo>
                <a:lnTo>
                  <a:pt x="1954" y="1238"/>
                </a:lnTo>
                <a:lnTo>
                  <a:pt x="2049" y="1238"/>
                </a:lnTo>
                <a:lnTo>
                  <a:pt x="2049" y="1257"/>
                </a:lnTo>
                <a:moveTo>
                  <a:pt x="1896" y="1257"/>
                </a:moveTo>
                <a:lnTo>
                  <a:pt x="1801" y="1257"/>
                </a:lnTo>
                <a:lnTo>
                  <a:pt x="1801" y="1238"/>
                </a:lnTo>
                <a:lnTo>
                  <a:pt x="1896" y="1238"/>
                </a:lnTo>
                <a:lnTo>
                  <a:pt x="1896" y="1257"/>
                </a:lnTo>
                <a:moveTo>
                  <a:pt x="1744" y="1257"/>
                </a:moveTo>
                <a:lnTo>
                  <a:pt x="1649" y="1257"/>
                </a:lnTo>
                <a:lnTo>
                  <a:pt x="1649" y="1238"/>
                </a:lnTo>
                <a:lnTo>
                  <a:pt x="1744" y="1238"/>
                </a:lnTo>
                <a:lnTo>
                  <a:pt x="1744" y="1257"/>
                </a:lnTo>
                <a:moveTo>
                  <a:pt x="1591" y="1257"/>
                </a:moveTo>
                <a:lnTo>
                  <a:pt x="1496" y="1257"/>
                </a:lnTo>
                <a:lnTo>
                  <a:pt x="1496" y="1238"/>
                </a:lnTo>
                <a:lnTo>
                  <a:pt x="1591" y="1238"/>
                </a:lnTo>
                <a:lnTo>
                  <a:pt x="1591" y="1257"/>
                </a:lnTo>
                <a:moveTo>
                  <a:pt x="1439" y="1257"/>
                </a:moveTo>
                <a:lnTo>
                  <a:pt x="1344" y="1257"/>
                </a:lnTo>
                <a:lnTo>
                  <a:pt x="1344" y="1238"/>
                </a:lnTo>
                <a:lnTo>
                  <a:pt x="1439" y="1238"/>
                </a:lnTo>
                <a:lnTo>
                  <a:pt x="1439" y="1257"/>
                </a:lnTo>
                <a:moveTo>
                  <a:pt x="1287" y="1257"/>
                </a:moveTo>
                <a:lnTo>
                  <a:pt x="1191" y="1257"/>
                </a:lnTo>
                <a:lnTo>
                  <a:pt x="1191" y="1238"/>
                </a:lnTo>
                <a:lnTo>
                  <a:pt x="1287" y="1238"/>
                </a:lnTo>
                <a:lnTo>
                  <a:pt x="1287" y="1257"/>
                </a:lnTo>
                <a:moveTo>
                  <a:pt x="1134" y="1257"/>
                </a:moveTo>
                <a:lnTo>
                  <a:pt x="1039" y="1257"/>
                </a:lnTo>
                <a:lnTo>
                  <a:pt x="1039" y="1238"/>
                </a:lnTo>
                <a:lnTo>
                  <a:pt x="1134" y="1238"/>
                </a:lnTo>
                <a:lnTo>
                  <a:pt x="1134" y="1257"/>
                </a:lnTo>
                <a:moveTo>
                  <a:pt x="982" y="1257"/>
                </a:moveTo>
                <a:lnTo>
                  <a:pt x="886" y="1257"/>
                </a:lnTo>
                <a:lnTo>
                  <a:pt x="886" y="1238"/>
                </a:lnTo>
                <a:lnTo>
                  <a:pt x="982" y="1238"/>
                </a:lnTo>
                <a:lnTo>
                  <a:pt x="982" y="1257"/>
                </a:lnTo>
                <a:moveTo>
                  <a:pt x="829" y="1257"/>
                </a:moveTo>
                <a:lnTo>
                  <a:pt x="734" y="1257"/>
                </a:lnTo>
                <a:lnTo>
                  <a:pt x="734" y="1238"/>
                </a:lnTo>
                <a:lnTo>
                  <a:pt x="829" y="1238"/>
                </a:lnTo>
                <a:lnTo>
                  <a:pt x="829" y="1257"/>
                </a:lnTo>
                <a:moveTo>
                  <a:pt x="677" y="1257"/>
                </a:moveTo>
                <a:lnTo>
                  <a:pt x="582" y="1257"/>
                </a:lnTo>
                <a:lnTo>
                  <a:pt x="582" y="1238"/>
                </a:lnTo>
                <a:lnTo>
                  <a:pt x="677" y="1238"/>
                </a:lnTo>
                <a:lnTo>
                  <a:pt x="677" y="1257"/>
                </a:lnTo>
                <a:moveTo>
                  <a:pt x="524" y="1257"/>
                </a:moveTo>
                <a:lnTo>
                  <a:pt x="429" y="1257"/>
                </a:lnTo>
                <a:lnTo>
                  <a:pt x="429" y="1238"/>
                </a:lnTo>
                <a:lnTo>
                  <a:pt x="524" y="1238"/>
                </a:lnTo>
                <a:lnTo>
                  <a:pt x="524" y="1257"/>
                </a:lnTo>
                <a:moveTo>
                  <a:pt x="372" y="1257"/>
                </a:moveTo>
                <a:lnTo>
                  <a:pt x="277" y="1257"/>
                </a:lnTo>
                <a:lnTo>
                  <a:pt x="277" y="1238"/>
                </a:lnTo>
                <a:lnTo>
                  <a:pt x="372" y="1238"/>
                </a:lnTo>
                <a:lnTo>
                  <a:pt x="372" y="1257"/>
                </a:lnTo>
                <a:moveTo>
                  <a:pt x="219" y="1257"/>
                </a:moveTo>
                <a:lnTo>
                  <a:pt x="124" y="1257"/>
                </a:lnTo>
                <a:lnTo>
                  <a:pt x="124" y="1238"/>
                </a:lnTo>
                <a:lnTo>
                  <a:pt x="219" y="1238"/>
                </a:lnTo>
                <a:lnTo>
                  <a:pt x="219" y="1257"/>
                </a:lnTo>
                <a:moveTo>
                  <a:pt x="67" y="1257"/>
                </a:moveTo>
                <a:lnTo>
                  <a:pt x="0" y="1257"/>
                </a:lnTo>
                <a:lnTo>
                  <a:pt x="0" y="1210"/>
                </a:lnTo>
                <a:lnTo>
                  <a:pt x="19" y="1210"/>
                </a:lnTo>
                <a:lnTo>
                  <a:pt x="19" y="1248"/>
                </a:lnTo>
                <a:lnTo>
                  <a:pt x="10" y="1248"/>
                </a:lnTo>
                <a:lnTo>
                  <a:pt x="10" y="1238"/>
                </a:lnTo>
                <a:lnTo>
                  <a:pt x="67" y="1238"/>
                </a:lnTo>
                <a:lnTo>
                  <a:pt x="67" y="1257"/>
                </a:lnTo>
                <a:moveTo>
                  <a:pt x="0" y="1152"/>
                </a:moveTo>
                <a:lnTo>
                  <a:pt x="0" y="1057"/>
                </a:lnTo>
                <a:lnTo>
                  <a:pt x="19" y="1057"/>
                </a:lnTo>
                <a:lnTo>
                  <a:pt x="19" y="1152"/>
                </a:lnTo>
                <a:lnTo>
                  <a:pt x="0" y="1152"/>
                </a:lnTo>
                <a:moveTo>
                  <a:pt x="0" y="1000"/>
                </a:moveTo>
                <a:lnTo>
                  <a:pt x="0" y="905"/>
                </a:lnTo>
                <a:lnTo>
                  <a:pt x="19" y="905"/>
                </a:lnTo>
                <a:lnTo>
                  <a:pt x="19" y="1000"/>
                </a:lnTo>
                <a:lnTo>
                  <a:pt x="0" y="1000"/>
                </a:lnTo>
                <a:moveTo>
                  <a:pt x="0" y="848"/>
                </a:moveTo>
                <a:lnTo>
                  <a:pt x="0" y="753"/>
                </a:lnTo>
                <a:lnTo>
                  <a:pt x="19" y="753"/>
                </a:lnTo>
                <a:lnTo>
                  <a:pt x="19" y="848"/>
                </a:lnTo>
                <a:lnTo>
                  <a:pt x="0" y="848"/>
                </a:lnTo>
                <a:moveTo>
                  <a:pt x="0" y="696"/>
                </a:moveTo>
                <a:lnTo>
                  <a:pt x="0" y="600"/>
                </a:lnTo>
                <a:lnTo>
                  <a:pt x="19" y="600"/>
                </a:lnTo>
                <a:lnTo>
                  <a:pt x="19" y="696"/>
                </a:lnTo>
                <a:lnTo>
                  <a:pt x="0" y="696"/>
                </a:lnTo>
                <a:moveTo>
                  <a:pt x="0" y="543"/>
                </a:moveTo>
                <a:lnTo>
                  <a:pt x="0" y="448"/>
                </a:lnTo>
                <a:lnTo>
                  <a:pt x="19" y="448"/>
                </a:lnTo>
                <a:lnTo>
                  <a:pt x="19" y="543"/>
                </a:lnTo>
                <a:lnTo>
                  <a:pt x="0" y="543"/>
                </a:lnTo>
                <a:moveTo>
                  <a:pt x="0" y="391"/>
                </a:moveTo>
                <a:lnTo>
                  <a:pt x="0" y="296"/>
                </a:lnTo>
                <a:lnTo>
                  <a:pt x="19" y="296"/>
                </a:lnTo>
                <a:lnTo>
                  <a:pt x="19" y="391"/>
                </a:lnTo>
                <a:lnTo>
                  <a:pt x="0" y="391"/>
                </a:lnTo>
                <a:moveTo>
                  <a:pt x="0" y="239"/>
                </a:moveTo>
                <a:lnTo>
                  <a:pt x="0" y="144"/>
                </a:lnTo>
                <a:lnTo>
                  <a:pt x="19" y="144"/>
                </a:lnTo>
                <a:lnTo>
                  <a:pt x="19" y="239"/>
                </a:lnTo>
                <a:lnTo>
                  <a:pt x="0" y="239"/>
                </a:lnTo>
                <a:moveTo>
                  <a:pt x="0" y="86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86"/>
                </a:lnTo>
                <a:lnTo>
                  <a:pt x="0" y="8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7922160" y="207648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7922160" y="210024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467000" y="1774800"/>
            <a:ext cx="5060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1563120" y="2068560"/>
            <a:ext cx="54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1563120" y="2179440"/>
            <a:ext cx="56196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563120" y="2308320"/>
            <a:ext cx="1194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1398240" y="2727360"/>
            <a:ext cx="4507560" cy="1452960"/>
          </a:xfrm>
          <a:custGeom>
            <a:avLst/>
            <a:gdLst/>
            <a:ahLst/>
            <a:rect l="0" t="0" r="r" b="b"/>
            <a:pathLst>
              <a:path w="12521" h="4036">
                <a:moveTo>
                  <a:pt x="0" y="0"/>
                </a:moveTo>
                <a:lnTo>
                  <a:pt x="12521" y="0"/>
                </a:lnTo>
                <a:lnTo>
                  <a:pt x="12521" y="4036"/>
                </a:lnTo>
                <a:lnTo>
                  <a:pt x="0" y="40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1395000" y="2723760"/>
            <a:ext cx="4514040" cy="1460160"/>
          </a:xfrm>
          <a:custGeom>
            <a:avLst/>
            <a:gdLst/>
            <a:ahLst/>
            <a:rect l="0" t="0" r="r" b="b"/>
            <a:pathLst>
              <a:path w="12539" h="4056">
                <a:moveTo>
                  <a:pt x="162" y="0"/>
                </a:moveTo>
                <a:lnTo>
                  <a:pt x="257" y="0"/>
                </a:lnTo>
                <a:lnTo>
                  <a:pt x="257" y="19"/>
                </a:lnTo>
                <a:lnTo>
                  <a:pt x="162" y="19"/>
                </a:lnTo>
                <a:lnTo>
                  <a:pt x="162" y="0"/>
                </a:lnTo>
                <a:moveTo>
                  <a:pt x="314" y="0"/>
                </a:moveTo>
                <a:lnTo>
                  <a:pt x="409" y="0"/>
                </a:lnTo>
                <a:lnTo>
                  <a:pt x="409" y="19"/>
                </a:lnTo>
                <a:lnTo>
                  <a:pt x="314" y="19"/>
                </a:lnTo>
                <a:lnTo>
                  <a:pt x="314" y="0"/>
                </a:lnTo>
                <a:moveTo>
                  <a:pt x="466" y="0"/>
                </a:moveTo>
                <a:lnTo>
                  <a:pt x="562" y="0"/>
                </a:lnTo>
                <a:lnTo>
                  <a:pt x="562" y="19"/>
                </a:lnTo>
                <a:lnTo>
                  <a:pt x="466" y="19"/>
                </a:lnTo>
                <a:lnTo>
                  <a:pt x="466" y="0"/>
                </a:lnTo>
                <a:moveTo>
                  <a:pt x="619" y="0"/>
                </a:moveTo>
                <a:lnTo>
                  <a:pt x="714" y="0"/>
                </a:lnTo>
                <a:lnTo>
                  <a:pt x="714" y="19"/>
                </a:lnTo>
                <a:lnTo>
                  <a:pt x="619" y="19"/>
                </a:lnTo>
                <a:lnTo>
                  <a:pt x="619" y="0"/>
                </a:lnTo>
                <a:moveTo>
                  <a:pt x="771" y="0"/>
                </a:moveTo>
                <a:lnTo>
                  <a:pt x="867" y="0"/>
                </a:lnTo>
                <a:lnTo>
                  <a:pt x="867" y="19"/>
                </a:lnTo>
                <a:lnTo>
                  <a:pt x="771" y="19"/>
                </a:lnTo>
                <a:lnTo>
                  <a:pt x="771" y="0"/>
                </a:lnTo>
                <a:moveTo>
                  <a:pt x="924" y="0"/>
                </a:moveTo>
                <a:lnTo>
                  <a:pt x="1019" y="0"/>
                </a:lnTo>
                <a:lnTo>
                  <a:pt x="1019" y="19"/>
                </a:lnTo>
                <a:lnTo>
                  <a:pt x="924" y="19"/>
                </a:lnTo>
                <a:lnTo>
                  <a:pt x="924" y="0"/>
                </a:lnTo>
                <a:moveTo>
                  <a:pt x="1076" y="0"/>
                </a:moveTo>
                <a:lnTo>
                  <a:pt x="1171" y="0"/>
                </a:lnTo>
                <a:lnTo>
                  <a:pt x="1171" y="19"/>
                </a:lnTo>
                <a:lnTo>
                  <a:pt x="1076" y="19"/>
                </a:lnTo>
                <a:lnTo>
                  <a:pt x="1076" y="0"/>
                </a:lnTo>
                <a:moveTo>
                  <a:pt x="1229" y="0"/>
                </a:moveTo>
                <a:lnTo>
                  <a:pt x="1324" y="0"/>
                </a:lnTo>
                <a:lnTo>
                  <a:pt x="1324" y="19"/>
                </a:lnTo>
                <a:lnTo>
                  <a:pt x="1229" y="19"/>
                </a:lnTo>
                <a:lnTo>
                  <a:pt x="1229" y="0"/>
                </a:lnTo>
                <a:moveTo>
                  <a:pt x="1381" y="0"/>
                </a:moveTo>
                <a:lnTo>
                  <a:pt x="1476" y="0"/>
                </a:lnTo>
                <a:lnTo>
                  <a:pt x="1476" y="19"/>
                </a:lnTo>
                <a:lnTo>
                  <a:pt x="1381" y="19"/>
                </a:lnTo>
                <a:lnTo>
                  <a:pt x="1381" y="0"/>
                </a:lnTo>
                <a:moveTo>
                  <a:pt x="1534" y="0"/>
                </a:moveTo>
                <a:lnTo>
                  <a:pt x="1629" y="0"/>
                </a:lnTo>
                <a:lnTo>
                  <a:pt x="1629" y="19"/>
                </a:lnTo>
                <a:lnTo>
                  <a:pt x="1534" y="19"/>
                </a:lnTo>
                <a:lnTo>
                  <a:pt x="1534" y="0"/>
                </a:lnTo>
                <a:moveTo>
                  <a:pt x="1686" y="0"/>
                </a:moveTo>
                <a:lnTo>
                  <a:pt x="1781" y="0"/>
                </a:lnTo>
                <a:lnTo>
                  <a:pt x="1781" y="19"/>
                </a:lnTo>
                <a:lnTo>
                  <a:pt x="1686" y="19"/>
                </a:lnTo>
                <a:lnTo>
                  <a:pt x="1686" y="0"/>
                </a:lnTo>
                <a:moveTo>
                  <a:pt x="1838" y="0"/>
                </a:moveTo>
                <a:lnTo>
                  <a:pt x="1934" y="0"/>
                </a:lnTo>
                <a:lnTo>
                  <a:pt x="1934" y="19"/>
                </a:lnTo>
                <a:lnTo>
                  <a:pt x="1838" y="19"/>
                </a:lnTo>
                <a:lnTo>
                  <a:pt x="1838" y="0"/>
                </a:lnTo>
                <a:moveTo>
                  <a:pt x="1991" y="0"/>
                </a:moveTo>
                <a:lnTo>
                  <a:pt x="2086" y="0"/>
                </a:lnTo>
                <a:lnTo>
                  <a:pt x="2086" y="19"/>
                </a:lnTo>
                <a:lnTo>
                  <a:pt x="1991" y="19"/>
                </a:lnTo>
                <a:lnTo>
                  <a:pt x="1991" y="0"/>
                </a:lnTo>
                <a:moveTo>
                  <a:pt x="2143" y="0"/>
                </a:moveTo>
                <a:lnTo>
                  <a:pt x="2239" y="0"/>
                </a:lnTo>
                <a:lnTo>
                  <a:pt x="2239" y="19"/>
                </a:lnTo>
                <a:lnTo>
                  <a:pt x="2143" y="19"/>
                </a:lnTo>
                <a:lnTo>
                  <a:pt x="2143" y="0"/>
                </a:lnTo>
                <a:moveTo>
                  <a:pt x="2296" y="0"/>
                </a:moveTo>
                <a:lnTo>
                  <a:pt x="2391" y="0"/>
                </a:lnTo>
                <a:lnTo>
                  <a:pt x="2391" y="19"/>
                </a:lnTo>
                <a:lnTo>
                  <a:pt x="2296" y="19"/>
                </a:lnTo>
                <a:lnTo>
                  <a:pt x="2296" y="0"/>
                </a:lnTo>
                <a:moveTo>
                  <a:pt x="2449" y="0"/>
                </a:moveTo>
                <a:lnTo>
                  <a:pt x="2544" y="0"/>
                </a:lnTo>
                <a:lnTo>
                  <a:pt x="2544" y="19"/>
                </a:lnTo>
                <a:lnTo>
                  <a:pt x="2449" y="19"/>
                </a:lnTo>
                <a:lnTo>
                  <a:pt x="2449" y="0"/>
                </a:lnTo>
                <a:moveTo>
                  <a:pt x="2602" y="0"/>
                </a:moveTo>
                <a:lnTo>
                  <a:pt x="2697" y="0"/>
                </a:lnTo>
                <a:lnTo>
                  <a:pt x="2697" y="19"/>
                </a:lnTo>
                <a:lnTo>
                  <a:pt x="2602" y="19"/>
                </a:lnTo>
                <a:lnTo>
                  <a:pt x="2602" y="0"/>
                </a:lnTo>
                <a:moveTo>
                  <a:pt x="2754" y="0"/>
                </a:moveTo>
                <a:lnTo>
                  <a:pt x="2849" y="0"/>
                </a:lnTo>
                <a:lnTo>
                  <a:pt x="2849" y="19"/>
                </a:lnTo>
                <a:lnTo>
                  <a:pt x="2754" y="19"/>
                </a:lnTo>
                <a:lnTo>
                  <a:pt x="2754" y="0"/>
                </a:lnTo>
                <a:moveTo>
                  <a:pt x="2907" y="0"/>
                </a:moveTo>
                <a:lnTo>
                  <a:pt x="3002" y="0"/>
                </a:lnTo>
                <a:lnTo>
                  <a:pt x="3002" y="19"/>
                </a:lnTo>
                <a:lnTo>
                  <a:pt x="2907" y="19"/>
                </a:lnTo>
                <a:lnTo>
                  <a:pt x="2907" y="0"/>
                </a:lnTo>
                <a:moveTo>
                  <a:pt x="3059" y="0"/>
                </a:moveTo>
                <a:lnTo>
                  <a:pt x="3154" y="0"/>
                </a:lnTo>
                <a:lnTo>
                  <a:pt x="3154" y="19"/>
                </a:lnTo>
                <a:lnTo>
                  <a:pt x="3059" y="19"/>
                </a:lnTo>
                <a:lnTo>
                  <a:pt x="3059" y="0"/>
                </a:lnTo>
                <a:moveTo>
                  <a:pt x="3211" y="0"/>
                </a:moveTo>
                <a:lnTo>
                  <a:pt x="3307" y="0"/>
                </a:lnTo>
                <a:lnTo>
                  <a:pt x="3307" y="19"/>
                </a:lnTo>
                <a:lnTo>
                  <a:pt x="3211" y="19"/>
                </a:lnTo>
                <a:lnTo>
                  <a:pt x="3211" y="0"/>
                </a:lnTo>
                <a:moveTo>
                  <a:pt x="3364" y="0"/>
                </a:moveTo>
                <a:lnTo>
                  <a:pt x="3459" y="0"/>
                </a:lnTo>
                <a:lnTo>
                  <a:pt x="3459" y="19"/>
                </a:lnTo>
                <a:lnTo>
                  <a:pt x="3364" y="19"/>
                </a:lnTo>
                <a:lnTo>
                  <a:pt x="3364" y="0"/>
                </a:lnTo>
                <a:moveTo>
                  <a:pt x="3516" y="0"/>
                </a:moveTo>
                <a:lnTo>
                  <a:pt x="3612" y="0"/>
                </a:lnTo>
                <a:lnTo>
                  <a:pt x="3612" y="19"/>
                </a:lnTo>
                <a:lnTo>
                  <a:pt x="3516" y="19"/>
                </a:lnTo>
                <a:lnTo>
                  <a:pt x="3516" y="0"/>
                </a:lnTo>
                <a:moveTo>
                  <a:pt x="3669" y="0"/>
                </a:moveTo>
                <a:lnTo>
                  <a:pt x="3764" y="0"/>
                </a:lnTo>
                <a:lnTo>
                  <a:pt x="3764" y="19"/>
                </a:lnTo>
                <a:lnTo>
                  <a:pt x="3669" y="19"/>
                </a:lnTo>
                <a:lnTo>
                  <a:pt x="3669" y="0"/>
                </a:lnTo>
                <a:moveTo>
                  <a:pt x="3821" y="0"/>
                </a:moveTo>
                <a:lnTo>
                  <a:pt x="3916" y="0"/>
                </a:lnTo>
                <a:lnTo>
                  <a:pt x="3916" y="19"/>
                </a:lnTo>
                <a:lnTo>
                  <a:pt x="3821" y="19"/>
                </a:lnTo>
                <a:lnTo>
                  <a:pt x="3821" y="0"/>
                </a:lnTo>
                <a:moveTo>
                  <a:pt x="3974" y="0"/>
                </a:moveTo>
                <a:lnTo>
                  <a:pt x="4069" y="0"/>
                </a:lnTo>
                <a:lnTo>
                  <a:pt x="4069" y="19"/>
                </a:lnTo>
                <a:lnTo>
                  <a:pt x="3974" y="19"/>
                </a:lnTo>
                <a:lnTo>
                  <a:pt x="3974" y="0"/>
                </a:lnTo>
                <a:moveTo>
                  <a:pt x="4126" y="0"/>
                </a:moveTo>
                <a:lnTo>
                  <a:pt x="4221" y="0"/>
                </a:lnTo>
                <a:lnTo>
                  <a:pt x="4221" y="19"/>
                </a:lnTo>
                <a:lnTo>
                  <a:pt x="4126" y="19"/>
                </a:lnTo>
                <a:lnTo>
                  <a:pt x="4126" y="0"/>
                </a:lnTo>
                <a:moveTo>
                  <a:pt x="4279" y="0"/>
                </a:moveTo>
                <a:lnTo>
                  <a:pt x="4374" y="0"/>
                </a:lnTo>
                <a:lnTo>
                  <a:pt x="4374" y="19"/>
                </a:lnTo>
                <a:lnTo>
                  <a:pt x="4279" y="19"/>
                </a:lnTo>
                <a:lnTo>
                  <a:pt x="4279" y="0"/>
                </a:lnTo>
                <a:moveTo>
                  <a:pt x="4431" y="0"/>
                </a:moveTo>
                <a:lnTo>
                  <a:pt x="4526" y="0"/>
                </a:lnTo>
                <a:lnTo>
                  <a:pt x="4526" y="19"/>
                </a:lnTo>
                <a:lnTo>
                  <a:pt x="4431" y="19"/>
                </a:lnTo>
                <a:lnTo>
                  <a:pt x="4431" y="0"/>
                </a:lnTo>
                <a:moveTo>
                  <a:pt x="4583" y="0"/>
                </a:moveTo>
                <a:lnTo>
                  <a:pt x="4679" y="0"/>
                </a:lnTo>
                <a:lnTo>
                  <a:pt x="4679" y="19"/>
                </a:lnTo>
                <a:lnTo>
                  <a:pt x="4583" y="19"/>
                </a:lnTo>
                <a:lnTo>
                  <a:pt x="4583" y="0"/>
                </a:lnTo>
                <a:moveTo>
                  <a:pt x="4736" y="0"/>
                </a:moveTo>
                <a:lnTo>
                  <a:pt x="4831" y="0"/>
                </a:lnTo>
                <a:lnTo>
                  <a:pt x="4831" y="19"/>
                </a:lnTo>
                <a:lnTo>
                  <a:pt x="4736" y="19"/>
                </a:lnTo>
                <a:lnTo>
                  <a:pt x="4736" y="0"/>
                </a:lnTo>
                <a:moveTo>
                  <a:pt x="4888" y="0"/>
                </a:moveTo>
                <a:lnTo>
                  <a:pt x="4984" y="0"/>
                </a:lnTo>
                <a:lnTo>
                  <a:pt x="4984" y="19"/>
                </a:lnTo>
                <a:lnTo>
                  <a:pt x="4888" y="19"/>
                </a:lnTo>
                <a:lnTo>
                  <a:pt x="4888" y="0"/>
                </a:lnTo>
                <a:moveTo>
                  <a:pt x="5041" y="0"/>
                </a:moveTo>
                <a:lnTo>
                  <a:pt x="5136" y="0"/>
                </a:lnTo>
                <a:lnTo>
                  <a:pt x="5136" y="19"/>
                </a:lnTo>
                <a:lnTo>
                  <a:pt x="5041" y="19"/>
                </a:lnTo>
                <a:lnTo>
                  <a:pt x="5041" y="0"/>
                </a:lnTo>
                <a:moveTo>
                  <a:pt x="5193" y="0"/>
                </a:moveTo>
                <a:lnTo>
                  <a:pt x="5288" y="0"/>
                </a:lnTo>
                <a:lnTo>
                  <a:pt x="5288" y="19"/>
                </a:lnTo>
                <a:lnTo>
                  <a:pt x="5193" y="19"/>
                </a:lnTo>
                <a:lnTo>
                  <a:pt x="5193" y="0"/>
                </a:lnTo>
                <a:moveTo>
                  <a:pt x="5346" y="0"/>
                </a:moveTo>
                <a:lnTo>
                  <a:pt x="5441" y="0"/>
                </a:lnTo>
                <a:lnTo>
                  <a:pt x="5441" y="19"/>
                </a:lnTo>
                <a:lnTo>
                  <a:pt x="5346" y="19"/>
                </a:lnTo>
                <a:lnTo>
                  <a:pt x="5346" y="0"/>
                </a:lnTo>
                <a:moveTo>
                  <a:pt x="5498" y="0"/>
                </a:moveTo>
                <a:lnTo>
                  <a:pt x="5593" y="0"/>
                </a:lnTo>
                <a:lnTo>
                  <a:pt x="5593" y="19"/>
                </a:lnTo>
                <a:lnTo>
                  <a:pt x="5498" y="19"/>
                </a:lnTo>
                <a:lnTo>
                  <a:pt x="5498" y="0"/>
                </a:lnTo>
                <a:moveTo>
                  <a:pt x="5651" y="0"/>
                </a:moveTo>
                <a:lnTo>
                  <a:pt x="5746" y="0"/>
                </a:lnTo>
                <a:lnTo>
                  <a:pt x="5746" y="19"/>
                </a:lnTo>
                <a:lnTo>
                  <a:pt x="5651" y="19"/>
                </a:lnTo>
                <a:lnTo>
                  <a:pt x="5651" y="0"/>
                </a:lnTo>
                <a:moveTo>
                  <a:pt x="5803" y="0"/>
                </a:moveTo>
                <a:lnTo>
                  <a:pt x="5898" y="0"/>
                </a:lnTo>
                <a:lnTo>
                  <a:pt x="5898" y="19"/>
                </a:lnTo>
                <a:lnTo>
                  <a:pt x="5803" y="19"/>
                </a:lnTo>
                <a:lnTo>
                  <a:pt x="5803" y="0"/>
                </a:lnTo>
                <a:moveTo>
                  <a:pt x="5955" y="0"/>
                </a:moveTo>
                <a:lnTo>
                  <a:pt x="6051" y="0"/>
                </a:lnTo>
                <a:lnTo>
                  <a:pt x="6051" y="19"/>
                </a:lnTo>
                <a:lnTo>
                  <a:pt x="5955" y="19"/>
                </a:lnTo>
                <a:lnTo>
                  <a:pt x="5955" y="0"/>
                </a:lnTo>
                <a:moveTo>
                  <a:pt x="6108" y="0"/>
                </a:moveTo>
                <a:lnTo>
                  <a:pt x="6203" y="0"/>
                </a:lnTo>
                <a:lnTo>
                  <a:pt x="6203" y="19"/>
                </a:lnTo>
                <a:lnTo>
                  <a:pt x="6108" y="19"/>
                </a:lnTo>
                <a:lnTo>
                  <a:pt x="6108" y="0"/>
                </a:lnTo>
                <a:moveTo>
                  <a:pt x="6260" y="0"/>
                </a:moveTo>
                <a:lnTo>
                  <a:pt x="6356" y="0"/>
                </a:lnTo>
                <a:lnTo>
                  <a:pt x="6356" y="19"/>
                </a:lnTo>
                <a:lnTo>
                  <a:pt x="6260" y="19"/>
                </a:lnTo>
                <a:lnTo>
                  <a:pt x="6260" y="0"/>
                </a:lnTo>
                <a:moveTo>
                  <a:pt x="6413" y="0"/>
                </a:moveTo>
                <a:lnTo>
                  <a:pt x="6508" y="0"/>
                </a:lnTo>
                <a:lnTo>
                  <a:pt x="6508" y="19"/>
                </a:lnTo>
                <a:lnTo>
                  <a:pt x="6413" y="19"/>
                </a:lnTo>
                <a:lnTo>
                  <a:pt x="6413" y="0"/>
                </a:lnTo>
                <a:moveTo>
                  <a:pt x="6565" y="0"/>
                </a:moveTo>
                <a:lnTo>
                  <a:pt x="6660" y="0"/>
                </a:lnTo>
                <a:lnTo>
                  <a:pt x="6660" y="19"/>
                </a:lnTo>
                <a:lnTo>
                  <a:pt x="6565" y="19"/>
                </a:lnTo>
                <a:lnTo>
                  <a:pt x="6565" y="0"/>
                </a:lnTo>
                <a:moveTo>
                  <a:pt x="6718" y="0"/>
                </a:moveTo>
                <a:lnTo>
                  <a:pt x="6813" y="0"/>
                </a:lnTo>
                <a:lnTo>
                  <a:pt x="6813" y="19"/>
                </a:lnTo>
                <a:lnTo>
                  <a:pt x="6718" y="19"/>
                </a:lnTo>
                <a:lnTo>
                  <a:pt x="6718" y="0"/>
                </a:lnTo>
                <a:moveTo>
                  <a:pt x="6870" y="0"/>
                </a:moveTo>
                <a:lnTo>
                  <a:pt x="6965" y="0"/>
                </a:lnTo>
                <a:lnTo>
                  <a:pt x="6965" y="19"/>
                </a:lnTo>
                <a:lnTo>
                  <a:pt x="6870" y="19"/>
                </a:lnTo>
                <a:lnTo>
                  <a:pt x="6870" y="0"/>
                </a:lnTo>
                <a:moveTo>
                  <a:pt x="7023" y="0"/>
                </a:moveTo>
                <a:lnTo>
                  <a:pt x="7118" y="0"/>
                </a:lnTo>
                <a:lnTo>
                  <a:pt x="7118" y="19"/>
                </a:lnTo>
                <a:lnTo>
                  <a:pt x="7023" y="19"/>
                </a:lnTo>
                <a:lnTo>
                  <a:pt x="7023" y="0"/>
                </a:lnTo>
                <a:moveTo>
                  <a:pt x="7175" y="0"/>
                </a:moveTo>
                <a:lnTo>
                  <a:pt x="7270" y="0"/>
                </a:lnTo>
                <a:lnTo>
                  <a:pt x="7270" y="19"/>
                </a:lnTo>
                <a:lnTo>
                  <a:pt x="7175" y="19"/>
                </a:lnTo>
                <a:lnTo>
                  <a:pt x="7175" y="0"/>
                </a:lnTo>
                <a:moveTo>
                  <a:pt x="7327" y="0"/>
                </a:moveTo>
                <a:lnTo>
                  <a:pt x="7423" y="0"/>
                </a:lnTo>
                <a:lnTo>
                  <a:pt x="7423" y="19"/>
                </a:lnTo>
                <a:lnTo>
                  <a:pt x="7327" y="19"/>
                </a:lnTo>
                <a:lnTo>
                  <a:pt x="7327" y="0"/>
                </a:lnTo>
                <a:moveTo>
                  <a:pt x="7480" y="0"/>
                </a:moveTo>
                <a:lnTo>
                  <a:pt x="7575" y="0"/>
                </a:lnTo>
                <a:lnTo>
                  <a:pt x="7575" y="19"/>
                </a:lnTo>
                <a:lnTo>
                  <a:pt x="7480" y="19"/>
                </a:lnTo>
                <a:lnTo>
                  <a:pt x="7480" y="0"/>
                </a:lnTo>
                <a:moveTo>
                  <a:pt x="7632" y="0"/>
                </a:moveTo>
                <a:lnTo>
                  <a:pt x="7728" y="0"/>
                </a:lnTo>
                <a:lnTo>
                  <a:pt x="7728" y="19"/>
                </a:lnTo>
                <a:lnTo>
                  <a:pt x="7632" y="19"/>
                </a:lnTo>
                <a:lnTo>
                  <a:pt x="7632" y="0"/>
                </a:lnTo>
                <a:moveTo>
                  <a:pt x="7785" y="0"/>
                </a:moveTo>
                <a:lnTo>
                  <a:pt x="7880" y="0"/>
                </a:lnTo>
                <a:lnTo>
                  <a:pt x="7880" y="19"/>
                </a:lnTo>
                <a:lnTo>
                  <a:pt x="7785" y="19"/>
                </a:lnTo>
                <a:lnTo>
                  <a:pt x="7785" y="0"/>
                </a:lnTo>
                <a:moveTo>
                  <a:pt x="7937" y="0"/>
                </a:moveTo>
                <a:lnTo>
                  <a:pt x="8032" y="0"/>
                </a:lnTo>
                <a:lnTo>
                  <a:pt x="8032" y="19"/>
                </a:lnTo>
                <a:lnTo>
                  <a:pt x="7937" y="19"/>
                </a:lnTo>
                <a:lnTo>
                  <a:pt x="7937" y="0"/>
                </a:lnTo>
                <a:moveTo>
                  <a:pt x="8090" y="0"/>
                </a:moveTo>
                <a:lnTo>
                  <a:pt x="8185" y="0"/>
                </a:lnTo>
                <a:lnTo>
                  <a:pt x="8185" y="19"/>
                </a:lnTo>
                <a:lnTo>
                  <a:pt x="8090" y="19"/>
                </a:lnTo>
                <a:lnTo>
                  <a:pt x="8090" y="0"/>
                </a:lnTo>
                <a:moveTo>
                  <a:pt x="8242" y="0"/>
                </a:moveTo>
                <a:lnTo>
                  <a:pt x="8337" y="0"/>
                </a:lnTo>
                <a:lnTo>
                  <a:pt x="8337" y="19"/>
                </a:lnTo>
                <a:lnTo>
                  <a:pt x="8242" y="19"/>
                </a:lnTo>
                <a:lnTo>
                  <a:pt x="8242" y="0"/>
                </a:lnTo>
                <a:moveTo>
                  <a:pt x="8395" y="0"/>
                </a:moveTo>
                <a:lnTo>
                  <a:pt x="8490" y="0"/>
                </a:lnTo>
                <a:lnTo>
                  <a:pt x="8490" y="19"/>
                </a:lnTo>
                <a:lnTo>
                  <a:pt x="8395" y="19"/>
                </a:lnTo>
                <a:lnTo>
                  <a:pt x="8395" y="0"/>
                </a:lnTo>
                <a:moveTo>
                  <a:pt x="8547" y="0"/>
                </a:moveTo>
                <a:lnTo>
                  <a:pt x="8642" y="0"/>
                </a:lnTo>
                <a:lnTo>
                  <a:pt x="8642" y="19"/>
                </a:lnTo>
                <a:lnTo>
                  <a:pt x="8547" y="19"/>
                </a:lnTo>
                <a:lnTo>
                  <a:pt x="8547" y="0"/>
                </a:lnTo>
                <a:moveTo>
                  <a:pt x="8699" y="0"/>
                </a:moveTo>
                <a:lnTo>
                  <a:pt x="8795" y="0"/>
                </a:lnTo>
                <a:lnTo>
                  <a:pt x="8795" y="19"/>
                </a:lnTo>
                <a:lnTo>
                  <a:pt x="8699" y="19"/>
                </a:lnTo>
                <a:lnTo>
                  <a:pt x="8699" y="0"/>
                </a:lnTo>
                <a:moveTo>
                  <a:pt x="8852" y="0"/>
                </a:moveTo>
                <a:lnTo>
                  <a:pt x="8947" y="0"/>
                </a:lnTo>
                <a:lnTo>
                  <a:pt x="8947" y="19"/>
                </a:lnTo>
                <a:lnTo>
                  <a:pt x="8852" y="19"/>
                </a:lnTo>
                <a:lnTo>
                  <a:pt x="8852" y="0"/>
                </a:lnTo>
                <a:moveTo>
                  <a:pt x="9004" y="0"/>
                </a:moveTo>
                <a:lnTo>
                  <a:pt x="9100" y="0"/>
                </a:lnTo>
                <a:lnTo>
                  <a:pt x="9100" y="19"/>
                </a:lnTo>
                <a:lnTo>
                  <a:pt x="9004" y="19"/>
                </a:lnTo>
                <a:lnTo>
                  <a:pt x="9004" y="0"/>
                </a:lnTo>
                <a:moveTo>
                  <a:pt x="9157" y="0"/>
                </a:moveTo>
                <a:lnTo>
                  <a:pt x="9252" y="0"/>
                </a:lnTo>
                <a:lnTo>
                  <a:pt x="9252" y="19"/>
                </a:lnTo>
                <a:lnTo>
                  <a:pt x="9157" y="19"/>
                </a:lnTo>
                <a:lnTo>
                  <a:pt x="9157" y="0"/>
                </a:lnTo>
                <a:moveTo>
                  <a:pt x="9309" y="0"/>
                </a:moveTo>
                <a:lnTo>
                  <a:pt x="9405" y="0"/>
                </a:lnTo>
                <a:lnTo>
                  <a:pt x="9405" y="19"/>
                </a:lnTo>
                <a:lnTo>
                  <a:pt x="9309" y="19"/>
                </a:lnTo>
                <a:lnTo>
                  <a:pt x="9309" y="0"/>
                </a:lnTo>
                <a:moveTo>
                  <a:pt x="9462" y="0"/>
                </a:moveTo>
                <a:lnTo>
                  <a:pt x="9557" y="0"/>
                </a:lnTo>
                <a:lnTo>
                  <a:pt x="9557" y="19"/>
                </a:lnTo>
                <a:lnTo>
                  <a:pt x="9462" y="19"/>
                </a:lnTo>
                <a:lnTo>
                  <a:pt x="9462" y="0"/>
                </a:lnTo>
                <a:moveTo>
                  <a:pt x="9614" y="0"/>
                </a:moveTo>
                <a:lnTo>
                  <a:pt x="9709" y="0"/>
                </a:lnTo>
                <a:lnTo>
                  <a:pt x="9709" y="19"/>
                </a:lnTo>
                <a:lnTo>
                  <a:pt x="9614" y="19"/>
                </a:lnTo>
                <a:lnTo>
                  <a:pt x="9614" y="0"/>
                </a:lnTo>
                <a:moveTo>
                  <a:pt x="9767" y="0"/>
                </a:moveTo>
                <a:lnTo>
                  <a:pt x="9862" y="0"/>
                </a:lnTo>
                <a:lnTo>
                  <a:pt x="9862" y="19"/>
                </a:lnTo>
                <a:lnTo>
                  <a:pt x="9767" y="19"/>
                </a:lnTo>
                <a:lnTo>
                  <a:pt x="9767" y="0"/>
                </a:lnTo>
                <a:moveTo>
                  <a:pt x="9919" y="0"/>
                </a:moveTo>
                <a:lnTo>
                  <a:pt x="10014" y="0"/>
                </a:lnTo>
                <a:lnTo>
                  <a:pt x="10014" y="19"/>
                </a:lnTo>
                <a:lnTo>
                  <a:pt x="9919" y="19"/>
                </a:lnTo>
                <a:lnTo>
                  <a:pt x="9919" y="0"/>
                </a:lnTo>
                <a:moveTo>
                  <a:pt x="10071" y="0"/>
                </a:moveTo>
                <a:lnTo>
                  <a:pt x="10167" y="0"/>
                </a:lnTo>
                <a:lnTo>
                  <a:pt x="10167" y="19"/>
                </a:lnTo>
                <a:lnTo>
                  <a:pt x="10071" y="19"/>
                </a:lnTo>
                <a:lnTo>
                  <a:pt x="10071" y="0"/>
                </a:lnTo>
                <a:moveTo>
                  <a:pt x="10224" y="0"/>
                </a:moveTo>
                <a:lnTo>
                  <a:pt x="10319" y="0"/>
                </a:lnTo>
                <a:lnTo>
                  <a:pt x="10319" y="19"/>
                </a:lnTo>
                <a:lnTo>
                  <a:pt x="10224" y="19"/>
                </a:lnTo>
                <a:lnTo>
                  <a:pt x="10224" y="0"/>
                </a:lnTo>
                <a:moveTo>
                  <a:pt x="10376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6" y="19"/>
                </a:lnTo>
                <a:lnTo>
                  <a:pt x="10376" y="0"/>
                </a:lnTo>
                <a:moveTo>
                  <a:pt x="10529" y="0"/>
                </a:moveTo>
                <a:lnTo>
                  <a:pt x="10624" y="0"/>
                </a:lnTo>
                <a:lnTo>
                  <a:pt x="10624" y="19"/>
                </a:lnTo>
                <a:lnTo>
                  <a:pt x="10529" y="19"/>
                </a:lnTo>
                <a:lnTo>
                  <a:pt x="10529" y="0"/>
                </a:lnTo>
                <a:moveTo>
                  <a:pt x="10681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1" y="19"/>
                </a:lnTo>
                <a:lnTo>
                  <a:pt x="10681" y="0"/>
                </a:lnTo>
                <a:moveTo>
                  <a:pt x="10834" y="0"/>
                </a:moveTo>
                <a:lnTo>
                  <a:pt x="10929" y="0"/>
                </a:lnTo>
                <a:lnTo>
                  <a:pt x="10929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6" y="0"/>
                </a:moveTo>
                <a:lnTo>
                  <a:pt x="11081" y="0"/>
                </a:lnTo>
                <a:lnTo>
                  <a:pt x="11081" y="19"/>
                </a:lnTo>
                <a:lnTo>
                  <a:pt x="10986" y="19"/>
                </a:lnTo>
                <a:lnTo>
                  <a:pt x="10986" y="0"/>
                </a:lnTo>
                <a:moveTo>
                  <a:pt x="11139" y="0"/>
                </a:moveTo>
                <a:lnTo>
                  <a:pt x="11234" y="0"/>
                </a:lnTo>
                <a:lnTo>
                  <a:pt x="11234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1" y="0"/>
                </a:moveTo>
                <a:lnTo>
                  <a:pt x="11386" y="0"/>
                </a:lnTo>
                <a:lnTo>
                  <a:pt x="11386" y="19"/>
                </a:lnTo>
                <a:lnTo>
                  <a:pt x="11291" y="19"/>
                </a:lnTo>
                <a:lnTo>
                  <a:pt x="11291" y="0"/>
                </a:lnTo>
                <a:moveTo>
                  <a:pt x="11443" y="0"/>
                </a:moveTo>
                <a:lnTo>
                  <a:pt x="11539" y="0"/>
                </a:lnTo>
                <a:lnTo>
                  <a:pt x="11539" y="19"/>
                </a:lnTo>
                <a:lnTo>
                  <a:pt x="11443" y="19"/>
                </a:lnTo>
                <a:lnTo>
                  <a:pt x="11443" y="0"/>
                </a:lnTo>
                <a:moveTo>
                  <a:pt x="11596" y="0"/>
                </a:moveTo>
                <a:lnTo>
                  <a:pt x="11691" y="0"/>
                </a:lnTo>
                <a:lnTo>
                  <a:pt x="11691" y="19"/>
                </a:lnTo>
                <a:lnTo>
                  <a:pt x="11596" y="19"/>
                </a:lnTo>
                <a:lnTo>
                  <a:pt x="11596" y="0"/>
                </a:lnTo>
                <a:moveTo>
                  <a:pt x="11748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8" y="19"/>
                </a:lnTo>
                <a:lnTo>
                  <a:pt x="11748" y="0"/>
                </a:lnTo>
                <a:moveTo>
                  <a:pt x="11901" y="0"/>
                </a:moveTo>
                <a:lnTo>
                  <a:pt x="11996" y="0"/>
                </a:lnTo>
                <a:lnTo>
                  <a:pt x="11996" y="19"/>
                </a:lnTo>
                <a:lnTo>
                  <a:pt x="11901" y="19"/>
                </a:lnTo>
                <a:lnTo>
                  <a:pt x="11901" y="0"/>
                </a:lnTo>
                <a:moveTo>
                  <a:pt x="12053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3" y="19"/>
                </a:lnTo>
                <a:lnTo>
                  <a:pt x="12053" y="0"/>
                </a:lnTo>
                <a:moveTo>
                  <a:pt x="12206" y="0"/>
                </a:moveTo>
                <a:lnTo>
                  <a:pt x="12301" y="0"/>
                </a:lnTo>
                <a:lnTo>
                  <a:pt x="12301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8" y="0"/>
                </a:moveTo>
                <a:lnTo>
                  <a:pt x="12453" y="0"/>
                </a:lnTo>
                <a:lnTo>
                  <a:pt x="12453" y="19"/>
                </a:lnTo>
                <a:lnTo>
                  <a:pt x="12358" y="19"/>
                </a:lnTo>
                <a:lnTo>
                  <a:pt x="12358" y="0"/>
                </a:lnTo>
                <a:moveTo>
                  <a:pt x="12511" y="0"/>
                </a:moveTo>
                <a:lnTo>
                  <a:pt x="12539" y="0"/>
                </a:lnTo>
                <a:lnTo>
                  <a:pt x="12539" y="86"/>
                </a:lnTo>
                <a:lnTo>
                  <a:pt x="12520" y="86"/>
                </a:lnTo>
                <a:lnTo>
                  <a:pt x="12520" y="10"/>
                </a:lnTo>
                <a:lnTo>
                  <a:pt x="12530" y="10"/>
                </a:lnTo>
                <a:lnTo>
                  <a:pt x="12530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539" y="143"/>
                </a:moveTo>
                <a:lnTo>
                  <a:pt x="12539" y="238"/>
                </a:lnTo>
                <a:lnTo>
                  <a:pt x="12520" y="238"/>
                </a:lnTo>
                <a:lnTo>
                  <a:pt x="12520" y="143"/>
                </a:lnTo>
                <a:lnTo>
                  <a:pt x="12539" y="143"/>
                </a:lnTo>
                <a:moveTo>
                  <a:pt x="12539" y="295"/>
                </a:moveTo>
                <a:lnTo>
                  <a:pt x="12539" y="391"/>
                </a:lnTo>
                <a:lnTo>
                  <a:pt x="12520" y="391"/>
                </a:lnTo>
                <a:lnTo>
                  <a:pt x="12520" y="295"/>
                </a:lnTo>
                <a:lnTo>
                  <a:pt x="12539" y="295"/>
                </a:lnTo>
                <a:moveTo>
                  <a:pt x="12539" y="448"/>
                </a:moveTo>
                <a:lnTo>
                  <a:pt x="12539" y="543"/>
                </a:lnTo>
                <a:lnTo>
                  <a:pt x="12520" y="543"/>
                </a:lnTo>
                <a:lnTo>
                  <a:pt x="12520" y="448"/>
                </a:lnTo>
                <a:lnTo>
                  <a:pt x="12539" y="448"/>
                </a:lnTo>
                <a:moveTo>
                  <a:pt x="12539" y="600"/>
                </a:moveTo>
                <a:lnTo>
                  <a:pt x="12539" y="695"/>
                </a:lnTo>
                <a:lnTo>
                  <a:pt x="12520" y="695"/>
                </a:lnTo>
                <a:lnTo>
                  <a:pt x="12520" y="600"/>
                </a:lnTo>
                <a:lnTo>
                  <a:pt x="12539" y="600"/>
                </a:lnTo>
                <a:moveTo>
                  <a:pt x="12539" y="752"/>
                </a:moveTo>
                <a:lnTo>
                  <a:pt x="12539" y="847"/>
                </a:lnTo>
                <a:lnTo>
                  <a:pt x="12520" y="847"/>
                </a:lnTo>
                <a:lnTo>
                  <a:pt x="12520" y="752"/>
                </a:lnTo>
                <a:lnTo>
                  <a:pt x="12539" y="752"/>
                </a:lnTo>
                <a:moveTo>
                  <a:pt x="12539" y="905"/>
                </a:moveTo>
                <a:lnTo>
                  <a:pt x="12539" y="1000"/>
                </a:lnTo>
                <a:lnTo>
                  <a:pt x="12520" y="1000"/>
                </a:lnTo>
                <a:lnTo>
                  <a:pt x="12520" y="905"/>
                </a:lnTo>
                <a:lnTo>
                  <a:pt x="12539" y="905"/>
                </a:lnTo>
                <a:moveTo>
                  <a:pt x="12539" y="1057"/>
                </a:moveTo>
                <a:lnTo>
                  <a:pt x="12539" y="1152"/>
                </a:lnTo>
                <a:lnTo>
                  <a:pt x="12520" y="1152"/>
                </a:lnTo>
                <a:lnTo>
                  <a:pt x="12520" y="1057"/>
                </a:lnTo>
                <a:lnTo>
                  <a:pt x="12539" y="1057"/>
                </a:lnTo>
                <a:moveTo>
                  <a:pt x="12539" y="1209"/>
                </a:moveTo>
                <a:lnTo>
                  <a:pt x="12539" y="1304"/>
                </a:lnTo>
                <a:lnTo>
                  <a:pt x="12520" y="1304"/>
                </a:lnTo>
                <a:lnTo>
                  <a:pt x="12520" y="1209"/>
                </a:lnTo>
                <a:lnTo>
                  <a:pt x="12539" y="1209"/>
                </a:lnTo>
                <a:moveTo>
                  <a:pt x="12539" y="1361"/>
                </a:moveTo>
                <a:lnTo>
                  <a:pt x="12539" y="1457"/>
                </a:lnTo>
                <a:lnTo>
                  <a:pt x="12520" y="1457"/>
                </a:lnTo>
                <a:lnTo>
                  <a:pt x="12520" y="1361"/>
                </a:lnTo>
                <a:lnTo>
                  <a:pt x="12539" y="1361"/>
                </a:lnTo>
                <a:moveTo>
                  <a:pt x="12539" y="1514"/>
                </a:moveTo>
                <a:lnTo>
                  <a:pt x="12539" y="1609"/>
                </a:lnTo>
                <a:lnTo>
                  <a:pt x="12520" y="1609"/>
                </a:lnTo>
                <a:lnTo>
                  <a:pt x="12520" y="1514"/>
                </a:lnTo>
                <a:lnTo>
                  <a:pt x="12539" y="1514"/>
                </a:lnTo>
                <a:moveTo>
                  <a:pt x="12539" y="1666"/>
                </a:moveTo>
                <a:lnTo>
                  <a:pt x="12539" y="1761"/>
                </a:lnTo>
                <a:lnTo>
                  <a:pt x="12520" y="1761"/>
                </a:lnTo>
                <a:lnTo>
                  <a:pt x="12520" y="1666"/>
                </a:lnTo>
                <a:lnTo>
                  <a:pt x="12539" y="1666"/>
                </a:lnTo>
                <a:moveTo>
                  <a:pt x="12539" y="1818"/>
                </a:moveTo>
                <a:lnTo>
                  <a:pt x="12539" y="1913"/>
                </a:lnTo>
                <a:lnTo>
                  <a:pt x="12520" y="1913"/>
                </a:lnTo>
                <a:lnTo>
                  <a:pt x="12520" y="1818"/>
                </a:lnTo>
                <a:lnTo>
                  <a:pt x="12539" y="1818"/>
                </a:lnTo>
                <a:moveTo>
                  <a:pt x="12539" y="1970"/>
                </a:moveTo>
                <a:lnTo>
                  <a:pt x="12539" y="2066"/>
                </a:lnTo>
                <a:lnTo>
                  <a:pt x="12520" y="2066"/>
                </a:lnTo>
                <a:lnTo>
                  <a:pt x="12520" y="1970"/>
                </a:lnTo>
                <a:lnTo>
                  <a:pt x="12539" y="1970"/>
                </a:lnTo>
                <a:moveTo>
                  <a:pt x="12539" y="2123"/>
                </a:moveTo>
                <a:lnTo>
                  <a:pt x="12539" y="2218"/>
                </a:lnTo>
                <a:lnTo>
                  <a:pt x="12520" y="2218"/>
                </a:lnTo>
                <a:lnTo>
                  <a:pt x="12520" y="2123"/>
                </a:lnTo>
                <a:lnTo>
                  <a:pt x="12539" y="2123"/>
                </a:lnTo>
                <a:moveTo>
                  <a:pt x="12539" y="2275"/>
                </a:moveTo>
                <a:lnTo>
                  <a:pt x="12539" y="2370"/>
                </a:lnTo>
                <a:lnTo>
                  <a:pt x="12520" y="2370"/>
                </a:lnTo>
                <a:lnTo>
                  <a:pt x="12520" y="2275"/>
                </a:lnTo>
                <a:lnTo>
                  <a:pt x="12539" y="2275"/>
                </a:lnTo>
                <a:moveTo>
                  <a:pt x="12539" y="2427"/>
                </a:moveTo>
                <a:lnTo>
                  <a:pt x="12539" y="2523"/>
                </a:lnTo>
                <a:lnTo>
                  <a:pt x="12520" y="2523"/>
                </a:lnTo>
                <a:lnTo>
                  <a:pt x="12520" y="2427"/>
                </a:lnTo>
                <a:lnTo>
                  <a:pt x="12539" y="2427"/>
                </a:lnTo>
                <a:moveTo>
                  <a:pt x="12539" y="2581"/>
                </a:moveTo>
                <a:lnTo>
                  <a:pt x="12539" y="2676"/>
                </a:lnTo>
                <a:lnTo>
                  <a:pt x="12520" y="2676"/>
                </a:lnTo>
                <a:lnTo>
                  <a:pt x="12520" y="2581"/>
                </a:lnTo>
                <a:lnTo>
                  <a:pt x="12539" y="2581"/>
                </a:lnTo>
                <a:moveTo>
                  <a:pt x="12539" y="2733"/>
                </a:moveTo>
                <a:lnTo>
                  <a:pt x="12539" y="2828"/>
                </a:lnTo>
                <a:lnTo>
                  <a:pt x="12520" y="2828"/>
                </a:lnTo>
                <a:lnTo>
                  <a:pt x="12520" y="2733"/>
                </a:lnTo>
                <a:lnTo>
                  <a:pt x="12539" y="2733"/>
                </a:lnTo>
                <a:moveTo>
                  <a:pt x="12539" y="2885"/>
                </a:moveTo>
                <a:lnTo>
                  <a:pt x="12539" y="2980"/>
                </a:lnTo>
                <a:lnTo>
                  <a:pt x="12520" y="2980"/>
                </a:lnTo>
                <a:lnTo>
                  <a:pt x="12520" y="2885"/>
                </a:lnTo>
                <a:lnTo>
                  <a:pt x="12539" y="2885"/>
                </a:lnTo>
                <a:moveTo>
                  <a:pt x="12539" y="3037"/>
                </a:moveTo>
                <a:lnTo>
                  <a:pt x="12539" y="3133"/>
                </a:lnTo>
                <a:lnTo>
                  <a:pt x="12520" y="3133"/>
                </a:lnTo>
                <a:lnTo>
                  <a:pt x="12520" y="3037"/>
                </a:lnTo>
                <a:lnTo>
                  <a:pt x="12539" y="3037"/>
                </a:lnTo>
                <a:moveTo>
                  <a:pt x="12539" y="3190"/>
                </a:moveTo>
                <a:lnTo>
                  <a:pt x="12539" y="3285"/>
                </a:lnTo>
                <a:lnTo>
                  <a:pt x="12520" y="3285"/>
                </a:lnTo>
                <a:lnTo>
                  <a:pt x="12520" y="3190"/>
                </a:lnTo>
                <a:lnTo>
                  <a:pt x="12539" y="3190"/>
                </a:lnTo>
                <a:moveTo>
                  <a:pt x="12539" y="3342"/>
                </a:moveTo>
                <a:lnTo>
                  <a:pt x="12539" y="3437"/>
                </a:lnTo>
                <a:lnTo>
                  <a:pt x="12520" y="3437"/>
                </a:lnTo>
                <a:lnTo>
                  <a:pt x="12520" y="3342"/>
                </a:lnTo>
                <a:lnTo>
                  <a:pt x="12539" y="3342"/>
                </a:lnTo>
                <a:moveTo>
                  <a:pt x="12539" y="3494"/>
                </a:moveTo>
                <a:lnTo>
                  <a:pt x="12539" y="3589"/>
                </a:lnTo>
                <a:lnTo>
                  <a:pt x="12520" y="3589"/>
                </a:lnTo>
                <a:lnTo>
                  <a:pt x="12520" y="3494"/>
                </a:lnTo>
                <a:lnTo>
                  <a:pt x="12539" y="3494"/>
                </a:lnTo>
                <a:moveTo>
                  <a:pt x="12539" y="3647"/>
                </a:moveTo>
                <a:lnTo>
                  <a:pt x="12539" y="3742"/>
                </a:lnTo>
                <a:lnTo>
                  <a:pt x="12520" y="3742"/>
                </a:lnTo>
                <a:lnTo>
                  <a:pt x="12520" y="3647"/>
                </a:lnTo>
                <a:lnTo>
                  <a:pt x="12539" y="3647"/>
                </a:lnTo>
                <a:moveTo>
                  <a:pt x="12539" y="3799"/>
                </a:moveTo>
                <a:lnTo>
                  <a:pt x="12539" y="3894"/>
                </a:lnTo>
                <a:lnTo>
                  <a:pt x="12520" y="3894"/>
                </a:lnTo>
                <a:lnTo>
                  <a:pt x="12520" y="3799"/>
                </a:lnTo>
                <a:lnTo>
                  <a:pt x="12539" y="3799"/>
                </a:lnTo>
                <a:moveTo>
                  <a:pt x="12539" y="3951"/>
                </a:moveTo>
                <a:lnTo>
                  <a:pt x="12539" y="4046"/>
                </a:lnTo>
                <a:lnTo>
                  <a:pt x="12520" y="4046"/>
                </a:lnTo>
                <a:lnTo>
                  <a:pt x="12520" y="3951"/>
                </a:lnTo>
                <a:lnTo>
                  <a:pt x="12539" y="3951"/>
                </a:lnTo>
                <a:moveTo>
                  <a:pt x="12472" y="4056"/>
                </a:moveTo>
                <a:lnTo>
                  <a:pt x="12377" y="4056"/>
                </a:lnTo>
                <a:lnTo>
                  <a:pt x="12377" y="4037"/>
                </a:lnTo>
                <a:lnTo>
                  <a:pt x="12472" y="4037"/>
                </a:lnTo>
                <a:lnTo>
                  <a:pt x="12472" y="4056"/>
                </a:lnTo>
                <a:moveTo>
                  <a:pt x="12320" y="4056"/>
                </a:moveTo>
                <a:lnTo>
                  <a:pt x="12225" y="4056"/>
                </a:lnTo>
                <a:lnTo>
                  <a:pt x="12225" y="4037"/>
                </a:lnTo>
                <a:lnTo>
                  <a:pt x="12320" y="4037"/>
                </a:lnTo>
                <a:lnTo>
                  <a:pt x="12320" y="4056"/>
                </a:lnTo>
                <a:moveTo>
                  <a:pt x="12168" y="4056"/>
                </a:moveTo>
                <a:lnTo>
                  <a:pt x="12072" y="4056"/>
                </a:lnTo>
                <a:lnTo>
                  <a:pt x="12072" y="4037"/>
                </a:lnTo>
                <a:lnTo>
                  <a:pt x="12168" y="4037"/>
                </a:lnTo>
                <a:lnTo>
                  <a:pt x="12168" y="4056"/>
                </a:lnTo>
                <a:moveTo>
                  <a:pt x="12015" y="4056"/>
                </a:moveTo>
                <a:lnTo>
                  <a:pt x="11920" y="4056"/>
                </a:lnTo>
                <a:lnTo>
                  <a:pt x="11920" y="4037"/>
                </a:lnTo>
                <a:lnTo>
                  <a:pt x="12015" y="4037"/>
                </a:lnTo>
                <a:lnTo>
                  <a:pt x="12015" y="4056"/>
                </a:lnTo>
                <a:moveTo>
                  <a:pt x="11863" y="4056"/>
                </a:moveTo>
                <a:lnTo>
                  <a:pt x="11767" y="4056"/>
                </a:lnTo>
                <a:lnTo>
                  <a:pt x="11767" y="4037"/>
                </a:lnTo>
                <a:lnTo>
                  <a:pt x="11863" y="4037"/>
                </a:lnTo>
                <a:lnTo>
                  <a:pt x="11863" y="4056"/>
                </a:lnTo>
                <a:moveTo>
                  <a:pt x="11710" y="4056"/>
                </a:moveTo>
                <a:lnTo>
                  <a:pt x="11615" y="4056"/>
                </a:lnTo>
                <a:lnTo>
                  <a:pt x="11615" y="4037"/>
                </a:lnTo>
                <a:lnTo>
                  <a:pt x="11710" y="4037"/>
                </a:lnTo>
                <a:lnTo>
                  <a:pt x="11710" y="4056"/>
                </a:lnTo>
                <a:moveTo>
                  <a:pt x="11558" y="4056"/>
                </a:moveTo>
                <a:lnTo>
                  <a:pt x="11463" y="4056"/>
                </a:lnTo>
                <a:lnTo>
                  <a:pt x="11463" y="4037"/>
                </a:lnTo>
                <a:lnTo>
                  <a:pt x="11558" y="4037"/>
                </a:lnTo>
                <a:lnTo>
                  <a:pt x="11558" y="4056"/>
                </a:lnTo>
                <a:moveTo>
                  <a:pt x="11405" y="4056"/>
                </a:moveTo>
                <a:lnTo>
                  <a:pt x="11310" y="4056"/>
                </a:lnTo>
                <a:lnTo>
                  <a:pt x="11310" y="4037"/>
                </a:lnTo>
                <a:lnTo>
                  <a:pt x="11405" y="4037"/>
                </a:lnTo>
                <a:lnTo>
                  <a:pt x="11405" y="4056"/>
                </a:lnTo>
                <a:moveTo>
                  <a:pt x="11253" y="4056"/>
                </a:moveTo>
                <a:lnTo>
                  <a:pt x="11158" y="4056"/>
                </a:lnTo>
                <a:lnTo>
                  <a:pt x="11158" y="4037"/>
                </a:lnTo>
                <a:lnTo>
                  <a:pt x="11253" y="4037"/>
                </a:lnTo>
                <a:lnTo>
                  <a:pt x="11253" y="4056"/>
                </a:lnTo>
                <a:moveTo>
                  <a:pt x="11100" y="4056"/>
                </a:moveTo>
                <a:lnTo>
                  <a:pt x="11005" y="4056"/>
                </a:lnTo>
                <a:lnTo>
                  <a:pt x="11005" y="4037"/>
                </a:lnTo>
                <a:lnTo>
                  <a:pt x="11100" y="4037"/>
                </a:lnTo>
                <a:lnTo>
                  <a:pt x="11100" y="4056"/>
                </a:lnTo>
                <a:moveTo>
                  <a:pt x="10948" y="4056"/>
                </a:moveTo>
                <a:lnTo>
                  <a:pt x="10853" y="4056"/>
                </a:lnTo>
                <a:lnTo>
                  <a:pt x="10853" y="4037"/>
                </a:lnTo>
                <a:lnTo>
                  <a:pt x="10948" y="4037"/>
                </a:lnTo>
                <a:lnTo>
                  <a:pt x="10948" y="4056"/>
                </a:lnTo>
                <a:moveTo>
                  <a:pt x="10796" y="4056"/>
                </a:moveTo>
                <a:lnTo>
                  <a:pt x="10700" y="4056"/>
                </a:lnTo>
                <a:lnTo>
                  <a:pt x="10700" y="4037"/>
                </a:lnTo>
                <a:lnTo>
                  <a:pt x="10796" y="4037"/>
                </a:lnTo>
                <a:lnTo>
                  <a:pt x="10796" y="4056"/>
                </a:lnTo>
                <a:moveTo>
                  <a:pt x="10643" y="4056"/>
                </a:moveTo>
                <a:lnTo>
                  <a:pt x="10548" y="4056"/>
                </a:lnTo>
                <a:lnTo>
                  <a:pt x="10548" y="4037"/>
                </a:lnTo>
                <a:lnTo>
                  <a:pt x="10643" y="4037"/>
                </a:lnTo>
                <a:lnTo>
                  <a:pt x="10643" y="4056"/>
                </a:lnTo>
                <a:moveTo>
                  <a:pt x="10491" y="4056"/>
                </a:moveTo>
                <a:lnTo>
                  <a:pt x="10395" y="4056"/>
                </a:lnTo>
                <a:lnTo>
                  <a:pt x="10395" y="4037"/>
                </a:lnTo>
                <a:lnTo>
                  <a:pt x="10491" y="4037"/>
                </a:lnTo>
                <a:lnTo>
                  <a:pt x="10491" y="4056"/>
                </a:lnTo>
                <a:moveTo>
                  <a:pt x="10338" y="4056"/>
                </a:moveTo>
                <a:lnTo>
                  <a:pt x="10243" y="4056"/>
                </a:lnTo>
                <a:lnTo>
                  <a:pt x="10243" y="4037"/>
                </a:lnTo>
                <a:lnTo>
                  <a:pt x="10338" y="4037"/>
                </a:lnTo>
                <a:lnTo>
                  <a:pt x="10338" y="4056"/>
                </a:lnTo>
                <a:moveTo>
                  <a:pt x="10186" y="4056"/>
                </a:moveTo>
                <a:lnTo>
                  <a:pt x="10091" y="4056"/>
                </a:lnTo>
                <a:lnTo>
                  <a:pt x="10091" y="4037"/>
                </a:lnTo>
                <a:lnTo>
                  <a:pt x="10186" y="4037"/>
                </a:lnTo>
                <a:lnTo>
                  <a:pt x="10186" y="4056"/>
                </a:lnTo>
                <a:moveTo>
                  <a:pt x="10033" y="4056"/>
                </a:moveTo>
                <a:lnTo>
                  <a:pt x="9938" y="4056"/>
                </a:lnTo>
                <a:lnTo>
                  <a:pt x="9938" y="4037"/>
                </a:lnTo>
                <a:lnTo>
                  <a:pt x="10033" y="4037"/>
                </a:lnTo>
                <a:lnTo>
                  <a:pt x="10033" y="4056"/>
                </a:lnTo>
                <a:moveTo>
                  <a:pt x="9881" y="4056"/>
                </a:moveTo>
                <a:lnTo>
                  <a:pt x="9786" y="4056"/>
                </a:lnTo>
                <a:lnTo>
                  <a:pt x="9786" y="4037"/>
                </a:lnTo>
                <a:lnTo>
                  <a:pt x="9881" y="4037"/>
                </a:lnTo>
                <a:lnTo>
                  <a:pt x="9881" y="4056"/>
                </a:lnTo>
                <a:moveTo>
                  <a:pt x="9728" y="4056"/>
                </a:moveTo>
                <a:lnTo>
                  <a:pt x="9633" y="4056"/>
                </a:lnTo>
                <a:lnTo>
                  <a:pt x="9633" y="4037"/>
                </a:lnTo>
                <a:lnTo>
                  <a:pt x="9728" y="4037"/>
                </a:lnTo>
                <a:lnTo>
                  <a:pt x="9728" y="4056"/>
                </a:lnTo>
                <a:moveTo>
                  <a:pt x="9576" y="4056"/>
                </a:moveTo>
                <a:lnTo>
                  <a:pt x="9481" y="4056"/>
                </a:lnTo>
                <a:lnTo>
                  <a:pt x="9481" y="4037"/>
                </a:lnTo>
                <a:lnTo>
                  <a:pt x="9576" y="4037"/>
                </a:lnTo>
                <a:lnTo>
                  <a:pt x="9576" y="4056"/>
                </a:lnTo>
                <a:moveTo>
                  <a:pt x="9424" y="4056"/>
                </a:moveTo>
                <a:lnTo>
                  <a:pt x="9328" y="4056"/>
                </a:lnTo>
                <a:lnTo>
                  <a:pt x="9328" y="4037"/>
                </a:lnTo>
                <a:lnTo>
                  <a:pt x="9424" y="4037"/>
                </a:lnTo>
                <a:lnTo>
                  <a:pt x="9424" y="4056"/>
                </a:lnTo>
                <a:moveTo>
                  <a:pt x="9271" y="4056"/>
                </a:moveTo>
                <a:lnTo>
                  <a:pt x="9176" y="4056"/>
                </a:lnTo>
                <a:lnTo>
                  <a:pt x="9176" y="4037"/>
                </a:lnTo>
                <a:lnTo>
                  <a:pt x="9271" y="4037"/>
                </a:lnTo>
                <a:lnTo>
                  <a:pt x="9271" y="4056"/>
                </a:lnTo>
                <a:moveTo>
                  <a:pt x="9119" y="4056"/>
                </a:moveTo>
                <a:lnTo>
                  <a:pt x="9023" y="4056"/>
                </a:lnTo>
                <a:lnTo>
                  <a:pt x="9023" y="4037"/>
                </a:lnTo>
                <a:lnTo>
                  <a:pt x="9119" y="4037"/>
                </a:lnTo>
                <a:lnTo>
                  <a:pt x="9119" y="4056"/>
                </a:lnTo>
                <a:moveTo>
                  <a:pt x="8966" y="4056"/>
                </a:moveTo>
                <a:lnTo>
                  <a:pt x="8871" y="4056"/>
                </a:lnTo>
                <a:lnTo>
                  <a:pt x="8871" y="4037"/>
                </a:lnTo>
                <a:lnTo>
                  <a:pt x="8966" y="4037"/>
                </a:lnTo>
                <a:lnTo>
                  <a:pt x="8966" y="4056"/>
                </a:lnTo>
                <a:moveTo>
                  <a:pt x="8814" y="4056"/>
                </a:moveTo>
                <a:lnTo>
                  <a:pt x="8718" y="4056"/>
                </a:lnTo>
                <a:lnTo>
                  <a:pt x="8718" y="4037"/>
                </a:lnTo>
                <a:lnTo>
                  <a:pt x="8814" y="4037"/>
                </a:lnTo>
                <a:lnTo>
                  <a:pt x="8814" y="4056"/>
                </a:lnTo>
                <a:moveTo>
                  <a:pt x="8661" y="4056"/>
                </a:moveTo>
                <a:lnTo>
                  <a:pt x="8566" y="4056"/>
                </a:lnTo>
                <a:lnTo>
                  <a:pt x="8566" y="4037"/>
                </a:lnTo>
                <a:lnTo>
                  <a:pt x="8661" y="4037"/>
                </a:lnTo>
                <a:lnTo>
                  <a:pt x="8661" y="4056"/>
                </a:lnTo>
                <a:moveTo>
                  <a:pt x="8509" y="4056"/>
                </a:moveTo>
                <a:lnTo>
                  <a:pt x="8414" y="4056"/>
                </a:lnTo>
                <a:lnTo>
                  <a:pt x="8414" y="4037"/>
                </a:lnTo>
                <a:lnTo>
                  <a:pt x="8509" y="4037"/>
                </a:lnTo>
                <a:lnTo>
                  <a:pt x="8509" y="4056"/>
                </a:lnTo>
                <a:moveTo>
                  <a:pt x="8356" y="4056"/>
                </a:moveTo>
                <a:lnTo>
                  <a:pt x="8261" y="4056"/>
                </a:lnTo>
                <a:lnTo>
                  <a:pt x="8261" y="4037"/>
                </a:lnTo>
                <a:lnTo>
                  <a:pt x="8356" y="4037"/>
                </a:lnTo>
                <a:lnTo>
                  <a:pt x="8356" y="4056"/>
                </a:lnTo>
                <a:moveTo>
                  <a:pt x="8204" y="4056"/>
                </a:moveTo>
                <a:lnTo>
                  <a:pt x="8109" y="4056"/>
                </a:lnTo>
                <a:lnTo>
                  <a:pt x="8109" y="4037"/>
                </a:lnTo>
                <a:lnTo>
                  <a:pt x="8204" y="4037"/>
                </a:lnTo>
                <a:lnTo>
                  <a:pt x="8204" y="4056"/>
                </a:lnTo>
                <a:moveTo>
                  <a:pt x="8052" y="4056"/>
                </a:moveTo>
                <a:lnTo>
                  <a:pt x="7956" y="4056"/>
                </a:lnTo>
                <a:lnTo>
                  <a:pt x="7956" y="4037"/>
                </a:lnTo>
                <a:lnTo>
                  <a:pt x="8052" y="4037"/>
                </a:lnTo>
                <a:lnTo>
                  <a:pt x="8052" y="4056"/>
                </a:lnTo>
                <a:moveTo>
                  <a:pt x="7899" y="4056"/>
                </a:moveTo>
                <a:lnTo>
                  <a:pt x="7804" y="4056"/>
                </a:lnTo>
                <a:lnTo>
                  <a:pt x="7804" y="4037"/>
                </a:lnTo>
                <a:lnTo>
                  <a:pt x="7899" y="4037"/>
                </a:lnTo>
                <a:lnTo>
                  <a:pt x="7899" y="4056"/>
                </a:lnTo>
                <a:moveTo>
                  <a:pt x="7747" y="4056"/>
                </a:moveTo>
                <a:lnTo>
                  <a:pt x="7651" y="4056"/>
                </a:lnTo>
                <a:lnTo>
                  <a:pt x="7651" y="4037"/>
                </a:lnTo>
                <a:lnTo>
                  <a:pt x="7747" y="4037"/>
                </a:lnTo>
                <a:lnTo>
                  <a:pt x="7747" y="4056"/>
                </a:lnTo>
                <a:moveTo>
                  <a:pt x="7594" y="4056"/>
                </a:moveTo>
                <a:lnTo>
                  <a:pt x="7499" y="4056"/>
                </a:lnTo>
                <a:lnTo>
                  <a:pt x="7499" y="4037"/>
                </a:lnTo>
                <a:lnTo>
                  <a:pt x="7594" y="4037"/>
                </a:lnTo>
                <a:lnTo>
                  <a:pt x="7594" y="4056"/>
                </a:lnTo>
                <a:moveTo>
                  <a:pt x="7442" y="4056"/>
                </a:moveTo>
                <a:lnTo>
                  <a:pt x="7346" y="4056"/>
                </a:lnTo>
                <a:lnTo>
                  <a:pt x="7346" y="4037"/>
                </a:lnTo>
                <a:lnTo>
                  <a:pt x="7442" y="4037"/>
                </a:lnTo>
                <a:lnTo>
                  <a:pt x="7442" y="4056"/>
                </a:lnTo>
                <a:moveTo>
                  <a:pt x="7289" y="4056"/>
                </a:moveTo>
                <a:lnTo>
                  <a:pt x="7194" y="4056"/>
                </a:lnTo>
                <a:lnTo>
                  <a:pt x="7194" y="4037"/>
                </a:lnTo>
                <a:lnTo>
                  <a:pt x="7289" y="4037"/>
                </a:lnTo>
                <a:lnTo>
                  <a:pt x="7289" y="4056"/>
                </a:lnTo>
                <a:moveTo>
                  <a:pt x="7137" y="4056"/>
                </a:moveTo>
                <a:lnTo>
                  <a:pt x="7042" y="4056"/>
                </a:lnTo>
                <a:lnTo>
                  <a:pt x="7042" y="4037"/>
                </a:lnTo>
                <a:lnTo>
                  <a:pt x="7137" y="4037"/>
                </a:lnTo>
                <a:lnTo>
                  <a:pt x="7137" y="4056"/>
                </a:lnTo>
                <a:moveTo>
                  <a:pt x="6984" y="4056"/>
                </a:moveTo>
                <a:lnTo>
                  <a:pt x="6889" y="4056"/>
                </a:lnTo>
                <a:lnTo>
                  <a:pt x="6889" y="4037"/>
                </a:lnTo>
                <a:lnTo>
                  <a:pt x="6984" y="4037"/>
                </a:lnTo>
                <a:lnTo>
                  <a:pt x="6984" y="4056"/>
                </a:lnTo>
                <a:moveTo>
                  <a:pt x="6832" y="4056"/>
                </a:moveTo>
                <a:lnTo>
                  <a:pt x="6737" y="4056"/>
                </a:lnTo>
                <a:lnTo>
                  <a:pt x="6737" y="4037"/>
                </a:lnTo>
                <a:lnTo>
                  <a:pt x="6832" y="4037"/>
                </a:lnTo>
                <a:lnTo>
                  <a:pt x="6832" y="4056"/>
                </a:lnTo>
                <a:moveTo>
                  <a:pt x="6680" y="4056"/>
                </a:moveTo>
                <a:lnTo>
                  <a:pt x="6584" y="4056"/>
                </a:lnTo>
                <a:lnTo>
                  <a:pt x="6584" y="4037"/>
                </a:lnTo>
                <a:lnTo>
                  <a:pt x="6680" y="4037"/>
                </a:lnTo>
                <a:lnTo>
                  <a:pt x="6680" y="4056"/>
                </a:lnTo>
                <a:moveTo>
                  <a:pt x="6527" y="4056"/>
                </a:moveTo>
                <a:lnTo>
                  <a:pt x="6432" y="4056"/>
                </a:lnTo>
                <a:lnTo>
                  <a:pt x="6432" y="4037"/>
                </a:lnTo>
                <a:lnTo>
                  <a:pt x="6527" y="4037"/>
                </a:lnTo>
                <a:lnTo>
                  <a:pt x="6527" y="4056"/>
                </a:lnTo>
                <a:moveTo>
                  <a:pt x="6375" y="4056"/>
                </a:moveTo>
                <a:lnTo>
                  <a:pt x="6279" y="4056"/>
                </a:lnTo>
                <a:lnTo>
                  <a:pt x="6279" y="4037"/>
                </a:lnTo>
                <a:lnTo>
                  <a:pt x="6375" y="4037"/>
                </a:lnTo>
                <a:lnTo>
                  <a:pt x="6375" y="4056"/>
                </a:lnTo>
                <a:moveTo>
                  <a:pt x="6222" y="4056"/>
                </a:moveTo>
                <a:lnTo>
                  <a:pt x="6127" y="4056"/>
                </a:lnTo>
                <a:lnTo>
                  <a:pt x="6127" y="4037"/>
                </a:lnTo>
                <a:lnTo>
                  <a:pt x="6222" y="4037"/>
                </a:lnTo>
                <a:lnTo>
                  <a:pt x="6222" y="4056"/>
                </a:lnTo>
                <a:moveTo>
                  <a:pt x="6070" y="4056"/>
                </a:moveTo>
                <a:lnTo>
                  <a:pt x="5974" y="4056"/>
                </a:lnTo>
                <a:lnTo>
                  <a:pt x="5974" y="4037"/>
                </a:lnTo>
                <a:lnTo>
                  <a:pt x="6070" y="4037"/>
                </a:lnTo>
                <a:lnTo>
                  <a:pt x="6070" y="4056"/>
                </a:lnTo>
                <a:moveTo>
                  <a:pt x="5917" y="4056"/>
                </a:moveTo>
                <a:lnTo>
                  <a:pt x="5822" y="4056"/>
                </a:lnTo>
                <a:lnTo>
                  <a:pt x="5822" y="4037"/>
                </a:lnTo>
                <a:lnTo>
                  <a:pt x="5917" y="4037"/>
                </a:lnTo>
                <a:lnTo>
                  <a:pt x="5917" y="4056"/>
                </a:lnTo>
                <a:moveTo>
                  <a:pt x="5765" y="4056"/>
                </a:moveTo>
                <a:lnTo>
                  <a:pt x="5670" y="4056"/>
                </a:lnTo>
                <a:lnTo>
                  <a:pt x="5670" y="4037"/>
                </a:lnTo>
                <a:lnTo>
                  <a:pt x="5765" y="4037"/>
                </a:lnTo>
                <a:lnTo>
                  <a:pt x="5765" y="4056"/>
                </a:lnTo>
                <a:moveTo>
                  <a:pt x="5612" y="4056"/>
                </a:moveTo>
                <a:lnTo>
                  <a:pt x="5517" y="4056"/>
                </a:lnTo>
                <a:lnTo>
                  <a:pt x="5517" y="4037"/>
                </a:lnTo>
                <a:lnTo>
                  <a:pt x="5612" y="4037"/>
                </a:lnTo>
                <a:lnTo>
                  <a:pt x="5612" y="4056"/>
                </a:lnTo>
                <a:moveTo>
                  <a:pt x="5460" y="4056"/>
                </a:moveTo>
                <a:lnTo>
                  <a:pt x="5365" y="4056"/>
                </a:lnTo>
                <a:lnTo>
                  <a:pt x="5365" y="4037"/>
                </a:lnTo>
                <a:lnTo>
                  <a:pt x="5460" y="4037"/>
                </a:lnTo>
                <a:lnTo>
                  <a:pt x="5460" y="4056"/>
                </a:lnTo>
                <a:moveTo>
                  <a:pt x="5308" y="4056"/>
                </a:moveTo>
                <a:lnTo>
                  <a:pt x="5212" y="4056"/>
                </a:lnTo>
                <a:lnTo>
                  <a:pt x="5212" y="4037"/>
                </a:lnTo>
                <a:lnTo>
                  <a:pt x="5308" y="4037"/>
                </a:lnTo>
                <a:lnTo>
                  <a:pt x="5308" y="4056"/>
                </a:lnTo>
                <a:moveTo>
                  <a:pt x="5155" y="4056"/>
                </a:moveTo>
                <a:lnTo>
                  <a:pt x="5060" y="4056"/>
                </a:lnTo>
                <a:lnTo>
                  <a:pt x="5060" y="4037"/>
                </a:lnTo>
                <a:lnTo>
                  <a:pt x="5155" y="4037"/>
                </a:lnTo>
                <a:lnTo>
                  <a:pt x="5155" y="4056"/>
                </a:lnTo>
                <a:moveTo>
                  <a:pt x="5003" y="4056"/>
                </a:moveTo>
                <a:lnTo>
                  <a:pt x="4907" y="4056"/>
                </a:lnTo>
                <a:lnTo>
                  <a:pt x="4907" y="4037"/>
                </a:lnTo>
                <a:lnTo>
                  <a:pt x="5003" y="4037"/>
                </a:lnTo>
                <a:lnTo>
                  <a:pt x="5003" y="4056"/>
                </a:lnTo>
                <a:moveTo>
                  <a:pt x="4850" y="4056"/>
                </a:moveTo>
                <a:lnTo>
                  <a:pt x="4755" y="4056"/>
                </a:lnTo>
                <a:lnTo>
                  <a:pt x="4755" y="4037"/>
                </a:lnTo>
                <a:lnTo>
                  <a:pt x="4850" y="4037"/>
                </a:lnTo>
                <a:lnTo>
                  <a:pt x="4850" y="4056"/>
                </a:lnTo>
                <a:moveTo>
                  <a:pt x="4698" y="4056"/>
                </a:moveTo>
                <a:lnTo>
                  <a:pt x="4602" y="4056"/>
                </a:lnTo>
                <a:lnTo>
                  <a:pt x="4602" y="4037"/>
                </a:lnTo>
                <a:lnTo>
                  <a:pt x="4698" y="4037"/>
                </a:lnTo>
                <a:lnTo>
                  <a:pt x="4698" y="4056"/>
                </a:lnTo>
                <a:moveTo>
                  <a:pt x="4545" y="4056"/>
                </a:moveTo>
                <a:lnTo>
                  <a:pt x="4450" y="4056"/>
                </a:lnTo>
                <a:lnTo>
                  <a:pt x="4450" y="4037"/>
                </a:lnTo>
                <a:lnTo>
                  <a:pt x="4545" y="4037"/>
                </a:lnTo>
                <a:lnTo>
                  <a:pt x="4545" y="4056"/>
                </a:lnTo>
                <a:moveTo>
                  <a:pt x="4393" y="4056"/>
                </a:moveTo>
                <a:lnTo>
                  <a:pt x="4298" y="4056"/>
                </a:lnTo>
                <a:lnTo>
                  <a:pt x="4298" y="4037"/>
                </a:lnTo>
                <a:lnTo>
                  <a:pt x="4393" y="4037"/>
                </a:lnTo>
                <a:lnTo>
                  <a:pt x="4393" y="4056"/>
                </a:lnTo>
                <a:moveTo>
                  <a:pt x="4240" y="4056"/>
                </a:moveTo>
                <a:lnTo>
                  <a:pt x="4145" y="4056"/>
                </a:lnTo>
                <a:lnTo>
                  <a:pt x="4145" y="4037"/>
                </a:lnTo>
                <a:lnTo>
                  <a:pt x="4240" y="4037"/>
                </a:lnTo>
                <a:lnTo>
                  <a:pt x="4240" y="4056"/>
                </a:lnTo>
                <a:moveTo>
                  <a:pt x="4088" y="4056"/>
                </a:moveTo>
                <a:lnTo>
                  <a:pt x="3993" y="4056"/>
                </a:lnTo>
                <a:lnTo>
                  <a:pt x="3993" y="4037"/>
                </a:lnTo>
                <a:lnTo>
                  <a:pt x="4088" y="4037"/>
                </a:lnTo>
                <a:lnTo>
                  <a:pt x="4088" y="4056"/>
                </a:lnTo>
                <a:moveTo>
                  <a:pt x="3936" y="4056"/>
                </a:moveTo>
                <a:lnTo>
                  <a:pt x="3840" y="4056"/>
                </a:lnTo>
                <a:lnTo>
                  <a:pt x="3840" y="4037"/>
                </a:lnTo>
                <a:lnTo>
                  <a:pt x="3936" y="4037"/>
                </a:lnTo>
                <a:lnTo>
                  <a:pt x="3936" y="4056"/>
                </a:lnTo>
                <a:moveTo>
                  <a:pt x="3783" y="4056"/>
                </a:moveTo>
                <a:lnTo>
                  <a:pt x="3688" y="4056"/>
                </a:lnTo>
                <a:lnTo>
                  <a:pt x="3688" y="4037"/>
                </a:lnTo>
                <a:lnTo>
                  <a:pt x="3783" y="4037"/>
                </a:lnTo>
                <a:lnTo>
                  <a:pt x="3783" y="4056"/>
                </a:lnTo>
                <a:moveTo>
                  <a:pt x="3631" y="4056"/>
                </a:moveTo>
                <a:lnTo>
                  <a:pt x="3535" y="4056"/>
                </a:lnTo>
                <a:lnTo>
                  <a:pt x="3535" y="4037"/>
                </a:lnTo>
                <a:lnTo>
                  <a:pt x="3631" y="4037"/>
                </a:lnTo>
                <a:lnTo>
                  <a:pt x="3631" y="4056"/>
                </a:lnTo>
                <a:moveTo>
                  <a:pt x="3478" y="4056"/>
                </a:moveTo>
                <a:lnTo>
                  <a:pt x="3383" y="4056"/>
                </a:lnTo>
                <a:lnTo>
                  <a:pt x="3383" y="4037"/>
                </a:lnTo>
                <a:lnTo>
                  <a:pt x="3478" y="4037"/>
                </a:lnTo>
                <a:lnTo>
                  <a:pt x="3478" y="4056"/>
                </a:lnTo>
                <a:moveTo>
                  <a:pt x="3326" y="4056"/>
                </a:moveTo>
                <a:lnTo>
                  <a:pt x="3230" y="4056"/>
                </a:lnTo>
                <a:lnTo>
                  <a:pt x="3230" y="4037"/>
                </a:lnTo>
                <a:lnTo>
                  <a:pt x="3326" y="4037"/>
                </a:lnTo>
                <a:lnTo>
                  <a:pt x="3326" y="4056"/>
                </a:lnTo>
                <a:moveTo>
                  <a:pt x="3173" y="4056"/>
                </a:moveTo>
                <a:lnTo>
                  <a:pt x="3078" y="4056"/>
                </a:lnTo>
                <a:lnTo>
                  <a:pt x="3078" y="4037"/>
                </a:lnTo>
                <a:lnTo>
                  <a:pt x="3173" y="4037"/>
                </a:lnTo>
                <a:lnTo>
                  <a:pt x="3173" y="4056"/>
                </a:lnTo>
                <a:moveTo>
                  <a:pt x="3021" y="4056"/>
                </a:moveTo>
                <a:lnTo>
                  <a:pt x="2926" y="4056"/>
                </a:lnTo>
                <a:lnTo>
                  <a:pt x="2926" y="4037"/>
                </a:lnTo>
                <a:lnTo>
                  <a:pt x="3021" y="4037"/>
                </a:lnTo>
                <a:lnTo>
                  <a:pt x="3021" y="4056"/>
                </a:lnTo>
                <a:moveTo>
                  <a:pt x="2868" y="4056"/>
                </a:moveTo>
                <a:lnTo>
                  <a:pt x="2773" y="4056"/>
                </a:lnTo>
                <a:lnTo>
                  <a:pt x="2773" y="4037"/>
                </a:lnTo>
                <a:lnTo>
                  <a:pt x="2868" y="4037"/>
                </a:lnTo>
                <a:lnTo>
                  <a:pt x="2868" y="4056"/>
                </a:lnTo>
                <a:moveTo>
                  <a:pt x="2716" y="4056"/>
                </a:moveTo>
                <a:lnTo>
                  <a:pt x="2621" y="4056"/>
                </a:lnTo>
                <a:lnTo>
                  <a:pt x="2621" y="4037"/>
                </a:lnTo>
                <a:lnTo>
                  <a:pt x="2716" y="4037"/>
                </a:lnTo>
                <a:lnTo>
                  <a:pt x="2716" y="4056"/>
                </a:lnTo>
                <a:moveTo>
                  <a:pt x="2564" y="4056"/>
                </a:moveTo>
                <a:lnTo>
                  <a:pt x="2468" y="4056"/>
                </a:lnTo>
                <a:lnTo>
                  <a:pt x="2468" y="4037"/>
                </a:lnTo>
                <a:lnTo>
                  <a:pt x="2564" y="4037"/>
                </a:lnTo>
                <a:lnTo>
                  <a:pt x="2564" y="4056"/>
                </a:lnTo>
                <a:moveTo>
                  <a:pt x="2411" y="4056"/>
                </a:moveTo>
                <a:lnTo>
                  <a:pt x="2315" y="4056"/>
                </a:lnTo>
                <a:lnTo>
                  <a:pt x="2315" y="4037"/>
                </a:lnTo>
                <a:lnTo>
                  <a:pt x="2411" y="4037"/>
                </a:lnTo>
                <a:lnTo>
                  <a:pt x="2411" y="4056"/>
                </a:lnTo>
                <a:moveTo>
                  <a:pt x="2258" y="4056"/>
                </a:moveTo>
                <a:lnTo>
                  <a:pt x="2162" y="4056"/>
                </a:lnTo>
                <a:lnTo>
                  <a:pt x="2162" y="4037"/>
                </a:lnTo>
                <a:lnTo>
                  <a:pt x="2258" y="4037"/>
                </a:lnTo>
                <a:lnTo>
                  <a:pt x="2258" y="4056"/>
                </a:lnTo>
                <a:moveTo>
                  <a:pt x="2105" y="4056"/>
                </a:moveTo>
                <a:lnTo>
                  <a:pt x="2010" y="4056"/>
                </a:lnTo>
                <a:lnTo>
                  <a:pt x="2010" y="4037"/>
                </a:lnTo>
                <a:lnTo>
                  <a:pt x="2105" y="4037"/>
                </a:lnTo>
                <a:lnTo>
                  <a:pt x="2105" y="4056"/>
                </a:lnTo>
                <a:moveTo>
                  <a:pt x="1953" y="4056"/>
                </a:moveTo>
                <a:lnTo>
                  <a:pt x="1857" y="4056"/>
                </a:lnTo>
                <a:lnTo>
                  <a:pt x="1857" y="4037"/>
                </a:lnTo>
                <a:lnTo>
                  <a:pt x="1953" y="4037"/>
                </a:lnTo>
                <a:lnTo>
                  <a:pt x="1953" y="4056"/>
                </a:lnTo>
                <a:moveTo>
                  <a:pt x="1800" y="4056"/>
                </a:moveTo>
                <a:lnTo>
                  <a:pt x="1705" y="4056"/>
                </a:lnTo>
                <a:lnTo>
                  <a:pt x="1705" y="4037"/>
                </a:lnTo>
                <a:lnTo>
                  <a:pt x="1800" y="4037"/>
                </a:lnTo>
                <a:lnTo>
                  <a:pt x="1800" y="4056"/>
                </a:lnTo>
                <a:moveTo>
                  <a:pt x="1648" y="4056"/>
                </a:moveTo>
                <a:lnTo>
                  <a:pt x="1553" y="4056"/>
                </a:lnTo>
                <a:lnTo>
                  <a:pt x="1553" y="4037"/>
                </a:lnTo>
                <a:lnTo>
                  <a:pt x="1648" y="4037"/>
                </a:lnTo>
                <a:lnTo>
                  <a:pt x="1648" y="4056"/>
                </a:lnTo>
                <a:moveTo>
                  <a:pt x="1495" y="4056"/>
                </a:moveTo>
                <a:lnTo>
                  <a:pt x="1400" y="4056"/>
                </a:lnTo>
                <a:lnTo>
                  <a:pt x="1400" y="4037"/>
                </a:lnTo>
                <a:lnTo>
                  <a:pt x="1495" y="4037"/>
                </a:lnTo>
                <a:lnTo>
                  <a:pt x="1495" y="4056"/>
                </a:lnTo>
                <a:moveTo>
                  <a:pt x="1343" y="4056"/>
                </a:moveTo>
                <a:lnTo>
                  <a:pt x="1248" y="4056"/>
                </a:lnTo>
                <a:lnTo>
                  <a:pt x="1248" y="4037"/>
                </a:lnTo>
                <a:lnTo>
                  <a:pt x="1343" y="4037"/>
                </a:lnTo>
                <a:lnTo>
                  <a:pt x="1343" y="4056"/>
                </a:lnTo>
                <a:moveTo>
                  <a:pt x="1191" y="4056"/>
                </a:moveTo>
                <a:lnTo>
                  <a:pt x="1095" y="4056"/>
                </a:lnTo>
                <a:lnTo>
                  <a:pt x="1095" y="4037"/>
                </a:lnTo>
                <a:lnTo>
                  <a:pt x="1191" y="4037"/>
                </a:lnTo>
                <a:lnTo>
                  <a:pt x="1191" y="4056"/>
                </a:lnTo>
                <a:moveTo>
                  <a:pt x="1038" y="4056"/>
                </a:moveTo>
                <a:lnTo>
                  <a:pt x="943" y="4056"/>
                </a:lnTo>
                <a:lnTo>
                  <a:pt x="943" y="4037"/>
                </a:lnTo>
                <a:lnTo>
                  <a:pt x="1038" y="4037"/>
                </a:lnTo>
                <a:lnTo>
                  <a:pt x="1038" y="4056"/>
                </a:lnTo>
                <a:moveTo>
                  <a:pt x="886" y="4056"/>
                </a:moveTo>
                <a:lnTo>
                  <a:pt x="790" y="4056"/>
                </a:lnTo>
                <a:lnTo>
                  <a:pt x="790" y="4037"/>
                </a:lnTo>
                <a:lnTo>
                  <a:pt x="886" y="4037"/>
                </a:lnTo>
                <a:lnTo>
                  <a:pt x="886" y="4056"/>
                </a:lnTo>
                <a:moveTo>
                  <a:pt x="733" y="4056"/>
                </a:moveTo>
                <a:lnTo>
                  <a:pt x="638" y="4056"/>
                </a:lnTo>
                <a:lnTo>
                  <a:pt x="638" y="4037"/>
                </a:lnTo>
                <a:lnTo>
                  <a:pt x="733" y="4037"/>
                </a:lnTo>
                <a:lnTo>
                  <a:pt x="733" y="4056"/>
                </a:lnTo>
                <a:moveTo>
                  <a:pt x="581" y="4056"/>
                </a:moveTo>
                <a:lnTo>
                  <a:pt x="485" y="4056"/>
                </a:lnTo>
                <a:lnTo>
                  <a:pt x="485" y="4037"/>
                </a:lnTo>
                <a:lnTo>
                  <a:pt x="581" y="4037"/>
                </a:lnTo>
                <a:lnTo>
                  <a:pt x="581" y="4056"/>
                </a:lnTo>
                <a:moveTo>
                  <a:pt x="428" y="4056"/>
                </a:moveTo>
                <a:lnTo>
                  <a:pt x="333" y="4056"/>
                </a:lnTo>
                <a:lnTo>
                  <a:pt x="333" y="4037"/>
                </a:lnTo>
                <a:lnTo>
                  <a:pt x="428" y="4037"/>
                </a:lnTo>
                <a:lnTo>
                  <a:pt x="428" y="4056"/>
                </a:lnTo>
                <a:moveTo>
                  <a:pt x="276" y="4056"/>
                </a:moveTo>
                <a:lnTo>
                  <a:pt x="181" y="4056"/>
                </a:lnTo>
                <a:lnTo>
                  <a:pt x="181" y="4037"/>
                </a:lnTo>
                <a:lnTo>
                  <a:pt x="276" y="4037"/>
                </a:lnTo>
                <a:lnTo>
                  <a:pt x="276" y="4056"/>
                </a:lnTo>
                <a:moveTo>
                  <a:pt x="123" y="4056"/>
                </a:moveTo>
                <a:lnTo>
                  <a:pt x="28" y="4056"/>
                </a:lnTo>
                <a:lnTo>
                  <a:pt x="28" y="4037"/>
                </a:lnTo>
                <a:lnTo>
                  <a:pt x="123" y="4037"/>
                </a:lnTo>
                <a:lnTo>
                  <a:pt x="123" y="4056"/>
                </a:lnTo>
                <a:moveTo>
                  <a:pt x="0" y="4008"/>
                </a:moveTo>
                <a:lnTo>
                  <a:pt x="0" y="3913"/>
                </a:lnTo>
                <a:lnTo>
                  <a:pt x="19" y="3913"/>
                </a:lnTo>
                <a:lnTo>
                  <a:pt x="19" y="4008"/>
                </a:lnTo>
                <a:lnTo>
                  <a:pt x="0" y="4008"/>
                </a:lnTo>
                <a:moveTo>
                  <a:pt x="0" y="3856"/>
                </a:moveTo>
                <a:lnTo>
                  <a:pt x="0" y="3761"/>
                </a:lnTo>
                <a:lnTo>
                  <a:pt x="19" y="3761"/>
                </a:lnTo>
                <a:lnTo>
                  <a:pt x="19" y="3856"/>
                </a:lnTo>
                <a:lnTo>
                  <a:pt x="0" y="3856"/>
                </a:lnTo>
                <a:moveTo>
                  <a:pt x="0" y="3704"/>
                </a:moveTo>
                <a:lnTo>
                  <a:pt x="0" y="3608"/>
                </a:lnTo>
                <a:lnTo>
                  <a:pt x="19" y="3608"/>
                </a:lnTo>
                <a:lnTo>
                  <a:pt x="19" y="3704"/>
                </a:lnTo>
                <a:lnTo>
                  <a:pt x="0" y="3704"/>
                </a:lnTo>
                <a:moveTo>
                  <a:pt x="0" y="3551"/>
                </a:moveTo>
                <a:lnTo>
                  <a:pt x="0" y="3456"/>
                </a:lnTo>
                <a:lnTo>
                  <a:pt x="19" y="3456"/>
                </a:lnTo>
                <a:lnTo>
                  <a:pt x="19" y="3551"/>
                </a:lnTo>
                <a:lnTo>
                  <a:pt x="0" y="3551"/>
                </a:lnTo>
                <a:moveTo>
                  <a:pt x="0" y="3399"/>
                </a:moveTo>
                <a:lnTo>
                  <a:pt x="0" y="3304"/>
                </a:lnTo>
                <a:lnTo>
                  <a:pt x="19" y="3304"/>
                </a:lnTo>
                <a:lnTo>
                  <a:pt x="19" y="3399"/>
                </a:lnTo>
                <a:lnTo>
                  <a:pt x="0" y="3399"/>
                </a:lnTo>
                <a:moveTo>
                  <a:pt x="0" y="3247"/>
                </a:moveTo>
                <a:lnTo>
                  <a:pt x="0" y="3152"/>
                </a:lnTo>
                <a:lnTo>
                  <a:pt x="19" y="3152"/>
                </a:lnTo>
                <a:lnTo>
                  <a:pt x="19" y="3247"/>
                </a:lnTo>
                <a:lnTo>
                  <a:pt x="0" y="3247"/>
                </a:lnTo>
                <a:moveTo>
                  <a:pt x="0" y="3095"/>
                </a:moveTo>
                <a:lnTo>
                  <a:pt x="0" y="2999"/>
                </a:lnTo>
                <a:lnTo>
                  <a:pt x="19" y="2999"/>
                </a:lnTo>
                <a:lnTo>
                  <a:pt x="19" y="3095"/>
                </a:lnTo>
                <a:lnTo>
                  <a:pt x="0" y="3095"/>
                </a:lnTo>
                <a:moveTo>
                  <a:pt x="0" y="2942"/>
                </a:moveTo>
                <a:lnTo>
                  <a:pt x="0" y="2847"/>
                </a:lnTo>
                <a:lnTo>
                  <a:pt x="19" y="2847"/>
                </a:lnTo>
                <a:lnTo>
                  <a:pt x="19" y="2942"/>
                </a:lnTo>
                <a:lnTo>
                  <a:pt x="0" y="2942"/>
                </a:lnTo>
                <a:moveTo>
                  <a:pt x="0" y="2790"/>
                </a:moveTo>
                <a:lnTo>
                  <a:pt x="0" y="2695"/>
                </a:lnTo>
                <a:lnTo>
                  <a:pt x="19" y="2695"/>
                </a:lnTo>
                <a:lnTo>
                  <a:pt x="19" y="2790"/>
                </a:lnTo>
                <a:lnTo>
                  <a:pt x="0" y="2790"/>
                </a:lnTo>
                <a:moveTo>
                  <a:pt x="0" y="2638"/>
                </a:moveTo>
                <a:lnTo>
                  <a:pt x="0" y="2542"/>
                </a:lnTo>
                <a:lnTo>
                  <a:pt x="19" y="2542"/>
                </a:lnTo>
                <a:lnTo>
                  <a:pt x="19" y="2638"/>
                </a:lnTo>
                <a:lnTo>
                  <a:pt x="0" y="2638"/>
                </a:lnTo>
                <a:moveTo>
                  <a:pt x="0" y="2484"/>
                </a:moveTo>
                <a:lnTo>
                  <a:pt x="0" y="2389"/>
                </a:lnTo>
                <a:lnTo>
                  <a:pt x="19" y="2389"/>
                </a:lnTo>
                <a:lnTo>
                  <a:pt x="19" y="2484"/>
                </a:lnTo>
                <a:lnTo>
                  <a:pt x="0" y="2484"/>
                </a:lnTo>
                <a:moveTo>
                  <a:pt x="0" y="2332"/>
                </a:moveTo>
                <a:lnTo>
                  <a:pt x="0" y="2237"/>
                </a:lnTo>
                <a:lnTo>
                  <a:pt x="19" y="2237"/>
                </a:lnTo>
                <a:lnTo>
                  <a:pt x="19" y="2332"/>
                </a:lnTo>
                <a:lnTo>
                  <a:pt x="0" y="2332"/>
                </a:lnTo>
                <a:moveTo>
                  <a:pt x="0" y="2180"/>
                </a:moveTo>
                <a:lnTo>
                  <a:pt x="0" y="2085"/>
                </a:lnTo>
                <a:lnTo>
                  <a:pt x="19" y="2085"/>
                </a:lnTo>
                <a:lnTo>
                  <a:pt x="19" y="2180"/>
                </a:lnTo>
                <a:lnTo>
                  <a:pt x="0" y="2180"/>
                </a:lnTo>
                <a:moveTo>
                  <a:pt x="0" y="2028"/>
                </a:moveTo>
                <a:lnTo>
                  <a:pt x="0" y="1932"/>
                </a:lnTo>
                <a:lnTo>
                  <a:pt x="19" y="1932"/>
                </a:lnTo>
                <a:lnTo>
                  <a:pt x="19" y="2028"/>
                </a:lnTo>
                <a:lnTo>
                  <a:pt x="0" y="2028"/>
                </a:lnTo>
                <a:moveTo>
                  <a:pt x="0" y="1875"/>
                </a:moveTo>
                <a:lnTo>
                  <a:pt x="0" y="1780"/>
                </a:lnTo>
                <a:lnTo>
                  <a:pt x="19" y="1780"/>
                </a:lnTo>
                <a:lnTo>
                  <a:pt x="19" y="1875"/>
                </a:lnTo>
                <a:lnTo>
                  <a:pt x="0" y="1875"/>
                </a:lnTo>
                <a:moveTo>
                  <a:pt x="0" y="1723"/>
                </a:moveTo>
                <a:lnTo>
                  <a:pt x="0" y="1628"/>
                </a:lnTo>
                <a:lnTo>
                  <a:pt x="19" y="1628"/>
                </a:lnTo>
                <a:lnTo>
                  <a:pt x="19" y="1723"/>
                </a:lnTo>
                <a:lnTo>
                  <a:pt x="0" y="1723"/>
                </a:lnTo>
                <a:moveTo>
                  <a:pt x="0" y="1571"/>
                </a:moveTo>
                <a:lnTo>
                  <a:pt x="0" y="1476"/>
                </a:lnTo>
                <a:lnTo>
                  <a:pt x="19" y="1476"/>
                </a:lnTo>
                <a:lnTo>
                  <a:pt x="19" y="1571"/>
                </a:lnTo>
                <a:lnTo>
                  <a:pt x="0" y="1571"/>
                </a:lnTo>
                <a:moveTo>
                  <a:pt x="0" y="1418"/>
                </a:moveTo>
                <a:lnTo>
                  <a:pt x="0" y="1323"/>
                </a:lnTo>
                <a:lnTo>
                  <a:pt x="19" y="1323"/>
                </a:lnTo>
                <a:lnTo>
                  <a:pt x="19" y="1418"/>
                </a:lnTo>
                <a:lnTo>
                  <a:pt x="0" y="1418"/>
                </a:lnTo>
                <a:moveTo>
                  <a:pt x="0" y="1266"/>
                </a:moveTo>
                <a:lnTo>
                  <a:pt x="0" y="1171"/>
                </a:lnTo>
                <a:lnTo>
                  <a:pt x="19" y="1171"/>
                </a:lnTo>
                <a:lnTo>
                  <a:pt x="19" y="1266"/>
                </a:lnTo>
                <a:lnTo>
                  <a:pt x="0" y="1266"/>
                </a:lnTo>
                <a:moveTo>
                  <a:pt x="0" y="1114"/>
                </a:moveTo>
                <a:lnTo>
                  <a:pt x="0" y="1019"/>
                </a:lnTo>
                <a:lnTo>
                  <a:pt x="19" y="1019"/>
                </a:lnTo>
                <a:lnTo>
                  <a:pt x="19" y="1114"/>
                </a:lnTo>
                <a:lnTo>
                  <a:pt x="0" y="1114"/>
                </a:lnTo>
                <a:moveTo>
                  <a:pt x="0" y="962"/>
                </a:moveTo>
                <a:lnTo>
                  <a:pt x="0" y="866"/>
                </a:lnTo>
                <a:lnTo>
                  <a:pt x="19" y="866"/>
                </a:lnTo>
                <a:lnTo>
                  <a:pt x="19" y="962"/>
                </a:lnTo>
                <a:lnTo>
                  <a:pt x="0" y="962"/>
                </a:lnTo>
                <a:moveTo>
                  <a:pt x="0" y="809"/>
                </a:moveTo>
                <a:lnTo>
                  <a:pt x="0" y="714"/>
                </a:lnTo>
                <a:lnTo>
                  <a:pt x="19" y="714"/>
                </a:lnTo>
                <a:lnTo>
                  <a:pt x="19" y="809"/>
                </a:lnTo>
                <a:lnTo>
                  <a:pt x="0" y="809"/>
                </a:lnTo>
                <a:moveTo>
                  <a:pt x="0" y="657"/>
                </a:moveTo>
                <a:lnTo>
                  <a:pt x="0" y="562"/>
                </a:lnTo>
                <a:lnTo>
                  <a:pt x="19" y="562"/>
                </a:lnTo>
                <a:lnTo>
                  <a:pt x="19" y="657"/>
                </a:lnTo>
                <a:lnTo>
                  <a:pt x="0" y="657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3"/>
                </a:moveTo>
                <a:lnTo>
                  <a:pt x="0" y="257"/>
                </a:lnTo>
                <a:lnTo>
                  <a:pt x="19" y="257"/>
                </a:lnTo>
                <a:lnTo>
                  <a:pt x="19" y="353"/>
                </a:lnTo>
                <a:lnTo>
                  <a:pt x="0" y="353"/>
                </a:lnTo>
                <a:moveTo>
                  <a:pt x="0" y="200"/>
                </a:moveTo>
                <a:lnTo>
                  <a:pt x="0" y="105"/>
                </a:lnTo>
                <a:lnTo>
                  <a:pt x="19" y="105"/>
                </a:lnTo>
                <a:lnTo>
                  <a:pt x="19" y="200"/>
                </a:lnTo>
                <a:lnTo>
                  <a:pt x="0" y="200"/>
                </a:lnTo>
                <a:moveTo>
                  <a:pt x="0" y="48"/>
                </a:moveTo>
                <a:lnTo>
                  <a:pt x="0" y="0"/>
                </a:ln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10"/>
                </a:lnTo>
                <a:lnTo>
                  <a:pt x="19" y="10"/>
                </a:lnTo>
                <a:lnTo>
                  <a:pt x="19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5768280" y="2782080"/>
            <a:ext cx="82440" cy="69120"/>
          </a:xfrm>
          <a:custGeom>
            <a:avLst/>
            <a:gdLst/>
            <a:ahLst/>
            <a:rect l="0" t="0" r="r" b="b"/>
            <a:pathLst>
              <a:path w="229" h="192">
                <a:moveTo>
                  <a:pt x="0" y="0"/>
                </a:moveTo>
                <a:lnTo>
                  <a:pt x="229" y="0"/>
                </a:lnTo>
                <a:lnTo>
                  <a:pt x="229" y="192"/>
                </a:lnTo>
                <a:lnTo>
                  <a:pt x="0" y="192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768280" y="280620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1467000" y="1904040"/>
            <a:ext cx="1194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467000" y="2774520"/>
            <a:ext cx="863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1494360" y="3015000"/>
            <a:ext cx="3334320" cy="329400"/>
          </a:xfrm>
          <a:custGeom>
            <a:avLst/>
            <a:gdLst/>
            <a:ahLst/>
            <a:rect l="0" t="0" r="r" b="b"/>
            <a:pathLst>
              <a:path w="9262" h="915">
                <a:moveTo>
                  <a:pt x="0" y="0"/>
                </a:moveTo>
                <a:lnTo>
                  <a:pt x="9262" y="0"/>
                </a:lnTo>
                <a:lnTo>
                  <a:pt x="9262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1490760" y="3011760"/>
            <a:ext cx="3341160" cy="336240"/>
          </a:xfrm>
          <a:custGeom>
            <a:avLst/>
            <a:gdLst/>
            <a:ahLst/>
            <a:rect l="0" t="0" r="r" b="b"/>
            <a:pathLst>
              <a:path w="9281" h="934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3" y="0"/>
                </a:lnTo>
                <a:lnTo>
                  <a:pt x="563" y="19"/>
                </a:lnTo>
                <a:lnTo>
                  <a:pt x="467" y="19"/>
                </a:lnTo>
                <a:lnTo>
                  <a:pt x="467" y="0"/>
                </a:lnTo>
                <a:moveTo>
                  <a:pt x="621" y="0"/>
                </a:moveTo>
                <a:lnTo>
                  <a:pt x="716" y="0"/>
                </a:lnTo>
                <a:lnTo>
                  <a:pt x="716" y="19"/>
                </a:lnTo>
                <a:lnTo>
                  <a:pt x="621" y="19"/>
                </a:lnTo>
                <a:lnTo>
                  <a:pt x="621" y="0"/>
                </a:lnTo>
                <a:moveTo>
                  <a:pt x="773" y="0"/>
                </a:moveTo>
                <a:lnTo>
                  <a:pt x="868" y="0"/>
                </a:lnTo>
                <a:lnTo>
                  <a:pt x="868" y="19"/>
                </a:lnTo>
                <a:lnTo>
                  <a:pt x="773" y="19"/>
                </a:lnTo>
                <a:lnTo>
                  <a:pt x="773" y="0"/>
                </a:lnTo>
                <a:moveTo>
                  <a:pt x="926" y="0"/>
                </a:moveTo>
                <a:lnTo>
                  <a:pt x="1021" y="0"/>
                </a:lnTo>
                <a:lnTo>
                  <a:pt x="1021" y="19"/>
                </a:lnTo>
                <a:lnTo>
                  <a:pt x="926" y="19"/>
                </a:lnTo>
                <a:lnTo>
                  <a:pt x="926" y="0"/>
                </a:lnTo>
                <a:moveTo>
                  <a:pt x="1078" y="0"/>
                </a:moveTo>
                <a:lnTo>
                  <a:pt x="1173" y="0"/>
                </a:lnTo>
                <a:lnTo>
                  <a:pt x="1173" y="19"/>
                </a:lnTo>
                <a:lnTo>
                  <a:pt x="1078" y="19"/>
                </a:lnTo>
                <a:lnTo>
                  <a:pt x="1078" y="0"/>
                </a:lnTo>
                <a:moveTo>
                  <a:pt x="1230" y="0"/>
                </a:moveTo>
                <a:lnTo>
                  <a:pt x="1326" y="0"/>
                </a:lnTo>
                <a:lnTo>
                  <a:pt x="1326" y="19"/>
                </a:lnTo>
                <a:lnTo>
                  <a:pt x="1230" y="19"/>
                </a:lnTo>
                <a:lnTo>
                  <a:pt x="1230" y="0"/>
                </a:lnTo>
                <a:moveTo>
                  <a:pt x="1383" y="0"/>
                </a:moveTo>
                <a:lnTo>
                  <a:pt x="1478" y="0"/>
                </a:lnTo>
                <a:lnTo>
                  <a:pt x="1478" y="19"/>
                </a:lnTo>
                <a:lnTo>
                  <a:pt x="1383" y="19"/>
                </a:lnTo>
                <a:lnTo>
                  <a:pt x="1383" y="0"/>
                </a:lnTo>
                <a:moveTo>
                  <a:pt x="1535" y="0"/>
                </a:moveTo>
                <a:lnTo>
                  <a:pt x="1631" y="0"/>
                </a:lnTo>
                <a:lnTo>
                  <a:pt x="1631" y="19"/>
                </a:lnTo>
                <a:lnTo>
                  <a:pt x="1535" y="19"/>
                </a:lnTo>
                <a:lnTo>
                  <a:pt x="1535" y="0"/>
                </a:lnTo>
                <a:moveTo>
                  <a:pt x="1688" y="0"/>
                </a:moveTo>
                <a:lnTo>
                  <a:pt x="1783" y="0"/>
                </a:lnTo>
                <a:lnTo>
                  <a:pt x="1783" y="19"/>
                </a:lnTo>
                <a:lnTo>
                  <a:pt x="1688" y="19"/>
                </a:lnTo>
                <a:lnTo>
                  <a:pt x="1688" y="0"/>
                </a:lnTo>
                <a:moveTo>
                  <a:pt x="1840" y="0"/>
                </a:moveTo>
                <a:lnTo>
                  <a:pt x="1935" y="0"/>
                </a:lnTo>
                <a:lnTo>
                  <a:pt x="1935" y="19"/>
                </a:lnTo>
                <a:lnTo>
                  <a:pt x="1840" y="19"/>
                </a:lnTo>
                <a:lnTo>
                  <a:pt x="1840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281" y="47"/>
                </a:moveTo>
                <a:lnTo>
                  <a:pt x="9281" y="143"/>
                </a:lnTo>
                <a:lnTo>
                  <a:pt x="9262" y="143"/>
                </a:lnTo>
                <a:lnTo>
                  <a:pt x="9262" y="47"/>
                </a:lnTo>
                <a:lnTo>
                  <a:pt x="9281" y="47"/>
                </a:lnTo>
                <a:moveTo>
                  <a:pt x="9281" y="200"/>
                </a:moveTo>
                <a:lnTo>
                  <a:pt x="9281" y="295"/>
                </a:lnTo>
                <a:lnTo>
                  <a:pt x="9262" y="295"/>
                </a:lnTo>
                <a:lnTo>
                  <a:pt x="9262" y="200"/>
                </a:lnTo>
                <a:lnTo>
                  <a:pt x="9281" y="200"/>
                </a:lnTo>
                <a:moveTo>
                  <a:pt x="9281" y="352"/>
                </a:moveTo>
                <a:lnTo>
                  <a:pt x="9281" y="447"/>
                </a:lnTo>
                <a:lnTo>
                  <a:pt x="9262" y="447"/>
                </a:lnTo>
                <a:lnTo>
                  <a:pt x="9262" y="352"/>
                </a:lnTo>
                <a:lnTo>
                  <a:pt x="9281" y="352"/>
                </a:lnTo>
                <a:moveTo>
                  <a:pt x="9281" y="505"/>
                </a:moveTo>
                <a:lnTo>
                  <a:pt x="9281" y="600"/>
                </a:lnTo>
                <a:lnTo>
                  <a:pt x="9262" y="600"/>
                </a:lnTo>
                <a:lnTo>
                  <a:pt x="9262" y="505"/>
                </a:lnTo>
                <a:lnTo>
                  <a:pt x="9281" y="505"/>
                </a:lnTo>
                <a:moveTo>
                  <a:pt x="9281" y="658"/>
                </a:moveTo>
                <a:lnTo>
                  <a:pt x="9281" y="753"/>
                </a:lnTo>
                <a:lnTo>
                  <a:pt x="9262" y="753"/>
                </a:lnTo>
                <a:lnTo>
                  <a:pt x="9262" y="658"/>
                </a:lnTo>
                <a:lnTo>
                  <a:pt x="9281" y="658"/>
                </a:lnTo>
                <a:moveTo>
                  <a:pt x="9281" y="810"/>
                </a:moveTo>
                <a:lnTo>
                  <a:pt x="9281" y="905"/>
                </a:lnTo>
                <a:lnTo>
                  <a:pt x="9262" y="905"/>
                </a:lnTo>
                <a:lnTo>
                  <a:pt x="9262" y="810"/>
                </a:lnTo>
                <a:lnTo>
                  <a:pt x="9281" y="810"/>
                </a:lnTo>
                <a:moveTo>
                  <a:pt x="9234" y="934"/>
                </a:moveTo>
                <a:lnTo>
                  <a:pt x="9139" y="934"/>
                </a:lnTo>
                <a:lnTo>
                  <a:pt x="9139" y="915"/>
                </a:lnTo>
                <a:lnTo>
                  <a:pt x="9234" y="915"/>
                </a:lnTo>
                <a:lnTo>
                  <a:pt x="9234" y="934"/>
                </a:lnTo>
                <a:moveTo>
                  <a:pt x="9081" y="934"/>
                </a:moveTo>
                <a:lnTo>
                  <a:pt x="8986" y="934"/>
                </a:lnTo>
                <a:lnTo>
                  <a:pt x="8986" y="915"/>
                </a:lnTo>
                <a:lnTo>
                  <a:pt x="9081" y="915"/>
                </a:lnTo>
                <a:lnTo>
                  <a:pt x="9081" y="934"/>
                </a:lnTo>
                <a:moveTo>
                  <a:pt x="8929" y="934"/>
                </a:moveTo>
                <a:lnTo>
                  <a:pt x="8834" y="934"/>
                </a:lnTo>
                <a:lnTo>
                  <a:pt x="8834" y="915"/>
                </a:lnTo>
                <a:lnTo>
                  <a:pt x="8929" y="915"/>
                </a:lnTo>
                <a:lnTo>
                  <a:pt x="8929" y="934"/>
                </a:lnTo>
                <a:moveTo>
                  <a:pt x="8776" y="934"/>
                </a:moveTo>
                <a:lnTo>
                  <a:pt x="8681" y="934"/>
                </a:lnTo>
                <a:lnTo>
                  <a:pt x="8681" y="915"/>
                </a:lnTo>
                <a:lnTo>
                  <a:pt x="8776" y="915"/>
                </a:lnTo>
                <a:lnTo>
                  <a:pt x="8776" y="934"/>
                </a:lnTo>
                <a:moveTo>
                  <a:pt x="8624" y="934"/>
                </a:moveTo>
                <a:lnTo>
                  <a:pt x="8529" y="934"/>
                </a:lnTo>
                <a:lnTo>
                  <a:pt x="8529" y="915"/>
                </a:lnTo>
                <a:lnTo>
                  <a:pt x="8624" y="915"/>
                </a:lnTo>
                <a:lnTo>
                  <a:pt x="8624" y="934"/>
                </a:lnTo>
                <a:moveTo>
                  <a:pt x="8472" y="934"/>
                </a:moveTo>
                <a:lnTo>
                  <a:pt x="8376" y="934"/>
                </a:lnTo>
                <a:lnTo>
                  <a:pt x="8376" y="915"/>
                </a:lnTo>
                <a:lnTo>
                  <a:pt x="8472" y="915"/>
                </a:lnTo>
                <a:lnTo>
                  <a:pt x="8472" y="934"/>
                </a:lnTo>
                <a:moveTo>
                  <a:pt x="8319" y="934"/>
                </a:moveTo>
                <a:lnTo>
                  <a:pt x="8224" y="934"/>
                </a:lnTo>
                <a:lnTo>
                  <a:pt x="8224" y="915"/>
                </a:lnTo>
                <a:lnTo>
                  <a:pt x="8319" y="915"/>
                </a:lnTo>
                <a:lnTo>
                  <a:pt x="8319" y="934"/>
                </a:lnTo>
                <a:moveTo>
                  <a:pt x="8167" y="934"/>
                </a:moveTo>
                <a:lnTo>
                  <a:pt x="8071" y="934"/>
                </a:lnTo>
                <a:lnTo>
                  <a:pt x="8071" y="915"/>
                </a:lnTo>
                <a:lnTo>
                  <a:pt x="8167" y="915"/>
                </a:lnTo>
                <a:lnTo>
                  <a:pt x="8167" y="934"/>
                </a:lnTo>
                <a:moveTo>
                  <a:pt x="8014" y="934"/>
                </a:moveTo>
                <a:lnTo>
                  <a:pt x="7919" y="934"/>
                </a:lnTo>
                <a:lnTo>
                  <a:pt x="7919" y="915"/>
                </a:lnTo>
                <a:lnTo>
                  <a:pt x="8014" y="915"/>
                </a:lnTo>
                <a:lnTo>
                  <a:pt x="8014" y="934"/>
                </a:lnTo>
                <a:moveTo>
                  <a:pt x="7862" y="934"/>
                </a:moveTo>
                <a:lnTo>
                  <a:pt x="7766" y="934"/>
                </a:lnTo>
                <a:lnTo>
                  <a:pt x="7766" y="915"/>
                </a:lnTo>
                <a:lnTo>
                  <a:pt x="7862" y="915"/>
                </a:lnTo>
                <a:lnTo>
                  <a:pt x="7862" y="934"/>
                </a:lnTo>
                <a:moveTo>
                  <a:pt x="7709" y="934"/>
                </a:moveTo>
                <a:lnTo>
                  <a:pt x="7614" y="934"/>
                </a:lnTo>
                <a:lnTo>
                  <a:pt x="7614" y="915"/>
                </a:lnTo>
                <a:lnTo>
                  <a:pt x="7709" y="915"/>
                </a:lnTo>
                <a:lnTo>
                  <a:pt x="7709" y="934"/>
                </a:lnTo>
                <a:moveTo>
                  <a:pt x="7557" y="934"/>
                </a:moveTo>
                <a:lnTo>
                  <a:pt x="7462" y="934"/>
                </a:lnTo>
                <a:lnTo>
                  <a:pt x="7462" y="915"/>
                </a:lnTo>
                <a:lnTo>
                  <a:pt x="7557" y="915"/>
                </a:lnTo>
                <a:lnTo>
                  <a:pt x="7557" y="934"/>
                </a:lnTo>
                <a:moveTo>
                  <a:pt x="7404" y="934"/>
                </a:moveTo>
                <a:lnTo>
                  <a:pt x="7309" y="934"/>
                </a:lnTo>
                <a:lnTo>
                  <a:pt x="7309" y="915"/>
                </a:lnTo>
                <a:lnTo>
                  <a:pt x="7404" y="915"/>
                </a:lnTo>
                <a:lnTo>
                  <a:pt x="7404" y="934"/>
                </a:lnTo>
                <a:moveTo>
                  <a:pt x="7252" y="934"/>
                </a:moveTo>
                <a:lnTo>
                  <a:pt x="7157" y="934"/>
                </a:lnTo>
                <a:lnTo>
                  <a:pt x="7157" y="915"/>
                </a:lnTo>
                <a:lnTo>
                  <a:pt x="7252" y="915"/>
                </a:lnTo>
                <a:lnTo>
                  <a:pt x="7252" y="934"/>
                </a:lnTo>
                <a:moveTo>
                  <a:pt x="7100" y="934"/>
                </a:moveTo>
                <a:lnTo>
                  <a:pt x="7004" y="934"/>
                </a:lnTo>
                <a:lnTo>
                  <a:pt x="7004" y="915"/>
                </a:lnTo>
                <a:lnTo>
                  <a:pt x="7100" y="915"/>
                </a:lnTo>
                <a:lnTo>
                  <a:pt x="7100" y="934"/>
                </a:lnTo>
                <a:moveTo>
                  <a:pt x="6947" y="934"/>
                </a:moveTo>
                <a:lnTo>
                  <a:pt x="6852" y="934"/>
                </a:lnTo>
                <a:lnTo>
                  <a:pt x="6852" y="915"/>
                </a:lnTo>
                <a:lnTo>
                  <a:pt x="6947" y="915"/>
                </a:lnTo>
                <a:lnTo>
                  <a:pt x="6947" y="934"/>
                </a:lnTo>
                <a:moveTo>
                  <a:pt x="6795" y="934"/>
                </a:moveTo>
                <a:lnTo>
                  <a:pt x="6699" y="934"/>
                </a:lnTo>
                <a:lnTo>
                  <a:pt x="6699" y="915"/>
                </a:lnTo>
                <a:lnTo>
                  <a:pt x="6795" y="915"/>
                </a:lnTo>
                <a:lnTo>
                  <a:pt x="6795" y="934"/>
                </a:lnTo>
                <a:moveTo>
                  <a:pt x="6642" y="934"/>
                </a:moveTo>
                <a:lnTo>
                  <a:pt x="6547" y="934"/>
                </a:lnTo>
                <a:lnTo>
                  <a:pt x="6547" y="915"/>
                </a:lnTo>
                <a:lnTo>
                  <a:pt x="6642" y="915"/>
                </a:lnTo>
                <a:lnTo>
                  <a:pt x="6642" y="934"/>
                </a:lnTo>
                <a:moveTo>
                  <a:pt x="6490" y="934"/>
                </a:moveTo>
                <a:lnTo>
                  <a:pt x="6394" y="934"/>
                </a:lnTo>
                <a:lnTo>
                  <a:pt x="6394" y="915"/>
                </a:lnTo>
                <a:lnTo>
                  <a:pt x="6490" y="915"/>
                </a:lnTo>
                <a:lnTo>
                  <a:pt x="6490" y="934"/>
                </a:lnTo>
                <a:moveTo>
                  <a:pt x="6337" y="934"/>
                </a:moveTo>
                <a:lnTo>
                  <a:pt x="6242" y="934"/>
                </a:lnTo>
                <a:lnTo>
                  <a:pt x="6242" y="915"/>
                </a:lnTo>
                <a:lnTo>
                  <a:pt x="6337" y="915"/>
                </a:lnTo>
                <a:lnTo>
                  <a:pt x="6337" y="934"/>
                </a:lnTo>
                <a:moveTo>
                  <a:pt x="6185" y="934"/>
                </a:moveTo>
                <a:lnTo>
                  <a:pt x="6090" y="934"/>
                </a:lnTo>
                <a:lnTo>
                  <a:pt x="6090" y="915"/>
                </a:lnTo>
                <a:lnTo>
                  <a:pt x="6185" y="915"/>
                </a:lnTo>
                <a:lnTo>
                  <a:pt x="6185" y="934"/>
                </a:lnTo>
                <a:moveTo>
                  <a:pt x="6032" y="934"/>
                </a:moveTo>
                <a:lnTo>
                  <a:pt x="5937" y="934"/>
                </a:lnTo>
                <a:lnTo>
                  <a:pt x="5937" y="915"/>
                </a:lnTo>
                <a:lnTo>
                  <a:pt x="6032" y="915"/>
                </a:lnTo>
                <a:lnTo>
                  <a:pt x="6032" y="934"/>
                </a:lnTo>
                <a:moveTo>
                  <a:pt x="5880" y="934"/>
                </a:moveTo>
                <a:lnTo>
                  <a:pt x="5785" y="934"/>
                </a:lnTo>
                <a:lnTo>
                  <a:pt x="5785" y="915"/>
                </a:lnTo>
                <a:lnTo>
                  <a:pt x="5880" y="915"/>
                </a:lnTo>
                <a:lnTo>
                  <a:pt x="5880" y="934"/>
                </a:lnTo>
                <a:moveTo>
                  <a:pt x="5728" y="934"/>
                </a:moveTo>
                <a:lnTo>
                  <a:pt x="5632" y="934"/>
                </a:lnTo>
                <a:lnTo>
                  <a:pt x="5632" y="915"/>
                </a:lnTo>
                <a:lnTo>
                  <a:pt x="5728" y="915"/>
                </a:lnTo>
                <a:lnTo>
                  <a:pt x="5728" y="934"/>
                </a:lnTo>
                <a:moveTo>
                  <a:pt x="5575" y="934"/>
                </a:moveTo>
                <a:lnTo>
                  <a:pt x="5480" y="934"/>
                </a:lnTo>
                <a:lnTo>
                  <a:pt x="5480" y="915"/>
                </a:lnTo>
                <a:lnTo>
                  <a:pt x="5575" y="915"/>
                </a:lnTo>
                <a:lnTo>
                  <a:pt x="5575" y="934"/>
                </a:lnTo>
                <a:moveTo>
                  <a:pt x="5423" y="934"/>
                </a:moveTo>
                <a:lnTo>
                  <a:pt x="5327" y="934"/>
                </a:lnTo>
                <a:lnTo>
                  <a:pt x="5327" y="915"/>
                </a:lnTo>
                <a:lnTo>
                  <a:pt x="5423" y="915"/>
                </a:lnTo>
                <a:lnTo>
                  <a:pt x="5423" y="934"/>
                </a:lnTo>
                <a:moveTo>
                  <a:pt x="5270" y="934"/>
                </a:moveTo>
                <a:lnTo>
                  <a:pt x="5175" y="934"/>
                </a:lnTo>
                <a:lnTo>
                  <a:pt x="5175" y="915"/>
                </a:lnTo>
                <a:lnTo>
                  <a:pt x="5270" y="915"/>
                </a:lnTo>
                <a:lnTo>
                  <a:pt x="5270" y="934"/>
                </a:lnTo>
                <a:moveTo>
                  <a:pt x="5118" y="934"/>
                </a:moveTo>
                <a:lnTo>
                  <a:pt x="5022" y="934"/>
                </a:lnTo>
                <a:lnTo>
                  <a:pt x="5022" y="915"/>
                </a:lnTo>
                <a:lnTo>
                  <a:pt x="5118" y="915"/>
                </a:lnTo>
                <a:lnTo>
                  <a:pt x="5118" y="934"/>
                </a:lnTo>
                <a:moveTo>
                  <a:pt x="4965" y="934"/>
                </a:moveTo>
                <a:lnTo>
                  <a:pt x="4870" y="934"/>
                </a:lnTo>
                <a:lnTo>
                  <a:pt x="4870" y="915"/>
                </a:lnTo>
                <a:lnTo>
                  <a:pt x="4965" y="915"/>
                </a:lnTo>
                <a:lnTo>
                  <a:pt x="4965" y="934"/>
                </a:lnTo>
                <a:moveTo>
                  <a:pt x="4813" y="934"/>
                </a:moveTo>
                <a:lnTo>
                  <a:pt x="4718" y="934"/>
                </a:lnTo>
                <a:lnTo>
                  <a:pt x="4718" y="915"/>
                </a:lnTo>
                <a:lnTo>
                  <a:pt x="4813" y="915"/>
                </a:lnTo>
                <a:lnTo>
                  <a:pt x="4813" y="934"/>
                </a:lnTo>
                <a:moveTo>
                  <a:pt x="4660" y="934"/>
                </a:moveTo>
                <a:lnTo>
                  <a:pt x="4565" y="934"/>
                </a:lnTo>
                <a:lnTo>
                  <a:pt x="4565" y="915"/>
                </a:lnTo>
                <a:lnTo>
                  <a:pt x="4660" y="915"/>
                </a:lnTo>
                <a:lnTo>
                  <a:pt x="4660" y="934"/>
                </a:lnTo>
                <a:moveTo>
                  <a:pt x="4508" y="934"/>
                </a:moveTo>
                <a:lnTo>
                  <a:pt x="4413" y="934"/>
                </a:lnTo>
                <a:lnTo>
                  <a:pt x="4413" y="915"/>
                </a:lnTo>
                <a:lnTo>
                  <a:pt x="4508" y="915"/>
                </a:lnTo>
                <a:lnTo>
                  <a:pt x="4508" y="934"/>
                </a:lnTo>
                <a:moveTo>
                  <a:pt x="4356" y="934"/>
                </a:moveTo>
                <a:lnTo>
                  <a:pt x="4260" y="934"/>
                </a:lnTo>
                <a:lnTo>
                  <a:pt x="4260" y="915"/>
                </a:lnTo>
                <a:lnTo>
                  <a:pt x="4356" y="915"/>
                </a:lnTo>
                <a:lnTo>
                  <a:pt x="4356" y="934"/>
                </a:lnTo>
                <a:moveTo>
                  <a:pt x="4203" y="934"/>
                </a:moveTo>
                <a:lnTo>
                  <a:pt x="4108" y="934"/>
                </a:lnTo>
                <a:lnTo>
                  <a:pt x="4108" y="915"/>
                </a:lnTo>
                <a:lnTo>
                  <a:pt x="4203" y="915"/>
                </a:lnTo>
                <a:lnTo>
                  <a:pt x="4203" y="934"/>
                </a:lnTo>
                <a:moveTo>
                  <a:pt x="4051" y="934"/>
                </a:moveTo>
                <a:lnTo>
                  <a:pt x="3955" y="934"/>
                </a:lnTo>
                <a:lnTo>
                  <a:pt x="3955" y="915"/>
                </a:lnTo>
                <a:lnTo>
                  <a:pt x="4051" y="915"/>
                </a:lnTo>
                <a:lnTo>
                  <a:pt x="4051" y="934"/>
                </a:lnTo>
                <a:moveTo>
                  <a:pt x="3898" y="934"/>
                </a:moveTo>
                <a:lnTo>
                  <a:pt x="3803" y="934"/>
                </a:lnTo>
                <a:lnTo>
                  <a:pt x="3803" y="915"/>
                </a:lnTo>
                <a:lnTo>
                  <a:pt x="3898" y="915"/>
                </a:lnTo>
                <a:lnTo>
                  <a:pt x="3898" y="934"/>
                </a:lnTo>
                <a:moveTo>
                  <a:pt x="3746" y="934"/>
                </a:moveTo>
                <a:lnTo>
                  <a:pt x="3650" y="934"/>
                </a:lnTo>
                <a:lnTo>
                  <a:pt x="3650" y="915"/>
                </a:lnTo>
                <a:lnTo>
                  <a:pt x="3746" y="915"/>
                </a:lnTo>
                <a:lnTo>
                  <a:pt x="3746" y="934"/>
                </a:lnTo>
                <a:moveTo>
                  <a:pt x="3593" y="934"/>
                </a:moveTo>
                <a:lnTo>
                  <a:pt x="3498" y="934"/>
                </a:lnTo>
                <a:lnTo>
                  <a:pt x="3498" y="915"/>
                </a:lnTo>
                <a:lnTo>
                  <a:pt x="3593" y="915"/>
                </a:lnTo>
                <a:lnTo>
                  <a:pt x="3593" y="934"/>
                </a:lnTo>
                <a:moveTo>
                  <a:pt x="3441" y="934"/>
                </a:moveTo>
                <a:lnTo>
                  <a:pt x="3346" y="934"/>
                </a:lnTo>
                <a:lnTo>
                  <a:pt x="3346" y="915"/>
                </a:lnTo>
                <a:lnTo>
                  <a:pt x="3441" y="915"/>
                </a:lnTo>
                <a:lnTo>
                  <a:pt x="3441" y="934"/>
                </a:lnTo>
                <a:moveTo>
                  <a:pt x="3288" y="934"/>
                </a:moveTo>
                <a:lnTo>
                  <a:pt x="3193" y="934"/>
                </a:lnTo>
                <a:lnTo>
                  <a:pt x="3193" y="915"/>
                </a:lnTo>
                <a:lnTo>
                  <a:pt x="3288" y="915"/>
                </a:lnTo>
                <a:lnTo>
                  <a:pt x="3288" y="934"/>
                </a:lnTo>
                <a:moveTo>
                  <a:pt x="3136" y="934"/>
                </a:moveTo>
                <a:lnTo>
                  <a:pt x="3041" y="934"/>
                </a:lnTo>
                <a:lnTo>
                  <a:pt x="3041" y="915"/>
                </a:lnTo>
                <a:lnTo>
                  <a:pt x="3136" y="915"/>
                </a:lnTo>
                <a:lnTo>
                  <a:pt x="3136" y="934"/>
                </a:lnTo>
                <a:moveTo>
                  <a:pt x="2984" y="934"/>
                </a:moveTo>
                <a:lnTo>
                  <a:pt x="2888" y="934"/>
                </a:lnTo>
                <a:lnTo>
                  <a:pt x="2888" y="915"/>
                </a:lnTo>
                <a:lnTo>
                  <a:pt x="2984" y="915"/>
                </a:lnTo>
                <a:lnTo>
                  <a:pt x="2984" y="934"/>
                </a:lnTo>
                <a:moveTo>
                  <a:pt x="2831" y="934"/>
                </a:moveTo>
                <a:lnTo>
                  <a:pt x="2736" y="934"/>
                </a:lnTo>
                <a:lnTo>
                  <a:pt x="2736" y="915"/>
                </a:lnTo>
                <a:lnTo>
                  <a:pt x="2831" y="915"/>
                </a:lnTo>
                <a:lnTo>
                  <a:pt x="2831" y="934"/>
                </a:lnTo>
                <a:moveTo>
                  <a:pt x="2679" y="934"/>
                </a:moveTo>
                <a:lnTo>
                  <a:pt x="2583" y="934"/>
                </a:lnTo>
                <a:lnTo>
                  <a:pt x="2583" y="915"/>
                </a:lnTo>
                <a:lnTo>
                  <a:pt x="2679" y="915"/>
                </a:lnTo>
                <a:lnTo>
                  <a:pt x="2679" y="934"/>
                </a:lnTo>
                <a:moveTo>
                  <a:pt x="2526" y="934"/>
                </a:moveTo>
                <a:lnTo>
                  <a:pt x="2431" y="934"/>
                </a:lnTo>
                <a:lnTo>
                  <a:pt x="2431" y="915"/>
                </a:lnTo>
                <a:lnTo>
                  <a:pt x="2526" y="915"/>
                </a:lnTo>
                <a:lnTo>
                  <a:pt x="2526" y="934"/>
                </a:lnTo>
                <a:moveTo>
                  <a:pt x="2374" y="934"/>
                </a:moveTo>
                <a:lnTo>
                  <a:pt x="2278" y="934"/>
                </a:lnTo>
                <a:lnTo>
                  <a:pt x="2278" y="915"/>
                </a:lnTo>
                <a:lnTo>
                  <a:pt x="2374" y="915"/>
                </a:lnTo>
                <a:lnTo>
                  <a:pt x="2374" y="934"/>
                </a:lnTo>
                <a:moveTo>
                  <a:pt x="2221" y="934"/>
                </a:moveTo>
                <a:lnTo>
                  <a:pt x="2126" y="934"/>
                </a:lnTo>
                <a:lnTo>
                  <a:pt x="2126" y="915"/>
                </a:lnTo>
                <a:lnTo>
                  <a:pt x="2221" y="915"/>
                </a:lnTo>
                <a:lnTo>
                  <a:pt x="2221" y="934"/>
                </a:lnTo>
                <a:moveTo>
                  <a:pt x="2069" y="934"/>
                </a:moveTo>
                <a:lnTo>
                  <a:pt x="1974" y="934"/>
                </a:lnTo>
                <a:lnTo>
                  <a:pt x="1974" y="915"/>
                </a:lnTo>
                <a:lnTo>
                  <a:pt x="2069" y="915"/>
                </a:lnTo>
                <a:lnTo>
                  <a:pt x="2069" y="934"/>
                </a:lnTo>
                <a:moveTo>
                  <a:pt x="1916" y="934"/>
                </a:moveTo>
                <a:lnTo>
                  <a:pt x="1821" y="934"/>
                </a:lnTo>
                <a:lnTo>
                  <a:pt x="1821" y="915"/>
                </a:lnTo>
                <a:lnTo>
                  <a:pt x="1916" y="915"/>
                </a:lnTo>
                <a:lnTo>
                  <a:pt x="1916" y="934"/>
                </a:lnTo>
                <a:moveTo>
                  <a:pt x="1764" y="934"/>
                </a:moveTo>
                <a:lnTo>
                  <a:pt x="1669" y="934"/>
                </a:lnTo>
                <a:lnTo>
                  <a:pt x="1669" y="915"/>
                </a:lnTo>
                <a:lnTo>
                  <a:pt x="1764" y="915"/>
                </a:lnTo>
                <a:lnTo>
                  <a:pt x="1764" y="934"/>
                </a:lnTo>
                <a:moveTo>
                  <a:pt x="1612" y="934"/>
                </a:moveTo>
                <a:lnTo>
                  <a:pt x="1516" y="934"/>
                </a:lnTo>
                <a:lnTo>
                  <a:pt x="1516" y="915"/>
                </a:lnTo>
                <a:lnTo>
                  <a:pt x="1612" y="915"/>
                </a:lnTo>
                <a:lnTo>
                  <a:pt x="1612" y="934"/>
                </a:lnTo>
                <a:moveTo>
                  <a:pt x="1459" y="934"/>
                </a:moveTo>
                <a:lnTo>
                  <a:pt x="1364" y="934"/>
                </a:lnTo>
                <a:lnTo>
                  <a:pt x="1364" y="915"/>
                </a:lnTo>
                <a:lnTo>
                  <a:pt x="1459" y="915"/>
                </a:lnTo>
                <a:lnTo>
                  <a:pt x="1459" y="934"/>
                </a:lnTo>
                <a:moveTo>
                  <a:pt x="1307" y="934"/>
                </a:moveTo>
                <a:lnTo>
                  <a:pt x="1211" y="934"/>
                </a:lnTo>
                <a:lnTo>
                  <a:pt x="1211" y="915"/>
                </a:lnTo>
                <a:lnTo>
                  <a:pt x="1307" y="915"/>
                </a:lnTo>
                <a:lnTo>
                  <a:pt x="1307" y="934"/>
                </a:lnTo>
                <a:moveTo>
                  <a:pt x="1154" y="934"/>
                </a:moveTo>
                <a:lnTo>
                  <a:pt x="1059" y="934"/>
                </a:lnTo>
                <a:lnTo>
                  <a:pt x="1059" y="915"/>
                </a:lnTo>
                <a:lnTo>
                  <a:pt x="1154" y="915"/>
                </a:lnTo>
                <a:lnTo>
                  <a:pt x="1154" y="934"/>
                </a:lnTo>
                <a:moveTo>
                  <a:pt x="1002" y="934"/>
                </a:moveTo>
                <a:lnTo>
                  <a:pt x="906" y="934"/>
                </a:lnTo>
                <a:lnTo>
                  <a:pt x="906" y="915"/>
                </a:lnTo>
                <a:lnTo>
                  <a:pt x="1002" y="915"/>
                </a:lnTo>
                <a:lnTo>
                  <a:pt x="1002" y="934"/>
                </a:lnTo>
                <a:moveTo>
                  <a:pt x="849" y="934"/>
                </a:moveTo>
                <a:lnTo>
                  <a:pt x="754" y="934"/>
                </a:lnTo>
                <a:lnTo>
                  <a:pt x="754" y="915"/>
                </a:lnTo>
                <a:lnTo>
                  <a:pt x="849" y="915"/>
                </a:lnTo>
                <a:lnTo>
                  <a:pt x="849" y="934"/>
                </a:lnTo>
                <a:moveTo>
                  <a:pt x="697" y="934"/>
                </a:moveTo>
                <a:lnTo>
                  <a:pt x="602" y="934"/>
                </a:lnTo>
                <a:lnTo>
                  <a:pt x="602" y="915"/>
                </a:lnTo>
                <a:lnTo>
                  <a:pt x="697" y="915"/>
                </a:lnTo>
                <a:lnTo>
                  <a:pt x="697" y="934"/>
                </a:lnTo>
                <a:moveTo>
                  <a:pt x="544" y="934"/>
                </a:moveTo>
                <a:lnTo>
                  <a:pt x="448" y="934"/>
                </a:lnTo>
                <a:lnTo>
                  <a:pt x="448" y="915"/>
                </a:lnTo>
                <a:lnTo>
                  <a:pt x="544" y="915"/>
                </a:lnTo>
                <a:lnTo>
                  <a:pt x="544" y="934"/>
                </a:lnTo>
                <a:moveTo>
                  <a:pt x="391" y="934"/>
                </a:moveTo>
                <a:lnTo>
                  <a:pt x="296" y="934"/>
                </a:lnTo>
                <a:lnTo>
                  <a:pt x="296" y="915"/>
                </a:lnTo>
                <a:lnTo>
                  <a:pt x="391" y="915"/>
                </a:lnTo>
                <a:lnTo>
                  <a:pt x="391" y="934"/>
                </a:lnTo>
                <a:moveTo>
                  <a:pt x="239" y="934"/>
                </a:moveTo>
                <a:lnTo>
                  <a:pt x="143" y="934"/>
                </a:lnTo>
                <a:lnTo>
                  <a:pt x="143" y="915"/>
                </a:lnTo>
                <a:lnTo>
                  <a:pt x="239" y="915"/>
                </a:lnTo>
                <a:lnTo>
                  <a:pt x="239" y="934"/>
                </a:lnTo>
                <a:moveTo>
                  <a:pt x="86" y="934"/>
                </a:moveTo>
                <a:lnTo>
                  <a:pt x="0" y="934"/>
                </a:lnTo>
                <a:lnTo>
                  <a:pt x="0" y="905"/>
                </a:lnTo>
                <a:lnTo>
                  <a:pt x="19" y="905"/>
                </a:lnTo>
                <a:lnTo>
                  <a:pt x="19" y="924"/>
                </a:lnTo>
                <a:lnTo>
                  <a:pt x="10" y="924"/>
                </a:lnTo>
                <a:lnTo>
                  <a:pt x="10" y="915"/>
                </a:lnTo>
                <a:lnTo>
                  <a:pt x="86" y="915"/>
                </a:lnTo>
                <a:lnTo>
                  <a:pt x="86" y="934"/>
                </a:lnTo>
                <a:moveTo>
                  <a:pt x="0" y="848"/>
                </a:moveTo>
                <a:lnTo>
                  <a:pt x="0" y="753"/>
                </a:lnTo>
                <a:lnTo>
                  <a:pt x="19" y="753"/>
                </a:lnTo>
                <a:lnTo>
                  <a:pt x="19" y="848"/>
                </a:lnTo>
                <a:lnTo>
                  <a:pt x="0" y="848"/>
                </a:lnTo>
                <a:moveTo>
                  <a:pt x="0" y="696"/>
                </a:moveTo>
                <a:lnTo>
                  <a:pt x="0" y="600"/>
                </a:lnTo>
                <a:lnTo>
                  <a:pt x="19" y="600"/>
                </a:lnTo>
                <a:lnTo>
                  <a:pt x="19" y="696"/>
                </a:lnTo>
                <a:lnTo>
                  <a:pt x="0" y="696"/>
                </a:lnTo>
                <a:moveTo>
                  <a:pt x="0" y="543"/>
                </a:moveTo>
                <a:lnTo>
                  <a:pt x="0" y="447"/>
                </a:lnTo>
                <a:lnTo>
                  <a:pt x="19" y="447"/>
                </a:lnTo>
                <a:lnTo>
                  <a:pt x="19" y="543"/>
                </a:lnTo>
                <a:lnTo>
                  <a:pt x="0" y="543"/>
                </a:lnTo>
                <a:moveTo>
                  <a:pt x="0" y="390"/>
                </a:moveTo>
                <a:lnTo>
                  <a:pt x="0" y="295"/>
                </a:lnTo>
                <a:lnTo>
                  <a:pt x="19" y="295"/>
                </a:lnTo>
                <a:lnTo>
                  <a:pt x="19" y="390"/>
                </a:lnTo>
                <a:lnTo>
                  <a:pt x="0" y="390"/>
                </a:lnTo>
                <a:moveTo>
                  <a:pt x="0" y="238"/>
                </a:moveTo>
                <a:lnTo>
                  <a:pt x="0" y="143"/>
                </a:lnTo>
                <a:lnTo>
                  <a:pt x="19" y="143"/>
                </a:lnTo>
                <a:lnTo>
                  <a:pt x="19" y="238"/>
                </a:lnTo>
                <a:lnTo>
                  <a:pt x="0" y="238"/>
                </a:lnTo>
                <a:moveTo>
                  <a:pt x="0" y="86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691160" y="307008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691160" y="309384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467000" y="2885040"/>
            <a:ext cx="2804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63120" y="3062160"/>
            <a:ext cx="494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1494360" y="3398760"/>
            <a:ext cx="3519360" cy="329400"/>
          </a:xfrm>
          <a:custGeom>
            <a:avLst/>
            <a:gdLst/>
            <a:ahLst/>
            <a:rect l="0" t="0" r="r" b="b"/>
            <a:pathLst>
              <a:path w="9776" h="915">
                <a:moveTo>
                  <a:pt x="0" y="0"/>
                </a:moveTo>
                <a:lnTo>
                  <a:pt x="9776" y="0"/>
                </a:lnTo>
                <a:lnTo>
                  <a:pt x="9776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1490760" y="3395520"/>
            <a:ext cx="3526560" cy="336240"/>
          </a:xfrm>
          <a:custGeom>
            <a:avLst/>
            <a:gdLst/>
            <a:ahLst/>
            <a:rect l="0" t="0" r="r" b="b"/>
            <a:pathLst>
              <a:path w="9796" h="934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3" y="0"/>
                </a:moveTo>
                <a:lnTo>
                  <a:pt x="868" y="0"/>
                </a:lnTo>
                <a:lnTo>
                  <a:pt x="868" y="19"/>
                </a:lnTo>
                <a:lnTo>
                  <a:pt x="773" y="19"/>
                </a:lnTo>
                <a:lnTo>
                  <a:pt x="773" y="0"/>
                </a:lnTo>
                <a:moveTo>
                  <a:pt x="926" y="0"/>
                </a:moveTo>
                <a:lnTo>
                  <a:pt x="1021" y="0"/>
                </a:lnTo>
                <a:lnTo>
                  <a:pt x="1021" y="19"/>
                </a:lnTo>
                <a:lnTo>
                  <a:pt x="926" y="19"/>
                </a:lnTo>
                <a:lnTo>
                  <a:pt x="926" y="0"/>
                </a:lnTo>
                <a:moveTo>
                  <a:pt x="1078" y="0"/>
                </a:moveTo>
                <a:lnTo>
                  <a:pt x="1173" y="0"/>
                </a:lnTo>
                <a:lnTo>
                  <a:pt x="1173" y="19"/>
                </a:lnTo>
                <a:lnTo>
                  <a:pt x="1078" y="19"/>
                </a:lnTo>
                <a:lnTo>
                  <a:pt x="1078" y="0"/>
                </a:lnTo>
                <a:moveTo>
                  <a:pt x="1230" y="0"/>
                </a:moveTo>
                <a:lnTo>
                  <a:pt x="1326" y="0"/>
                </a:lnTo>
                <a:lnTo>
                  <a:pt x="1326" y="19"/>
                </a:lnTo>
                <a:lnTo>
                  <a:pt x="1230" y="19"/>
                </a:lnTo>
                <a:lnTo>
                  <a:pt x="1230" y="0"/>
                </a:lnTo>
                <a:moveTo>
                  <a:pt x="1383" y="0"/>
                </a:moveTo>
                <a:lnTo>
                  <a:pt x="1478" y="0"/>
                </a:lnTo>
                <a:lnTo>
                  <a:pt x="1478" y="19"/>
                </a:lnTo>
                <a:lnTo>
                  <a:pt x="1383" y="19"/>
                </a:lnTo>
                <a:lnTo>
                  <a:pt x="1383" y="0"/>
                </a:lnTo>
                <a:moveTo>
                  <a:pt x="1535" y="0"/>
                </a:moveTo>
                <a:lnTo>
                  <a:pt x="1631" y="0"/>
                </a:lnTo>
                <a:lnTo>
                  <a:pt x="1631" y="19"/>
                </a:lnTo>
                <a:lnTo>
                  <a:pt x="1535" y="19"/>
                </a:lnTo>
                <a:lnTo>
                  <a:pt x="1535" y="0"/>
                </a:lnTo>
                <a:moveTo>
                  <a:pt x="1688" y="0"/>
                </a:moveTo>
                <a:lnTo>
                  <a:pt x="1783" y="0"/>
                </a:lnTo>
                <a:lnTo>
                  <a:pt x="1783" y="19"/>
                </a:lnTo>
                <a:lnTo>
                  <a:pt x="1688" y="19"/>
                </a:lnTo>
                <a:lnTo>
                  <a:pt x="1688" y="0"/>
                </a:lnTo>
                <a:moveTo>
                  <a:pt x="1840" y="0"/>
                </a:moveTo>
                <a:lnTo>
                  <a:pt x="1935" y="0"/>
                </a:lnTo>
                <a:lnTo>
                  <a:pt x="1935" y="19"/>
                </a:lnTo>
                <a:lnTo>
                  <a:pt x="1840" y="19"/>
                </a:lnTo>
                <a:lnTo>
                  <a:pt x="1840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796" y="0"/>
                </a:lnTo>
                <a:lnTo>
                  <a:pt x="9796" y="85"/>
                </a:lnTo>
                <a:lnTo>
                  <a:pt x="9777" y="85"/>
                </a:lnTo>
                <a:lnTo>
                  <a:pt x="9777" y="9"/>
                </a:lnTo>
                <a:lnTo>
                  <a:pt x="9786" y="9"/>
                </a:lnTo>
                <a:lnTo>
                  <a:pt x="9786" y="19"/>
                </a:lnTo>
                <a:lnTo>
                  <a:pt x="9767" y="19"/>
                </a:lnTo>
                <a:lnTo>
                  <a:pt x="9767" y="0"/>
                </a:lnTo>
                <a:moveTo>
                  <a:pt x="9796" y="143"/>
                </a:moveTo>
                <a:lnTo>
                  <a:pt x="9796" y="238"/>
                </a:lnTo>
                <a:lnTo>
                  <a:pt x="9777" y="238"/>
                </a:lnTo>
                <a:lnTo>
                  <a:pt x="9777" y="143"/>
                </a:lnTo>
                <a:lnTo>
                  <a:pt x="9796" y="143"/>
                </a:lnTo>
                <a:moveTo>
                  <a:pt x="9796" y="295"/>
                </a:moveTo>
                <a:lnTo>
                  <a:pt x="9796" y="391"/>
                </a:lnTo>
                <a:lnTo>
                  <a:pt x="9777" y="391"/>
                </a:lnTo>
                <a:lnTo>
                  <a:pt x="9777" y="295"/>
                </a:lnTo>
                <a:lnTo>
                  <a:pt x="9796" y="295"/>
                </a:lnTo>
                <a:moveTo>
                  <a:pt x="9796" y="448"/>
                </a:moveTo>
                <a:lnTo>
                  <a:pt x="9796" y="543"/>
                </a:lnTo>
                <a:lnTo>
                  <a:pt x="9777" y="543"/>
                </a:lnTo>
                <a:lnTo>
                  <a:pt x="9777" y="448"/>
                </a:lnTo>
                <a:lnTo>
                  <a:pt x="9796" y="448"/>
                </a:lnTo>
                <a:moveTo>
                  <a:pt x="9796" y="600"/>
                </a:moveTo>
                <a:lnTo>
                  <a:pt x="9796" y="696"/>
                </a:lnTo>
                <a:lnTo>
                  <a:pt x="9777" y="696"/>
                </a:lnTo>
                <a:lnTo>
                  <a:pt x="9777" y="600"/>
                </a:lnTo>
                <a:lnTo>
                  <a:pt x="9796" y="600"/>
                </a:lnTo>
                <a:moveTo>
                  <a:pt x="9796" y="753"/>
                </a:moveTo>
                <a:lnTo>
                  <a:pt x="9796" y="848"/>
                </a:lnTo>
                <a:lnTo>
                  <a:pt x="9777" y="848"/>
                </a:lnTo>
                <a:lnTo>
                  <a:pt x="9777" y="753"/>
                </a:lnTo>
                <a:lnTo>
                  <a:pt x="9796" y="753"/>
                </a:lnTo>
                <a:moveTo>
                  <a:pt x="9796" y="905"/>
                </a:moveTo>
                <a:lnTo>
                  <a:pt x="9796" y="934"/>
                </a:lnTo>
                <a:lnTo>
                  <a:pt x="9710" y="934"/>
                </a:lnTo>
                <a:lnTo>
                  <a:pt x="9710" y="914"/>
                </a:lnTo>
                <a:lnTo>
                  <a:pt x="9786" y="914"/>
                </a:lnTo>
                <a:lnTo>
                  <a:pt x="9786" y="924"/>
                </a:lnTo>
                <a:lnTo>
                  <a:pt x="9777" y="924"/>
                </a:lnTo>
                <a:lnTo>
                  <a:pt x="9777" y="905"/>
                </a:lnTo>
                <a:lnTo>
                  <a:pt x="9796" y="905"/>
                </a:lnTo>
                <a:moveTo>
                  <a:pt x="9653" y="934"/>
                </a:moveTo>
                <a:lnTo>
                  <a:pt x="9558" y="934"/>
                </a:lnTo>
                <a:lnTo>
                  <a:pt x="9558" y="914"/>
                </a:lnTo>
                <a:lnTo>
                  <a:pt x="9653" y="914"/>
                </a:lnTo>
                <a:lnTo>
                  <a:pt x="9653" y="934"/>
                </a:lnTo>
                <a:moveTo>
                  <a:pt x="9501" y="934"/>
                </a:moveTo>
                <a:lnTo>
                  <a:pt x="9405" y="934"/>
                </a:lnTo>
                <a:lnTo>
                  <a:pt x="9405" y="914"/>
                </a:lnTo>
                <a:lnTo>
                  <a:pt x="9501" y="914"/>
                </a:lnTo>
                <a:lnTo>
                  <a:pt x="9501" y="934"/>
                </a:lnTo>
                <a:moveTo>
                  <a:pt x="9348" y="934"/>
                </a:moveTo>
                <a:lnTo>
                  <a:pt x="9253" y="934"/>
                </a:lnTo>
                <a:lnTo>
                  <a:pt x="9253" y="914"/>
                </a:lnTo>
                <a:lnTo>
                  <a:pt x="9348" y="914"/>
                </a:lnTo>
                <a:lnTo>
                  <a:pt x="9348" y="934"/>
                </a:lnTo>
                <a:moveTo>
                  <a:pt x="9196" y="934"/>
                </a:moveTo>
                <a:lnTo>
                  <a:pt x="9100" y="934"/>
                </a:lnTo>
                <a:lnTo>
                  <a:pt x="9100" y="914"/>
                </a:lnTo>
                <a:lnTo>
                  <a:pt x="9196" y="914"/>
                </a:lnTo>
                <a:lnTo>
                  <a:pt x="9196" y="934"/>
                </a:lnTo>
                <a:moveTo>
                  <a:pt x="9043" y="934"/>
                </a:moveTo>
                <a:lnTo>
                  <a:pt x="8948" y="934"/>
                </a:lnTo>
                <a:lnTo>
                  <a:pt x="8948" y="914"/>
                </a:lnTo>
                <a:lnTo>
                  <a:pt x="9043" y="914"/>
                </a:lnTo>
                <a:lnTo>
                  <a:pt x="9043" y="934"/>
                </a:lnTo>
                <a:moveTo>
                  <a:pt x="8891" y="934"/>
                </a:moveTo>
                <a:lnTo>
                  <a:pt x="8795" y="934"/>
                </a:lnTo>
                <a:lnTo>
                  <a:pt x="8795" y="914"/>
                </a:lnTo>
                <a:lnTo>
                  <a:pt x="8891" y="914"/>
                </a:lnTo>
                <a:lnTo>
                  <a:pt x="8891" y="934"/>
                </a:lnTo>
                <a:moveTo>
                  <a:pt x="8738" y="934"/>
                </a:moveTo>
                <a:lnTo>
                  <a:pt x="8643" y="934"/>
                </a:lnTo>
                <a:lnTo>
                  <a:pt x="8643" y="914"/>
                </a:lnTo>
                <a:lnTo>
                  <a:pt x="8738" y="914"/>
                </a:lnTo>
                <a:lnTo>
                  <a:pt x="8738" y="934"/>
                </a:lnTo>
                <a:moveTo>
                  <a:pt x="8586" y="934"/>
                </a:moveTo>
                <a:lnTo>
                  <a:pt x="8491" y="934"/>
                </a:lnTo>
                <a:lnTo>
                  <a:pt x="8491" y="914"/>
                </a:lnTo>
                <a:lnTo>
                  <a:pt x="8586" y="914"/>
                </a:lnTo>
                <a:lnTo>
                  <a:pt x="8586" y="934"/>
                </a:lnTo>
                <a:moveTo>
                  <a:pt x="8433" y="934"/>
                </a:moveTo>
                <a:lnTo>
                  <a:pt x="8338" y="934"/>
                </a:lnTo>
                <a:lnTo>
                  <a:pt x="8338" y="914"/>
                </a:lnTo>
                <a:lnTo>
                  <a:pt x="8433" y="914"/>
                </a:lnTo>
                <a:lnTo>
                  <a:pt x="8433" y="934"/>
                </a:lnTo>
                <a:moveTo>
                  <a:pt x="8281" y="934"/>
                </a:moveTo>
                <a:lnTo>
                  <a:pt x="8186" y="934"/>
                </a:lnTo>
                <a:lnTo>
                  <a:pt x="8186" y="914"/>
                </a:lnTo>
                <a:lnTo>
                  <a:pt x="8281" y="914"/>
                </a:lnTo>
                <a:lnTo>
                  <a:pt x="8281" y="934"/>
                </a:lnTo>
                <a:moveTo>
                  <a:pt x="8129" y="934"/>
                </a:moveTo>
                <a:lnTo>
                  <a:pt x="8033" y="934"/>
                </a:lnTo>
                <a:lnTo>
                  <a:pt x="8033" y="914"/>
                </a:lnTo>
                <a:lnTo>
                  <a:pt x="8129" y="914"/>
                </a:lnTo>
                <a:lnTo>
                  <a:pt x="8129" y="934"/>
                </a:lnTo>
                <a:moveTo>
                  <a:pt x="7976" y="934"/>
                </a:moveTo>
                <a:lnTo>
                  <a:pt x="7881" y="934"/>
                </a:lnTo>
                <a:lnTo>
                  <a:pt x="7881" y="914"/>
                </a:lnTo>
                <a:lnTo>
                  <a:pt x="7976" y="914"/>
                </a:lnTo>
                <a:lnTo>
                  <a:pt x="7976" y="934"/>
                </a:lnTo>
                <a:moveTo>
                  <a:pt x="7824" y="934"/>
                </a:moveTo>
                <a:lnTo>
                  <a:pt x="7728" y="934"/>
                </a:lnTo>
                <a:lnTo>
                  <a:pt x="7728" y="914"/>
                </a:lnTo>
                <a:lnTo>
                  <a:pt x="7824" y="914"/>
                </a:lnTo>
                <a:lnTo>
                  <a:pt x="7824" y="934"/>
                </a:lnTo>
                <a:moveTo>
                  <a:pt x="7671" y="934"/>
                </a:moveTo>
                <a:lnTo>
                  <a:pt x="7576" y="934"/>
                </a:lnTo>
                <a:lnTo>
                  <a:pt x="7576" y="914"/>
                </a:lnTo>
                <a:lnTo>
                  <a:pt x="7671" y="914"/>
                </a:lnTo>
                <a:lnTo>
                  <a:pt x="7671" y="934"/>
                </a:lnTo>
                <a:moveTo>
                  <a:pt x="7519" y="934"/>
                </a:moveTo>
                <a:lnTo>
                  <a:pt x="7423" y="934"/>
                </a:lnTo>
                <a:lnTo>
                  <a:pt x="7423" y="914"/>
                </a:lnTo>
                <a:lnTo>
                  <a:pt x="7519" y="914"/>
                </a:lnTo>
                <a:lnTo>
                  <a:pt x="7519" y="934"/>
                </a:lnTo>
                <a:moveTo>
                  <a:pt x="7366" y="934"/>
                </a:moveTo>
                <a:lnTo>
                  <a:pt x="7271" y="934"/>
                </a:lnTo>
                <a:lnTo>
                  <a:pt x="7271" y="914"/>
                </a:lnTo>
                <a:lnTo>
                  <a:pt x="7366" y="914"/>
                </a:lnTo>
                <a:lnTo>
                  <a:pt x="7366" y="934"/>
                </a:lnTo>
                <a:moveTo>
                  <a:pt x="7214" y="934"/>
                </a:moveTo>
                <a:lnTo>
                  <a:pt x="7119" y="934"/>
                </a:lnTo>
                <a:lnTo>
                  <a:pt x="7119" y="914"/>
                </a:lnTo>
                <a:lnTo>
                  <a:pt x="7214" y="914"/>
                </a:lnTo>
                <a:lnTo>
                  <a:pt x="7214" y="934"/>
                </a:lnTo>
                <a:moveTo>
                  <a:pt x="7061" y="934"/>
                </a:moveTo>
                <a:lnTo>
                  <a:pt x="6966" y="934"/>
                </a:lnTo>
                <a:lnTo>
                  <a:pt x="6966" y="914"/>
                </a:lnTo>
                <a:lnTo>
                  <a:pt x="7061" y="914"/>
                </a:lnTo>
                <a:lnTo>
                  <a:pt x="7061" y="934"/>
                </a:lnTo>
                <a:moveTo>
                  <a:pt x="6909" y="934"/>
                </a:moveTo>
                <a:lnTo>
                  <a:pt x="6814" y="934"/>
                </a:lnTo>
                <a:lnTo>
                  <a:pt x="6814" y="914"/>
                </a:lnTo>
                <a:lnTo>
                  <a:pt x="6909" y="914"/>
                </a:lnTo>
                <a:lnTo>
                  <a:pt x="6909" y="934"/>
                </a:lnTo>
                <a:moveTo>
                  <a:pt x="6757" y="934"/>
                </a:moveTo>
                <a:lnTo>
                  <a:pt x="6661" y="934"/>
                </a:lnTo>
                <a:lnTo>
                  <a:pt x="6661" y="914"/>
                </a:lnTo>
                <a:lnTo>
                  <a:pt x="6757" y="914"/>
                </a:lnTo>
                <a:lnTo>
                  <a:pt x="6757" y="934"/>
                </a:lnTo>
                <a:moveTo>
                  <a:pt x="6604" y="934"/>
                </a:moveTo>
                <a:lnTo>
                  <a:pt x="6509" y="934"/>
                </a:lnTo>
                <a:lnTo>
                  <a:pt x="6509" y="914"/>
                </a:lnTo>
                <a:lnTo>
                  <a:pt x="6604" y="914"/>
                </a:lnTo>
                <a:lnTo>
                  <a:pt x="6604" y="934"/>
                </a:lnTo>
                <a:moveTo>
                  <a:pt x="6452" y="934"/>
                </a:moveTo>
                <a:lnTo>
                  <a:pt x="6356" y="934"/>
                </a:lnTo>
                <a:lnTo>
                  <a:pt x="6356" y="914"/>
                </a:lnTo>
                <a:lnTo>
                  <a:pt x="6452" y="914"/>
                </a:lnTo>
                <a:lnTo>
                  <a:pt x="6452" y="934"/>
                </a:lnTo>
                <a:moveTo>
                  <a:pt x="6299" y="934"/>
                </a:moveTo>
                <a:lnTo>
                  <a:pt x="6204" y="934"/>
                </a:lnTo>
                <a:lnTo>
                  <a:pt x="6204" y="914"/>
                </a:lnTo>
                <a:lnTo>
                  <a:pt x="6299" y="914"/>
                </a:lnTo>
                <a:lnTo>
                  <a:pt x="6299" y="934"/>
                </a:lnTo>
                <a:moveTo>
                  <a:pt x="6147" y="934"/>
                </a:moveTo>
                <a:lnTo>
                  <a:pt x="6051" y="934"/>
                </a:lnTo>
                <a:lnTo>
                  <a:pt x="6051" y="914"/>
                </a:lnTo>
                <a:lnTo>
                  <a:pt x="6147" y="914"/>
                </a:lnTo>
                <a:lnTo>
                  <a:pt x="6147" y="934"/>
                </a:lnTo>
                <a:moveTo>
                  <a:pt x="5994" y="934"/>
                </a:moveTo>
                <a:lnTo>
                  <a:pt x="5899" y="934"/>
                </a:lnTo>
                <a:lnTo>
                  <a:pt x="5899" y="914"/>
                </a:lnTo>
                <a:lnTo>
                  <a:pt x="5994" y="914"/>
                </a:lnTo>
                <a:lnTo>
                  <a:pt x="5994" y="934"/>
                </a:lnTo>
                <a:moveTo>
                  <a:pt x="5842" y="934"/>
                </a:moveTo>
                <a:lnTo>
                  <a:pt x="5747" y="934"/>
                </a:lnTo>
                <a:lnTo>
                  <a:pt x="5747" y="914"/>
                </a:lnTo>
                <a:lnTo>
                  <a:pt x="5842" y="914"/>
                </a:lnTo>
                <a:lnTo>
                  <a:pt x="5842" y="934"/>
                </a:lnTo>
                <a:moveTo>
                  <a:pt x="5689" y="934"/>
                </a:moveTo>
                <a:lnTo>
                  <a:pt x="5594" y="934"/>
                </a:lnTo>
                <a:lnTo>
                  <a:pt x="5594" y="914"/>
                </a:lnTo>
                <a:lnTo>
                  <a:pt x="5689" y="914"/>
                </a:lnTo>
                <a:lnTo>
                  <a:pt x="5689" y="934"/>
                </a:lnTo>
                <a:moveTo>
                  <a:pt x="5537" y="934"/>
                </a:moveTo>
                <a:lnTo>
                  <a:pt x="5442" y="934"/>
                </a:lnTo>
                <a:lnTo>
                  <a:pt x="5442" y="914"/>
                </a:lnTo>
                <a:lnTo>
                  <a:pt x="5537" y="914"/>
                </a:lnTo>
                <a:lnTo>
                  <a:pt x="5537" y="934"/>
                </a:lnTo>
                <a:moveTo>
                  <a:pt x="5385" y="934"/>
                </a:moveTo>
                <a:lnTo>
                  <a:pt x="5289" y="934"/>
                </a:lnTo>
                <a:lnTo>
                  <a:pt x="5289" y="914"/>
                </a:lnTo>
                <a:lnTo>
                  <a:pt x="5385" y="914"/>
                </a:lnTo>
                <a:lnTo>
                  <a:pt x="5385" y="934"/>
                </a:lnTo>
                <a:moveTo>
                  <a:pt x="5232" y="934"/>
                </a:moveTo>
                <a:lnTo>
                  <a:pt x="5137" y="934"/>
                </a:lnTo>
                <a:lnTo>
                  <a:pt x="5137" y="914"/>
                </a:lnTo>
                <a:lnTo>
                  <a:pt x="5232" y="914"/>
                </a:lnTo>
                <a:lnTo>
                  <a:pt x="5232" y="934"/>
                </a:lnTo>
                <a:moveTo>
                  <a:pt x="5080" y="934"/>
                </a:moveTo>
                <a:lnTo>
                  <a:pt x="4984" y="934"/>
                </a:lnTo>
                <a:lnTo>
                  <a:pt x="4984" y="914"/>
                </a:lnTo>
                <a:lnTo>
                  <a:pt x="5080" y="914"/>
                </a:lnTo>
                <a:lnTo>
                  <a:pt x="5080" y="934"/>
                </a:lnTo>
                <a:moveTo>
                  <a:pt x="4927" y="934"/>
                </a:moveTo>
                <a:lnTo>
                  <a:pt x="4832" y="934"/>
                </a:lnTo>
                <a:lnTo>
                  <a:pt x="4832" y="914"/>
                </a:lnTo>
                <a:lnTo>
                  <a:pt x="4927" y="914"/>
                </a:lnTo>
                <a:lnTo>
                  <a:pt x="4927" y="934"/>
                </a:lnTo>
                <a:moveTo>
                  <a:pt x="4775" y="934"/>
                </a:moveTo>
                <a:lnTo>
                  <a:pt x="4679" y="934"/>
                </a:lnTo>
                <a:lnTo>
                  <a:pt x="4679" y="914"/>
                </a:lnTo>
                <a:lnTo>
                  <a:pt x="4775" y="914"/>
                </a:lnTo>
                <a:lnTo>
                  <a:pt x="4775" y="934"/>
                </a:lnTo>
                <a:moveTo>
                  <a:pt x="4622" y="934"/>
                </a:moveTo>
                <a:lnTo>
                  <a:pt x="4527" y="934"/>
                </a:lnTo>
                <a:lnTo>
                  <a:pt x="4527" y="914"/>
                </a:lnTo>
                <a:lnTo>
                  <a:pt x="4622" y="914"/>
                </a:lnTo>
                <a:lnTo>
                  <a:pt x="4622" y="934"/>
                </a:lnTo>
                <a:moveTo>
                  <a:pt x="4470" y="934"/>
                </a:moveTo>
                <a:lnTo>
                  <a:pt x="4375" y="934"/>
                </a:lnTo>
                <a:lnTo>
                  <a:pt x="4375" y="914"/>
                </a:lnTo>
                <a:lnTo>
                  <a:pt x="4470" y="914"/>
                </a:lnTo>
                <a:lnTo>
                  <a:pt x="4470" y="934"/>
                </a:lnTo>
                <a:moveTo>
                  <a:pt x="4317" y="934"/>
                </a:moveTo>
                <a:lnTo>
                  <a:pt x="4222" y="934"/>
                </a:lnTo>
                <a:lnTo>
                  <a:pt x="4222" y="914"/>
                </a:lnTo>
                <a:lnTo>
                  <a:pt x="4317" y="914"/>
                </a:lnTo>
                <a:lnTo>
                  <a:pt x="4317" y="934"/>
                </a:lnTo>
                <a:moveTo>
                  <a:pt x="4165" y="934"/>
                </a:moveTo>
                <a:lnTo>
                  <a:pt x="4070" y="934"/>
                </a:lnTo>
                <a:lnTo>
                  <a:pt x="4070" y="914"/>
                </a:lnTo>
                <a:lnTo>
                  <a:pt x="4165" y="914"/>
                </a:lnTo>
                <a:lnTo>
                  <a:pt x="4165" y="934"/>
                </a:lnTo>
                <a:moveTo>
                  <a:pt x="4013" y="934"/>
                </a:moveTo>
                <a:lnTo>
                  <a:pt x="3917" y="934"/>
                </a:lnTo>
                <a:lnTo>
                  <a:pt x="3917" y="914"/>
                </a:lnTo>
                <a:lnTo>
                  <a:pt x="4013" y="914"/>
                </a:lnTo>
                <a:lnTo>
                  <a:pt x="4013" y="934"/>
                </a:lnTo>
                <a:moveTo>
                  <a:pt x="3860" y="934"/>
                </a:moveTo>
                <a:lnTo>
                  <a:pt x="3765" y="934"/>
                </a:lnTo>
                <a:lnTo>
                  <a:pt x="3765" y="914"/>
                </a:lnTo>
                <a:lnTo>
                  <a:pt x="3860" y="914"/>
                </a:lnTo>
                <a:lnTo>
                  <a:pt x="3860" y="934"/>
                </a:lnTo>
                <a:moveTo>
                  <a:pt x="3708" y="934"/>
                </a:moveTo>
                <a:lnTo>
                  <a:pt x="3612" y="934"/>
                </a:lnTo>
                <a:lnTo>
                  <a:pt x="3612" y="914"/>
                </a:lnTo>
                <a:lnTo>
                  <a:pt x="3708" y="914"/>
                </a:lnTo>
                <a:lnTo>
                  <a:pt x="3708" y="934"/>
                </a:lnTo>
                <a:moveTo>
                  <a:pt x="3555" y="934"/>
                </a:moveTo>
                <a:lnTo>
                  <a:pt x="3460" y="934"/>
                </a:lnTo>
                <a:lnTo>
                  <a:pt x="3460" y="914"/>
                </a:lnTo>
                <a:lnTo>
                  <a:pt x="3555" y="914"/>
                </a:lnTo>
                <a:lnTo>
                  <a:pt x="3555" y="934"/>
                </a:lnTo>
                <a:moveTo>
                  <a:pt x="3403" y="934"/>
                </a:moveTo>
                <a:lnTo>
                  <a:pt x="3307" y="934"/>
                </a:lnTo>
                <a:lnTo>
                  <a:pt x="3307" y="914"/>
                </a:lnTo>
                <a:lnTo>
                  <a:pt x="3403" y="914"/>
                </a:lnTo>
                <a:lnTo>
                  <a:pt x="3403" y="934"/>
                </a:lnTo>
                <a:moveTo>
                  <a:pt x="3250" y="934"/>
                </a:moveTo>
                <a:lnTo>
                  <a:pt x="3155" y="934"/>
                </a:lnTo>
                <a:lnTo>
                  <a:pt x="3155" y="914"/>
                </a:lnTo>
                <a:lnTo>
                  <a:pt x="3250" y="914"/>
                </a:lnTo>
                <a:lnTo>
                  <a:pt x="3250" y="934"/>
                </a:lnTo>
                <a:moveTo>
                  <a:pt x="3098" y="934"/>
                </a:moveTo>
                <a:lnTo>
                  <a:pt x="3003" y="934"/>
                </a:lnTo>
                <a:lnTo>
                  <a:pt x="3003" y="914"/>
                </a:lnTo>
                <a:lnTo>
                  <a:pt x="3098" y="914"/>
                </a:lnTo>
                <a:lnTo>
                  <a:pt x="3098" y="934"/>
                </a:lnTo>
                <a:moveTo>
                  <a:pt x="2945" y="934"/>
                </a:moveTo>
                <a:lnTo>
                  <a:pt x="2850" y="934"/>
                </a:lnTo>
                <a:lnTo>
                  <a:pt x="2850" y="914"/>
                </a:lnTo>
                <a:lnTo>
                  <a:pt x="2945" y="914"/>
                </a:lnTo>
                <a:lnTo>
                  <a:pt x="2945" y="934"/>
                </a:lnTo>
                <a:moveTo>
                  <a:pt x="2793" y="934"/>
                </a:moveTo>
                <a:lnTo>
                  <a:pt x="2698" y="934"/>
                </a:lnTo>
                <a:lnTo>
                  <a:pt x="2698" y="914"/>
                </a:lnTo>
                <a:lnTo>
                  <a:pt x="2793" y="914"/>
                </a:lnTo>
                <a:lnTo>
                  <a:pt x="2793" y="934"/>
                </a:lnTo>
                <a:moveTo>
                  <a:pt x="2641" y="934"/>
                </a:moveTo>
                <a:lnTo>
                  <a:pt x="2545" y="934"/>
                </a:lnTo>
                <a:lnTo>
                  <a:pt x="2545" y="914"/>
                </a:lnTo>
                <a:lnTo>
                  <a:pt x="2641" y="914"/>
                </a:lnTo>
                <a:lnTo>
                  <a:pt x="2641" y="934"/>
                </a:lnTo>
                <a:moveTo>
                  <a:pt x="2488" y="934"/>
                </a:moveTo>
                <a:lnTo>
                  <a:pt x="2393" y="934"/>
                </a:lnTo>
                <a:lnTo>
                  <a:pt x="2393" y="914"/>
                </a:lnTo>
                <a:lnTo>
                  <a:pt x="2488" y="914"/>
                </a:lnTo>
                <a:lnTo>
                  <a:pt x="2488" y="934"/>
                </a:lnTo>
                <a:moveTo>
                  <a:pt x="2336" y="934"/>
                </a:moveTo>
                <a:lnTo>
                  <a:pt x="2240" y="934"/>
                </a:lnTo>
                <a:lnTo>
                  <a:pt x="2240" y="914"/>
                </a:lnTo>
                <a:lnTo>
                  <a:pt x="2336" y="914"/>
                </a:lnTo>
                <a:lnTo>
                  <a:pt x="2336" y="934"/>
                </a:lnTo>
                <a:moveTo>
                  <a:pt x="2183" y="934"/>
                </a:moveTo>
                <a:lnTo>
                  <a:pt x="2088" y="934"/>
                </a:lnTo>
                <a:lnTo>
                  <a:pt x="2088" y="914"/>
                </a:lnTo>
                <a:lnTo>
                  <a:pt x="2183" y="914"/>
                </a:lnTo>
                <a:lnTo>
                  <a:pt x="2183" y="934"/>
                </a:lnTo>
                <a:moveTo>
                  <a:pt x="2031" y="934"/>
                </a:moveTo>
                <a:lnTo>
                  <a:pt x="1935" y="934"/>
                </a:lnTo>
                <a:lnTo>
                  <a:pt x="1935" y="914"/>
                </a:lnTo>
                <a:lnTo>
                  <a:pt x="2031" y="914"/>
                </a:lnTo>
                <a:lnTo>
                  <a:pt x="2031" y="934"/>
                </a:lnTo>
                <a:moveTo>
                  <a:pt x="1878" y="934"/>
                </a:moveTo>
                <a:lnTo>
                  <a:pt x="1783" y="934"/>
                </a:lnTo>
                <a:lnTo>
                  <a:pt x="1783" y="914"/>
                </a:lnTo>
                <a:lnTo>
                  <a:pt x="1878" y="914"/>
                </a:lnTo>
                <a:lnTo>
                  <a:pt x="1878" y="934"/>
                </a:lnTo>
                <a:moveTo>
                  <a:pt x="1726" y="934"/>
                </a:moveTo>
                <a:lnTo>
                  <a:pt x="1631" y="934"/>
                </a:lnTo>
                <a:lnTo>
                  <a:pt x="1631" y="914"/>
                </a:lnTo>
                <a:lnTo>
                  <a:pt x="1726" y="914"/>
                </a:lnTo>
                <a:lnTo>
                  <a:pt x="1726" y="934"/>
                </a:lnTo>
                <a:moveTo>
                  <a:pt x="1573" y="934"/>
                </a:moveTo>
                <a:lnTo>
                  <a:pt x="1478" y="934"/>
                </a:lnTo>
                <a:lnTo>
                  <a:pt x="1478" y="914"/>
                </a:lnTo>
                <a:lnTo>
                  <a:pt x="1573" y="914"/>
                </a:lnTo>
                <a:lnTo>
                  <a:pt x="1573" y="934"/>
                </a:lnTo>
                <a:moveTo>
                  <a:pt x="1421" y="934"/>
                </a:moveTo>
                <a:lnTo>
                  <a:pt x="1326" y="934"/>
                </a:lnTo>
                <a:lnTo>
                  <a:pt x="1326" y="914"/>
                </a:lnTo>
                <a:lnTo>
                  <a:pt x="1421" y="914"/>
                </a:lnTo>
                <a:lnTo>
                  <a:pt x="1421" y="934"/>
                </a:lnTo>
                <a:moveTo>
                  <a:pt x="1269" y="934"/>
                </a:moveTo>
                <a:lnTo>
                  <a:pt x="1173" y="934"/>
                </a:lnTo>
                <a:lnTo>
                  <a:pt x="1173" y="914"/>
                </a:lnTo>
                <a:lnTo>
                  <a:pt x="1269" y="914"/>
                </a:lnTo>
                <a:lnTo>
                  <a:pt x="1269" y="934"/>
                </a:lnTo>
                <a:moveTo>
                  <a:pt x="1116" y="934"/>
                </a:moveTo>
                <a:lnTo>
                  <a:pt x="1021" y="934"/>
                </a:lnTo>
                <a:lnTo>
                  <a:pt x="1021" y="914"/>
                </a:lnTo>
                <a:lnTo>
                  <a:pt x="1116" y="914"/>
                </a:lnTo>
                <a:lnTo>
                  <a:pt x="1116" y="934"/>
                </a:lnTo>
                <a:moveTo>
                  <a:pt x="964" y="934"/>
                </a:moveTo>
                <a:lnTo>
                  <a:pt x="868" y="934"/>
                </a:lnTo>
                <a:lnTo>
                  <a:pt x="868" y="914"/>
                </a:lnTo>
                <a:lnTo>
                  <a:pt x="964" y="914"/>
                </a:lnTo>
                <a:lnTo>
                  <a:pt x="964" y="934"/>
                </a:lnTo>
                <a:moveTo>
                  <a:pt x="811" y="934"/>
                </a:moveTo>
                <a:lnTo>
                  <a:pt x="715" y="934"/>
                </a:lnTo>
                <a:lnTo>
                  <a:pt x="715" y="914"/>
                </a:lnTo>
                <a:lnTo>
                  <a:pt x="811" y="914"/>
                </a:lnTo>
                <a:lnTo>
                  <a:pt x="811" y="934"/>
                </a:lnTo>
                <a:moveTo>
                  <a:pt x="658" y="934"/>
                </a:moveTo>
                <a:lnTo>
                  <a:pt x="562" y="934"/>
                </a:lnTo>
                <a:lnTo>
                  <a:pt x="562" y="914"/>
                </a:lnTo>
                <a:lnTo>
                  <a:pt x="658" y="914"/>
                </a:lnTo>
                <a:lnTo>
                  <a:pt x="658" y="934"/>
                </a:lnTo>
                <a:moveTo>
                  <a:pt x="505" y="934"/>
                </a:moveTo>
                <a:lnTo>
                  <a:pt x="410" y="934"/>
                </a:lnTo>
                <a:lnTo>
                  <a:pt x="410" y="914"/>
                </a:lnTo>
                <a:lnTo>
                  <a:pt x="505" y="914"/>
                </a:lnTo>
                <a:lnTo>
                  <a:pt x="505" y="934"/>
                </a:lnTo>
                <a:moveTo>
                  <a:pt x="353" y="934"/>
                </a:moveTo>
                <a:lnTo>
                  <a:pt x="258" y="934"/>
                </a:lnTo>
                <a:lnTo>
                  <a:pt x="258" y="914"/>
                </a:lnTo>
                <a:lnTo>
                  <a:pt x="353" y="914"/>
                </a:lnTo>
                <a:lnTo>
                  <a:pt x="353" y="934"/>
                </a:lnTo>
                <a:moveTo>
                  <a:pt x="200" y="934"/>
                </a:moveTo>
                <a:lnTo>
                  <a:pt x="105" y="934"/>
                </a:lnTo>
                <a:lnTo>
                  <a:pt x="105" y="914"/>
                </a:lnTo>
                <a:lnTo>
                  <a:pt x="200" y="914"/>
                </a:lnTo>
                <a:lnTo>
                  <a:pt x="200" y="934"/>
                </a:lnTo>
                <a:moveTo>
                  <a:pt x="48" y="934"/>
                </a:moveTo>
                <a:lnTo>
                  <a:pt x="0" y="934"/>
                </a:lnTo>
                <a:lnTo>
                  <a:pt x="0" y="867"/>
                </a:lnTo>
                <a:lnTo>
                  <a:pt x="19" y="867"/>
                </a:lnTo>
                <a:lnTo>
                  <a:pt x="19" y="924"/>
                </a:lnTo>
                <a:lnTo>
                  <a:pt x="10" y="924"/>
                </a:lnTo>
                <a:lnTo>
                  <a:pt x="10" y="914"/>
                </a:lnTo>
                <a:lnTo>
                  <a:pt x="48" y="914"/>
                </a:lnTo>
                <a:lnTo>
                  <a:pt x="48" y="934"/>
                </a:lnTo>
                <a:moveTo>
                  <a:pt x="0" y="810"/>
                </a:moveTo>
                <a:lnTo>
                  <a:pt x="0" y="715"/>
                </a:lnTo>
                <a:lnTo>
                  <a:pt x="19" y="715"/>
                </a:lnTo>
                <a:lnTo>
                  <a:pt x="19" y="810"/>
                </a:lnTo>
                <a:lnTo>
                  <a:pt x="0" y="810"/>
                </a:lnTo>
                <a:moveTo>
                  <a:pt x="0" y="658"/>
                </a:moveTo>
                <a:lnTo>
                  <a:pt x="0" y="562"/>
                </a:lnTo>
                <a:lnTo>
                  <a:pt x="19" y="562"/>
                </a:lnTo>
                <a:lnTo>
                  <a:pt x="19" y="658"/>
                </a:lnTo>
                <a:lnTo>
                  <a:pt x="0" y="658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2"/>
                </a:moveTo>
                <a:lnTo>
                  <a:pt x="0" y="257"/>
                </a:lnTo>
                <a:lnTo>
                  <a:pt x="19" y="257"/>
                </a:lnTo>
                <a:lnTo>
                  <a:pt x="19" y="352"/>
                </a:lnTo>
                <a:lnTo>
                  <a:pt x="0" y="352"/>
                </a:lnTo>
                <a:moveTo>
                  <a:pt x="0" y="200"/>
                </a:moveTo>
                <a:lnTo>
                  <a:pt x="0" y="104"/>
                </a:lnTo>
                <a:lnTo>
                  <a:pt x="19" y="104"/>
                </a:lnTo>
                <a:lnTo>
                  <a:pt x="19" y="200"/>
                </a:lnTo>
                <a:lnTo>
                  <a:pt x="0" y="200"/>
                </a:lnTo>
                <a:moveTo>
                  <a:pt x="0" y="47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876200" y="345384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4876200" y="347760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563120" y="3173040"/>
            <a:ext cx="2911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563120" y="3445920"/>
            <a:ext cx="273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1494360" y="3782520"/>
            <a:ext cx="4342680" cy="329400"/>
          </a:xfrm>
          <a:custGeom>
            <a:avLst/>
            <a:gdLst/>
            <a:ahLst/>
            <a:rect l="0" t="0" r="r" b="b"/>
            <a:pathLst>
              <a:path w="12063" h="915">
                <a:moveTo>
                  <a:pt x="0" y="0"/>
                </a:moveTo>
                <a:lnTo>
                  <a:pt x="12063" y="0"/>
                </a:lnTo>
                <a:lnTo>
                  <a:pt x="12063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1490760" y="3779280"/>
            <a:ext cx="4349880" cy="335880"/>
          </a:xfrm>
          <a:custGeom>
            <a:avLst/>
            <a:gdLst/>
            <a:ahLst/>
            <a:rect l="0" t="0" r="r" b="b"/>
            <a:pathLst>
              <a:path w="12083" h="933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2" y="0"/>
                </a:moveTo>
                <a:lnTo>
                  <a:pt x="867" y="0"/>
                </a:lnTo>
                <a:lnTo>
                  <a:pt x="867" y="19"/>
                </a:lnTo>
                <a:lnTo>
                  <a:pt x="772" y="19"/>
                </a:lnTo>
                <a:lnTo>
                  <a:pt x="772" y="0"/>
                </a:lnTo>
                <a:moveTo>
                  <a:pt x="925" y="0"/>
                </a:moveTo>
                <a:lnTo>
                  <a:pt x="1020" y="0"/>
                </a:lnTo>
                <a:lnTo>
                  <a:pt x="1020" y="19"/>
                </a:lnTo>
                <a:lnTo>
                  <a:pt x="925" y="19"/>
                </a:lnTo>
                <a:lnTo>
                  <a:pt x="925" y="0"/>
                </a:lnTo>
                <a:moveTo>
                  <a:pt x="1077" y="0"/>
                </a:moveTo>
                <a:lnTo>
                  <a:pt x="1172" y="0"/>
                </a:lnTo>
                <a:lnTo>
                  <a:pt x="1172" y="19"/>
                </a:lnTo>
                <a:lnTo>
                  <a:pt x="1077" y="19"/>
                </a:lnTo>
                <a:lnTo>
                  <a:pt x="1077" y="0"/>
                </a:lnTo>
                <a:moveTo>
                  <a:pt x="1229" y="0"/>
                </a:moveTo>
                <a:lnTo>
                  <a:pt x="1325" y="0"/>
                </a:lnTo>
                <a:lnTo>
                  <a:pt x="1325" y="19"/>
                </a:lnTo>
                <a:lnTo>
                  <a:pt x="1229" y="19"/>
                </a:lnTo>
                <a:lnTo>
                  <a:pt x="1229" y="0"/>
                </a:lnTo>
                <a:moveTo>
                  <a:pt x="1382" y="0"/>
                </a:moveTo>
                <a:lnTo>
                  <a:pt x="1477" y="0"/>
                </a:lnTo>
                <a:lnTo>
                  <a:pt x="1477" y="19"/>
                </a:lnTo>
                <a:lnTo>
                  <a:pt x="1382" y="19"/>
                </a:lnTo>
                <a:lnTo>
                  <a:pt x="1382" y="0"/>
                </a:lnTo>
                <a:moveTo>
                  <a:pt x="1534" y="0"/>
                </a:moveTo>
                <a:lnTo>
                  <a:pt x="1630" y="0"/>
                </a:lnTo>
                <a:lnTo>
                  <a:pt x="1630" y="19"/>
                </a:lnTo>
                <a:lnTo>
                  <a:pt x="1534" y="19"/>
                </a:lnTo>
                <a:lnTo>
                  <a:pt x="1534" y="0"/>
                </a:lnTo>
                <a:moveTo>
                  <a:pt x="1687" y="0"/>
                </a:moveTo>
                <a:lnTo>
                  <a:pt x="1782" y="0"/>
                </a:lnTo>
                <a:lnTo>
                  <a:pt x="1782" y="19"/>
                </a:lnTo>
                <a:lnTo>
                  <a:pt x="1687" y="19"/>
                </a:lnTo>
                <a:lnTo>
                  <a:pt x="1687" y="0"/>
                </a:lnTo>
                <a:moveTo>
                  <a:pt x="1839" y="0"/>
                </a:moveTo>
                <a:lnTo>
                  <a:pt x="1935" y="0"/>
                </a:lnTo>
                <a:lnTo>
                  <a:pt x="1935" y="19"/>
                </a:lnTo>
                <a:lnTo>
                  <a:pt x="1839" y="19"/>
                </a:lnTo>
                <a:lnTo>
                  <a:pt x="1839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863" y="0"/>
                </a:lnTo>
                <a:lnTo>
                  <a:pt x="9863" y="19"/>
                </a:lnTo>
                <a:lnTo>
                  <a:pt x="9767" y="19"/>
                </a:lnTo>
                <a:lnTo>
                  <a:pt x="9767" y="0"/>
                </a:lnTo>
                <a:moveTo>
                  <a:pt x="9920" y="0"/>
                </a:moveTo>
                <a:lnTo>
                  <a:pt x="10015" y="0"/>
                </a:lnTo>
                <a:lnTo>
                  <a:pt x="10015" y="19"/>
                </a:lnTo>
                <a:lnTo>
                  <a:pt x="9920" y="19"/>
                </a:lnTo>
                <a:lnTo>
                  <a:pt x="9920" y="0"/>
                </a:lnTo>
                <a:moveTo>
                  <a:pt x="10072" y="0"/>
                </a:moveTo>
                <a:lnTo>
                  <a:pt x="10168" y="0"/>
                </a:lnTo>
                <a:lnTo>
                  <a:pt x="10168" y="19"/>
                </a:lnTo>
                <a:lnTo>
                  <a:pt x="10072" y="19"/>
                </a:lnTo>
                <a:lnTo>
                  <a:pt x="10072" y="0"/>
                </a:lnTo>
                <a:moveTo>
                  <a:pt x="10225" y="0"/>
                </a:moveTo>
                <a:lnTo>
                  <a:pt x="10320" y="0"/>
                </a:lnTo>
                <a:lnTo>
                  <a:pt x="10320" y="19"/>
                </a:lnTo>
                <a:lnTo>
                  <a:pt x="10225" y="19"/>
                </a:lnTo>
                <a:lnTo>
                  <a:pt x="10225" y="0"/>
                </a:lnTo>
                <a:moveTo>
                  <a:pt x="10377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7" y="19"/>
                </a:lnTo>
                <a:lnTo>
                  <a:pt x="10377" y="0"/>
                </a:lnTo>
                <a:moveTo>
                  <a:pt x="10530" y="0"/>
                </a:moveTo>
                <a:lnTo>
                  <a:pt x="10625" y="0"/>
                </a:lnTo>
                <a:lnTo>
                  <a:pt x="10625" y="19"/>
                </a:lnTo>
                <a:lnTo>
                  <a:pt x="10530" y="19"/>
                </a:lnTo>
                <a:lnTo>
                  <a:pt x="10530" y="0"/>
                </a:lnTo>
                <a:moveTo>
                  <a:pt x="10682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2" y="19"/>
                </a:lnTo>
                <a:lnTo>
                  <a:pt x="10682" y="0"/>
                </a:lnTo>
                <a:moveTo>
                  <a:pt x="10834" y="0"/>
                </a:moveTo>
                <a:lnTo>
                  <a:pt x="10930" y="0"/>
                </a:lnTo>
                <a:lnTo>
                  <a:pt x="10930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7" y="0"/>
                </a:moveTo>
                <a:lnTo>
                  <a:pt x="11082" y="0"/>
                </a:lnTo>
                <a:lnTo>
                  <a:pt x="11082" y="19"/>
                </a:lnTo>
                <a:lnTo>
                  <a:pt x="10987" y="19"/>
                </a:lnTo>
                <a:lnTo>
                  <a:pt x="10987" y="0"/>
                </a:lnTo>
                <a:moveTo>
                  <a:pt x="11139" y="0"/>
                </a:moveTo>
                <a:lnTo>
                  <a:pt x="11235" y="0"/>
                </a:lnTo>
                <a:lnTo>
                  <a:pt x="11235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2" y="0"/>
                </a:moveTo>
                <a:lnTo>
                  <a:pt x="11387" y="0"/>
                </a:lnTo>
                <a:lnTo>
                  <a:pt x="11387" y="19"/>
                </a:lnTo>
                <a:lnTo>
                  <a:pt x="11292" y="19"/>
                </a:lnTo>
                <a:lnTo>
                  <a:pt x="11292" y="0"/>
                </a:lnTo>
                <a:moveTo>
                  <a:pt x="11444" y="0"/>
                </a:moveTo>
                <a:lnTo>
                  <a:pt x="11540" y="0"/>
                </a:lnTo>
                <a:lnTo>
                  <a:pt x="11540" y="19"/>
                </a:lnTo>
                <a:lnTo>
                  <a:pt x="11444" y="19"/>
                </a:lnTo>
                <a:lnTo>
                  <a:pt x="11444" y="0"/>
                </a:lnTo>
                <a:moveTo>
                  <a:pt x="11597" y="0"/>
                </a:moveTo>
                <a:lnTo>
                  <a:pt x="11692" y="0"/>
                </a:lnTo>
                <a:lnTo>
                  <a:pt x="11692" y="19"/>
                </a:lnTo>
                <a:lnTo>
                  <a:pt x="11597" y="19"/>
                </a:lnTo>
                <a:lnTo>
                  <a:pt x="11597" y="0"/>
                </a:lnTo>
                <a:moveTo>
                  <a:pt x="11749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9" y="19"/>
                </a:lnTo>
                <a:lnTo>
                  <a:pt x="11749" y="0"/>
                </a:lnTo>
                <a:moveTo>
                  <a:pt x="11902" y="0"/>
                </a:moveTo>
                <a:lnTo>
                  <a:pt x="11997" y="0"/>
                </a:lnTo>
                <a:lnTo>
                  <a:pt x="11997" y="19"/>
                </a:lnTo>
                <a:lnTo>
                  <a:pt x="11902" y="19"/>
                </a:lnTo>
                <a:lnTo>
                  <a:pt x="11902" y="0"/>
                </a:lnTo>
                <a:moveTo>
                  <a:pt x="12054" y="0"/>
                </a:moveTo>
                <a:lnTo>
                  <a:pt x="12083" y="0"/>
                </a:lnTo>
                <a:lnTo>
                  <a:pt x="12083" y="85"/>
                </a:lnTo>
                <a:lnTo>
                  <a:pt x="12064" y="85"/>
                </a:lnTo>
                <a:lnTo>
                  <a:pt x="12064" y="9"/>
                </a:lnTo>
                <a:lnTo>
                  <a:pt x="12073" y="9"/>
                </a:lnTo>
                <a:lnTo>
                  <a:pt x="12073" y="19"/>
                </a:lnTo>
                <a:lnTo>
                  <a:pt x="12054" y="19"/>
                </a:lnTo>
                <a:lnTo>
                  <a:pt x="12054" y="0"/>
                </a:lnTo>
                <a:moveTo>
                  <a:pt x="12083" y="143"/>
                </a:moveTo>
                <a:lnTo>
                  <a:pt x="12083" y="239"/>
                </a:lnTo>
                <a:lnTo>
                  <a:pt x="12064" y="239"/>
                </a:lnTo>
                <a:lnTo>
                  <a:pt x="12064" y="143"/>
                </a:lnTo>
                <a:lnTo>
                  <a:pt x="12083" y="143"/>
                </a:lnTo>
                <a:moveTo>
                  <a:pt x="12083" y="296"/>
                </a:moveTo>
                <a:lnTo>
                  <a:pt x="12083" y="391"/>
                </a:lnTo>
                <a:lnTo>
                  <a:pt x="12064" y="391"/>
                </a:lnTo>
                <a:lnTo>
                  <a:pt x="12064" y="296"/>
                </a:lnTo>
                <a:lnTo>
                  <a:pt x="12083" y="296"/>
                </a:lnTo>
                <a:moveTo>
                  <a:pt x="12083" y="448"/>
                </a:moveTo>
                <a:lnTo>
                  <a:pt x="12083" y="543"/>
                </a:lnTo>
                <a:lnTo>
                  <a:pt x="12064" y="543"/>
                </a:lnTo>
                <a:lnTo>
                  <a:pt x="12064" y="448"/>
                </a:lnTo>
                <a:lnTo>
                  <a:pt x="12083" y="448"/>
                </a:lnTo>
                <a:moveTo>
                  <a:pt x="12083" y="600"/>
                </a:moveTo>
                <a:lnTo>
                  <a:pt x="12083" y="696"/>
                </a:lnTo>
                <a:lnTo>
                  <a:pt x="12064" y="696"/>
                </a:lnTo>
                <a:lnTo>
                  <a:pt x="12064" y="600"/>
                </a:lnTo>
                <a:lnTo>
                  <a:pt x="12083" y="600"/>
                </a:lnTo>
                <a:moveTo>
                  <a:pt x="12083" y="753"/>
                </a:moveTo>
                <a:lnTo>
                  <a:pt x="12083" y="848"/>
                </a:lnTo>
                <a:lnTo>
                  <a:pt x="12064" y="848"/>
                </a:lnTo>
                <a:lnTo>
                  <a:pt x="12064" y="753"/>
                </a:lnTo>
                <a:lnTo>
                  <a:pt x="12083" y="753"/>
                </a:lnTo>
                <a:moveTo>
                  <a:pt x="12083" y="905"/>
                </a:moveTo>
                <a:lnTo>
                  <a:pt x="12083" y="933"/>
                </a:lnTo>
                <a:lnTo>
                  <a:pt x="11997" y="933"/>
                </a:lnTo>
                <a:lnTo>
                  <a:pt x="11997" y="914"/>
                </a:lnTo>
                <a:lnTo>
                  <a:pt x="12073" y="914"/>
                </a:lnTo>
                <a:lnTo>
                  <a:pt x="12073" y="924"/>
                </a:lnTo>
                <a:lnTo>
                  <a:pt x="12064" y="924"/>
                </a:lnTo>
                <a:lnTo>
                  <a:pt x="12064" y="905"/>
                </a:lnTo>
                <a:lnTo>
                  <a:pt x="12083" y="905"/>
                </a:lnTo>
                <a:moveTo>
                  <a:pt x="11940" y="933"/>
                </a:moveTo>
                <a:lnTo>
                  <a:pt x="11844" y="933"/>
                </a:lnTo>
                <a:lnTo>
                  <a:pt x="11844" y="914"/>
                </a:lnTo>
                <a:lnTo>
                  <a:pt x="11940" y="914"/>
                </a:lnTo>
                <a:lnTo>
                  <a:pt x="11940" y="933"/>
                </a:lnTo>
                <a:moveTo>
                  <a:pt x="11787" y="933"/>
                </a:moveTo>
                <a:lnTo>
                  <a:pt x="11692" y="933"/>
                </a:lnTo>
                <a:lnTo>
                  <a:pt x="11692" y="914"/>
                </a:lnTo>
                <a:lnTo>
                  <a:pt x="11787" y="914"/>
                </a:lnTo>
                <a:lnTo>
                  <a:pt x="11787" y="933"/>
                </a:lnTo>
                <a:moveTo>
                  <a:pt x="11635" y="933"/>
                </a:moveTo>
                <a:lnTo>
                  <a:pt x="11540" y="933"/>
                </a:lnTo>
                <a:lnTo>
                  <a:pt x="11540" y="914"/>
                </a:lnTo>
                <a:lnTo>
                  <a:pt x="11635" y="914"/>
                </a:lnTo>
                <a:lnTo>
                  <a:pt x="11635" y="933"/>
                </a:lnTo>
                <a:moveTo>
                  <a:pt x="11482" y="933"/>
                </a:moveTo>
                <a:lnTo>
                  <a:pt x="11387" y="933"/>
                </a:lnTo>
                <a:lnTo>
                  <a:pt x="11387" y="914"/>
                </a:lnTo>
                <a:lnTo>
                  <a:pt x="11482" y="914"/>
                </a:lnTo>
                <a:lnTo>
                  <a:pt x="11482" y="933"/>
                </a:lnTo>
                <a:moveTo>
                  <a:pt x="11330" y="933"/>
                </a:moveTo>
                <a:lnTo>
                  <a:pt x="11235" y="933"/>
                </a:lnTo>
                <a:lnTo>
                  <a:pt x="11235" y="914"/>
                </a:lnTo>
                <a:lnTo>
                  <a:pt x="11330" y="914"/>
                </a:lnTo>
                <a:lnTo>
                  <a:pt x="11330" y="933"/>
                </a:lnTo>
                <a:moveTo>
                  <a:pt x="11177" y="933"/>
                </a:moveTo>
                <a:lnTo>
                  <a:pt x="11082" y="933"/>
                </a:lnTo>
                <a:lnTo>
                  <a:pt x="11082" y="914"/>
                </a:lnTo>
                <a:lnTo>
                  <a:pt x="11177" y="914"/>
                </a:lnTo>
                <a:lnTo>
                  <a:pt x="11177" y="933"/>
                </a:lnTo>
                <a:moveTo>
                  <a:pt x="11025" y="933"/>
                </a:moveTo>
                <a:lnTo>
                  <a:pt x="10930" y="933"/>
                </a:lnTo>
                <a:lnTo>
                  <a:pt x="10930" y="914"/>
                </a:lnTo>
                <a:lnTo>
                  <a:pt x="11025" y="914"/>
                </a:lnTo>
                <a:lnTo>
                  <a:pt x="11025" y="933"/>
                </a:lnTo>
                <a:moveTo>
                  <a:pt x="10873" y="933"/>
                </a:moveTo>
                <a:lnTo>
                  <a:pt x="10777" y="933"/>
                </a:lnTo>
                <a:lnTo>
                  <a:pt x="10777" y="914"/>
                </a:lnTo>
                <a:lnTo>
                  <a:pt x="10873" y="914"/>
                </a:lnTo>
                <a:lnTo>
                  <a:pt x="10873" y="933"/>
                </a:lnTo>
                <a:moveTo>
                  <a:pt x="10720" y="933"/>
                </a:moveTo>
                <a:lnTo>
                  <a:pt x="10625" y="933"/>
                </a:lnTo>
                <a:lnTo>
                  <a:pt x="10625" y="914"/>
                </a:lnTo>
                <a:lnTo>
                  <a:pt x="10720" y="914"/>
                </a:lnTo>
                <a:lnTo>
                  <a:pt x="10720" y="933"/>
                </a:lnTo>
                <a:moveTo>
                  <a:pt x="10568" y="933"/>
                </a:moveTo>
                <a:lnTo>
                  <a:pt x="10472" y="933"/>
                </a:lnTo>
                <a:lnTo>
                  <a:pt x="10472" y="914"/>
                </a:lnTo>
                <a:lnTo>
                  <a:pt x="10568" y="914"/>
                </a:lnTo>
                <a:lnTo>
                  <a:pt x="10568" y="933"/>
                </a:lnTo>
                <a:moveTo>
                  <a:pt x="10415" y="933"/>
                </a:moveTo>
                <a:lnTo>
                  <a:pt x="10320" y="933"/>
                </a:lnTo>
                <a:lnTo>
                  <a:pt x="10320" y="914"/>
                </a:lnTo>
                <a:lnTo>
                  <a:pt x="10415" y="914"/>
                </a:lnTo>
                <a:lnTo>
                  <a:pt x="10415" y="933"/>
                </a:lnTo>
                <a:moveTo>
                  <a:pt x="10263" y="933"/>
                </a:moveTo>
                <a:lnTo>
                  <a:pt x="10168" y="933"/>
                </a:lnTo>
                <a:lnTo>
                  <a:pt x="10168" y="914"/>
                </a:lnTo>
                <a:lnTo>
                  <a:pt x="10263" y="914"/>
                </a:lnTo>
                <a:lnTo>
                  <a:pt x="10263" y="933"/>
                </a:lnTo>
                <a:moveTo>
                  <a:pt x="10110" y="933"/>
                </a:moveTo>
                <a:lnTo>
                  <a:pt x="10015" y="933"/>
                </a:lnTo>
                <a:lnTo>
                  <a:pt x="10015" y="914"/>
                </a:lnTo>
                <a:lnTo>
                  <a:pt x="10110" y="914"/>
                </a:lnTo>
                <a:lnTo>
                  <a:pt x="10110" y="933"/>
                </a:lnTo>
                <a:moveTo>
                  <a:pt x="9958" y="933"/>
                </a:moveTo>
                <a:lnTo>
                  <a:pt x="9863" y="933"/>
                </a:lnTo>
                <a:lnTo>
                  <a:pt x="9863" y="914"/>
                </a:lnTo>
                <a:lnTo>
                  <a:pt x="9958" y="914"/>
                </a:lnTo>
                <a:lnTo>
                  <a:pt x="9958" y="933"/>
                </a:lnTo>
                <a:moveTo>
                  <a:pt x="9805" y="933"/>
                </a:moveTo>
                <a:lnTo>
                  <a:pt x="9710" y="933"/>
                </a:lnTo>
                <a:lnTo>
                  <a:pt x="9710" y="914"/>
                </a:lnTo>
                <a:lnTo>
                  <a:pt x="9805" y="914"/>
                </a:lnTo>
                <a:lnTo>
                  <a:pt x="9805" y="933"/>
                </a:lnTo>
                <a:moveTo>
                  <a:pt x="9653" y="933"/>
                </a:moveTo>
                <a:lnTo>
                  <a:pt x="9558" y="933"/>
                </a:lnTo>
                <a:lnTo>
                  <a:pt x="9558" y="914"/>
                </a:lnTo>
                <a:lnTo>
                  <a:pt x="9653" y="914"/>
                </a:lnTo>
                <a:lnTo>
                  <a:pt x="9653" y="933"/>
                </a:lnTo>
                <a:moveTo>
                  <a:pt x="9501" y="933"/>
                </a:moveTo>
                <a:lnTo>
                  <a:pt x="9405" y="933"/>
                </a:lnTo>
                <a:lnTo>
                  <a:pt x="9405" y="914"/>
                </a:lnTo>
                <a:lnTo>
                  <a:pt x="9501" y="914"/>
                </a:lnTo>
                <a:lnTo>
                  <a:pt x="9501" y="933"/>
                </a:lnTo>
                <a:moveTo>
                  <a:pt x="9348" y="933"/>
                </a:moveTo>
                <a:lnTo>
                  <a:pt x="9253" y="933"/>
                </a:lnTo>
                <a:lnTo>
                  <a:pt x="9253" y="914"/>
                </a:lnTo>
                <a:lnTo>
                  <a:pt x="9348" y="914"/>
                </a:lnTo>
                <a:lnTo>
                  <a:pt x="9348" y="933"/>
                </a:lnTo>
                <a:moveTo>
                  <a:pt x="9196" y="933"/>
                </a:moveTo>
                <a:lnTo>
                  <a:pt x="9100" y="933"/>
                </a:lnTo>
                <a:lnTo>
                  <a:pt x="9100" y="914"/>
                </a:lnTo>
                <a:lnTo>
                  <a:pt x="9196" y="914"/>
                </a:lnTo>
                <a:lnTo>
                  <a:pt x="9196" y="933"/>
                </a:lnTo>
                <a:moveTo>
                  <a:pt x="9043" y="933"/>
                </a:moveTo>
                <a:lnTo>
                  <a:pt x="8948" y="933"/>
                </a:lnTo>
                <a:lnTo>
                  <a:pt x="8948" y="914"/>
                </a:lnTo>
                <a:lnTo>
                  <a:pt x="9043" y="914"/>
                </a:lnTo>
                <a:lnTo>
                  <a:pt x="9043" y="933"/>
                </a:lnTo>
                <a:moveTo>
                  <a:pt x="8891" y="933"/>
                </a:moveTo>
                <a:lnTo>
                  <a:pt x="8795" y="933"/>
                </a:lnTo>
                <a:lnTo>
                  <a:pt x="8795" y="914"/>
                </a:lnTo>
                <a:lnTo>
                  <a:pt x="8891" y="914"/>
                </a:lnTo>
                <a:lnTo>
                  <a:pt x="8891" y="933"/>
                </a:lnTo>
                <a:moveTo>
                  <a:pt x="8738" y="933"/>
                </a:moveTo>
                <a:lnTo>
                  <a:pt x="8643" y="933"/>
                </a:lnTo>
                <a:lnTo>
                  <a:pt x="8643" y="914"/>
                </a:lnTo>
                <a:lnTo>
                  <a:pt x="8738" y="914"/>
                </a:lnTo>
                <a:lnTo>
                  <a:pt x="8738" y="933"/>
                </a:lnTo>
                <a:moveTo>
                  <a:pt x="8586" y="933"/>
                </a:moveTo>
                <a:lnTo>
                  <a:pt x="8491" y="933"/>
                </a:lnTo>
                <a:lnTo>
                  <a:pt x="8491" y="914"/>
                </a:lnTo>
                <a:lnTo>
                  <a:pt x="8586" y="914"/>
                </a:lnTo>
                <a:lnTo>
                  <a:pt x="8586" y="933"/>
                </a:lnTo>
                <a:moveTo>
                  <a:pt x="8433" y="933"/>
                </a:moveTo>
                <a:lnTo>
                  <a:pt x="8338" y="933"/>
                </a:lnTo>
                <a:lnTo>
                  <a:pt x="8338" y="914"/>
                </a:lnTo>
                <a:lnTo>
                  <a:pt x="8433" y="914"/>
                </a:lnTo>
                <a:lnTo>
                  <a:pt x="8433" y="933"/>
                </a:lnTo>
                <a:moveTo>
                  <a:pt x="8281" y="933"/>
                </a:moveTo>
                <a:lnTo>
                  <a:pt x="8186" y="933"/>
                </a:lnTo>
                <a:lnTo>
                  <a:pt x="8186" y="914"/>
                </a:lnTo>
                <a:lnTo>
                  <a:pt x="8281" y="914"/>
                </a:lnTo>
                <a:lnTo>
                  <a:pt x="8281" y="933"/>
                </a:lnTo>
                <a:moveTo>
                  <a:pt x="8129" y="933"/>
                </a:moveTo>
                <a:lnTo>
                  <a:pt x="8033" y="933"/>
                </a:lnTo>
                <a:lnTo>
                  <a:pt x="8033" y="914"/>
                </a:lnTo>
                <a:lnTo>
                  <a:pt x="8129" y="914"/>
                </a:lnTo>
                <a:lnTo>
                  <a:pt x="8129" y="933"/>
                </a:lnTo>
                <a:moveTo>
                  <a:pt x="7976" y="933"/>
                </a:moveTo>
                <a:lnTo>
                  <a:pt x="7881" y="933"/>
                </a:lnTo>
                <a:lnTo>
                  <a:pt x="7881" y="914"/>
                </a:lnTo>
                <a:lnTo>
                  <a:pt x="7976" y="914"/>
                </a:lnTo>
                <a:lnTo>
                  <a:pt x="7976" y="933"/>
                </a:lnTo>
                <a:moveTo>
                  <a:pt x="7824" y="933"/>
                </a:moveTo>
                <a:lnTo>
                  <a:pt x="7728" y="933"/>
                </a:lnTo>
                <a:lnTo>
                  <a:pt x="7728" y="914"/>
                </a:lnTo>
                <a:lnTo>
                  <a:pt x="7824" y="914"/>
                </a:lnTo>
                <a:lnTo>
                  <a:pt x="7824" y="933"/>
                </a:lnTo>
                <a:moveTo>
                  <a:pt x="7671" y="933"/>
                </a:moveTo>
                <a:lnTo>
                  <a:pt x="7576" y="933"/>
                </a:lnTo>
                <a:lnTo>
                  <a:pt x="7576" y="914"/>
                </a:lnTo>
                <a:lnTo>
                  <a:pt x="7671" y="914"/>
                </a:lnTo>
                <a:lnTo>
                  <a:pt x="7671" y="933"/>
                </a:lnTo>
                <a:moveTo>
                  <a:pt x="7519" y="933"/>
                </a:moveTo>
                <a:lnTo>
                  <a:pt x="7423" y="933"/>
                </a:lnTo>
                <a:lnTo>
                  <a:pt x="7423" y="914"/>
                </a:lnTo>
                <a:lnTo>
                  <a:pt x="7519" y="914"/>
                </a:lnTo>
                <a:lnTo>
                  <a:pt x="7519" y="933"/>
                </a:lnTo>
                <a:moveTo>
                  <a:pt x="7366" y="933"/>
                </a:moveTo>
                <a:lnTo>
                  <a:pt x="7271" y="933"/>
                </a:lnTo>
                <a:lnTo>
                  <a:pt x="7271" y="914"/>
                </a:lnTo>
                <a:lnTo>
                  <a:pt x="7366" y="914"/>
                </a:lnTo>
                <a:lnTo>
                  <a:pt x="7366" y="933"/>
                </a:lnTo>
                <a:moveTo>
                  <a:pt x="7214" y="933"/>
                </a:moveTo>
                <a:lnTo>
                  <a:pt x="7119" y="933"/>
                </a:lnTo>
                <a:lnTo>
                  <a:pt x="7119" y="914"/>
                </a:lnTo>
                <a:lnTo>
                  <a:pt x="7214" y="914"/>
                </a:lnTo>
                <a:lnTo>
                  <a:pt x="7214" y="933"/>
                </a:lnTo>
                <a:moveTo>
                  <a:pt x="7061" y="933"/>
                </a:moveTo>
                <a:lnTo>
                  <a:pt x="6966" y="933"/>
                </a:lnTo>
                <a:lnTo>
                  <a:pt x="6966" y="914"/>
                </a:lnTo>
                <a:lnTo>
                  <a:pt x="7061" y="914"/>
                </a:lnTo>
                <a:lnTo>
                  <a:pt x="7061" y="933"/>
                </a:lnTo>
                <a:moveTo>
                  <a:pt x="6909" y="933"/>
                </a:moveTo>
                <a:lnTo>
                  <a:pt x="6814" y="933"/>
                </a:lnTo>
                <a:lnTo>
                  <a:pt x="6814" y="914"/>
                </a:lnTo>
                <a:lnTo>
                  <a:pt x="6909" y="914"/>
                </a:lnTo>
                <a:lnTo>
                  <a:pt x="6909" y="933"/>
                </a:lnTo>
                <a:moveTo>
                  <a:pt x="6757" y="933"/>
                </a:moveTo>
                <a:lnTo>
                  <a:pt x="6661" y="933"/>
                </a:lnTo>
                <a:lnTo>
                  <a:pt x="6661" y="914"/>
                </a:lnTo>
                <a:lnTo>
                  <a:pt x="6757" y="914"/>
                </a:lnTo>
                <a:lnTo>
                  <a:pt x="6757" y="933"/>
                </a:lnTo>
                <a:moveTo>
                  <a:pt x="6604" y="933"/>
                </a:moveTo>
                <a:lnTo>
                  <a:pt x="6509" y="933"/>
                </a:lnTo>
                <a:lnTo>
                  <a:pt x="6509" y="914"/>
                </a:lnTo>
                <a:lnTo>
                  <a:pt x="6604" y="914"/>
                </a:lnTo>
                <a:lnTo>
                  <a:pt x="6604" y="933"/>
                </a:lnTo>
                <a:moveTo>
                  <a:pt x="6452" y="933"/>
                </a:moveTo>
                <a:lnTo>
                  <a:pt x="6356" y="933"/>
                </a:lnTo>
                <a:lnTo>
                  <a:pt x="6356" y="914"/>
                </a:lnTo>
                <a:lnTo>
                  <a:pt x="6452" y="914"/>
                </a:lnTo>
                <a:lnTo>
                  <a:pt x="6452" y="933"/>
                </a:lnTo>
                <a:moveTo>
                  <a:pt x="6299" y="933"/>
                </a:moveTo>
                <a:lnTo>
                  <a:pt x="6204" y="933"/>
                </a:lnTo>
                <a:lnTo>
                  <a:pt x="6204" y="914"/>
                </a:lnTo>
                <a:lnTo>
                  <a:pt x="6299" y="914"/>
                </a:lnTo>
                <a:lnTo>
                  <a:pt x="6299" y="933"/>
                </a:lnTo>
                <a:moveTo>
                  <a:pt x="6147" y="933"/>
                </a:moveTo>
                <a:lnTo>
                  <a:pt x="6051" y="933"/>
                </a:lnTo>
                <a:lnTo>
                  <a:pt x="6051" y="914"/>
                </a:lnTo>
                <a:lnTo>
                  <a:pt x="6147" y="914"/>
                </a:lnTo>
                <a:lnTo>
                  <a:pt x="6147" y="933"/>
                </a:lnTo>
                <a:moveTo>
                  <a:pt x="5994" y="933"/>
                </a:moveTo>
                <a:lnTo>
                  <a:pt x="5899" y="933"/>
                </a:lnTo>
                <a:lnTo>
                  <a:pt x="5899" y="914"/>
                </a:lnTo>
                <a:lnTo>
                  <a:pt x="5994" y="914"/>
                </a:lnTo>
                <a:lnTo>
                  <a:pt x="5994" y="933"/>
                </a:lnTo>
                <a:moveTo>
                  <a:pt x="5842" y="933"/>
                </a:moveTo>
                <a:lnTo>
                  <a:pt x="5747" y="933"/>
                </a:lnTo>
                <a:lnTo>
                  <a:pt x="5747" y="914"/>
                </a:lnTo>
                <a:lnTo>
                  <a:pt x="5842" y="914"/>
                </a:lnTo>
                <a:lnTo>
                  <a:pt x="5842" y="933"/>
                </a:lnTo>
                <a:moveTo>
                  <a:pt x="5689" y="933"/>
                </a:moveTo>
                <a:lnTo>
                  <a:pt x="5594" y="933"/>
                </a:lnTo>
                <a:lnTo>
                  <a:pt x="5594" y="914"/>
                </a:lnTo>
                <a:lnTo>
                  <a:pt x="5689" y="914"/>
                </a:lnTo>
                <a:lnTo>
                  <a:pt x="5689" y="933"/>
                </a:lnTo>
                <a:moveTo>
                  <a:pt x="5537" y="933"/>
                </a:moveTo>
                <a:lnTo>
                  <a:pt x="5442" y="933"/>
                </a:lnTo>
                <a:lnTo>
                  <a:pt x="5442" y="914"/>
                </a:lnTo>
                <a:lnTo>
                  <a:pt x="5537" y="914"/>
                </a:lnTo>
                <a:lnTo>
                  <a:pt x="5537" y="933"/>
                </a:lnTo>
                <a:moveTo>
                  <a:pt x="5385" y="933"/>
                </a:moveTo>
                <a:lnTo>
                  <a:pt x="5289" y="933"/>
                </a:lnTo>
                <a:lnTo>
                  <a:pt x="5289" y="914"/>
                </a:lnTo>
                <a:lnTo>
                  <a:pt x="5385" y="914"/>
                </a:lnTo>
                <a:lnTo>
                  <a:pt x="5385" y="933"/>
                </a:lnTo>
                <a:moveTo>
                  <a:pt x="5232" y="933"/>
                </a:moveTo>
                <a:lnTo>
                  <a:pt x="5137" y="933"/>
                </a:lnTo>
                <a:lnTo>
                  <a:pt x="5137" y="914"/>
                </a:lnTo>
                <a:lnTo>
                  <a:pt x="5232" y="914"/>
                </a:lnTo>
                <a:lnTo>
                  <a:pt x="5232" y="933"/>
                </a:lnTo>
                <a:moveTo>
                  <a:pt x="5080" y="933"/>
                </a:moveTo>
                <a:lnTo>
                  <a:pt x="4984" y="933"/>
                </a:lnTo>
                <a:lnTo>
                  <a:pt x="4984" y="914"/>
                </a:lnTo>
                <a:lnTo>
                  <a:pt x="5080" y="914"/>
                </a:lnTo>
                <a:lnTo>
                  <a:pt x="5080" y="933"/>
                </a:lnTo>
                <a:moveTo>
                  <a:pt x="4927" y="933"/>
                </a:moveTo>
                <a:lnTo>
                  <a:pt x="4832" y="933"/>
                </a:lnTo>
                <a:lnTo>
                  <a:pt x="4832" y="914"/>
                </a:lnTo>
                <a:lnTo>
                  <a:pt x="4927" y="914"/>
                </a:lnTo>
                <a:lnTo>
                  <a:pt x="4927" y="933"/>
                </a:lnTo>
                <a:moveTo>
                  <a:pt x="4775" y="933"/>
                </a:moveTo>
                <a:lnTo>
                  <a:pt x="4679" y="933"/>
                </a:lnTo>
                <a:lnTo>
                  <a:pt x="4679" y="914"/>
                </a:lnTo>
                <a:lnTo>
                  <a:pt x="4775" y="914"/>
                </a:lnTo>
                <a:lnTo>
                  <a:pt x="4775" y="933"/>
                </a:lnTo>
                <a:moveTo>
                  <a:pt x="4622" y="933"/>
                </a:moveTo>
                <a:lnTo>
                  <a:pt x="4527" y="933"/>
                </a:lnTo>
                <a:lnTo>
                  <a:pt x="4527" y="914"/>
                </a:lnTo>
                <a:lnTo>
                  <a:pt x="4622" y="914"/>
                </a:lnTo>
                <a:lnTo>
                  <a:pt x="4622" y="933"/>
                </a:lnTo>
                <a:moveTo>
                  <a:pt x="4470" y="933"/>
                </a:moveTo>
                <a:lnTo>
                  <a:pt x="4375" y="933"/>
                </a:lnTo>
                <a:lnTo>
                  <a:pt x="4375" y="914"/>
                </a:lnTo>
                <a:lnTo>
                  <a:pt x="4470" y="914"/>
                </a:lnTo>
                <a:lnTo>
                  <a:pt x="4470" y="933"/>
                </a:lnTo>
                <a:moveTo>
                  <a:pt x="4317" y="933"/>
                </a:moveTo>
                <a:lnTo>
                  <a:pt x="4222" y="933"/>
                </a:lnTo>
                <a:lnTo>
                  <a:pt x="4222" y="914"/>
                </a:lnTo>
                <a:lnTo>
                  <a:pt x="4317" y="914"/>
                </a:lnTo>
                <a:lnTo>
                  <a:pt x="4317" y="933"/>
                </a:lnTo>
                <a:moveTo>
                  <a:pt x="4165" y="933"/>
                </a:moveTo>
                <a:lnTo>
                  <a:pt x="4070" y="933"/>
                </a:lnTo>
                <a:lnTo>
                  <a:pt x="4070" y="914"/>
                </a:lnTo>
                <a:lnTo>
                  <a:pt x="4165" y="914"/>
                </a:lnTo>
                <a:lnTo>
                  <a:pt x="4165" y="933"/>
                </a:lnTo>
                <a:moveTo>
                  <a:pt x="4013" y="933"/>
                </a:moveTo>
                <a:lnTo>
                  <a:pt x="3917" y="933"/>
                </a:lnTo>
                <a:lnTo>
                  <a:pt x="3917" y="914"/>
                </a:lnTo>
                <a:lnTo>
                  <a:pt x="4013" y="914"/>
                </a:lnTo>
                <a:lnTo>
                  <a:pt x="4013" y="933"/>
                </a:lnTo>
                <a:moveTo>
                  <a:pt x="3860" y="933"/>
                </a:moveTo>
                <a:lnTo>
                  <a:pt x="3765" y="933"/>
                </a:lnTo>
                <a:lnTo>
                  <a:pt x="3765" y="914"/>
                </a:lnTo>
                <a:lnTo>
                  <a:pt x="3860" y="914"/>
                </a:lnTo>
                <a:lnTo>
                  <a:pt x="3860" y="933"/>
                </a:lnTo>
                <a:moveTo>
                  <a:pt x="3708" y="933"/>
                </a:moveTo>
                <a:lnTo>
                  <a:pt x="3612" y="933"/>
                </a:lnTo>
                <a:lnTo>
                  <a:pt x="3612" y="914"/>
                </a:lnTo>
                <a:lnTo>
                  <a:pt x="3708" y="914"/>
                </a:lnTo>
                <a:lnTo>
                  <a:pt x="3708" y="933"/>
                </a:lnTo>
                <a:moveTo>
                  <a:pt x="3555" y="933"/>
                </a:moveTo>
                <a:lnTo>
                  <a:pt x="3460" y="933"/>
                </a:lnTo>
                <a:lnTo>
                  <a:pt x="3460" y="914"/>
                </a:lnTo>
                <a:lnTo>
                  <a:pt x="3555" y="914"/>
                </a:lnTo>
                <a:lnTo>
                  <a:pt x="3555" y="933"/>
                </a:lnTo>
                <a:moveTo>
                  <a:pt x="3403" y="933"/>
                </a:moveTo>
                <a:lnTo>
                  <a:pt x="3307" y="933"/>
                </a:lnTo>
                <a:lnTo>
                  <a:pt x="3307" y="914"/>
                </a:lnTo>
                <a:lnTo>
                  <a:pt x="3403" y="914"/>
                </a:lnTo>
                <a:lnTo>
                  <a:pt x="3403" y="933"/>
                </a:lnTo>
                <a:moveTo>
                  <a:pt x="3250" y="933"/>
                </a:moveTo>
                <a:lnTo>
                  <a:pt x="3155" y="933"/>
                </a:lnTo>
                <a:lnTo>
                  <a:pt x="3155" y="914"/>
                </a:lnTo>
                <a:lnTo>
                  <a:pt x="3250" y="914"/>
                </a:lnTo>
                <a:lnTo>
                  <a:pt x="3250" y="933"/>
                </a:lnTo>
                <a:moveTo>
                  <a:pt x="3098" y="933"/>
                </a:moveTo>
                <a:lnTo>
                  <a:pt x="3003" y="933"/>
                </a:lnTo>
                <a:lnTo>
                  <a:pt x="3003" y="914"/>
                </a:lnTo>
                <a:lnTo>
                  <a:pt x="3098" y="914"/>
                </a:lnTo>
                <a:lnTo>
                  <a:pt x="3098" y="933"/>
                </a:lnTo>
                <a:moveTo>
                  <a:pt x="2945" y="933"/>
                </a:moveTo>
                <a:lnTo>
                  <a:pt x="2850" y="933"/>
                </a:lnTo>
                <a:lnTo>
                  <a:pt x="2850" y="914"/>
                </a:lnTo>
                <a:lnTo>
                  <a:pt x="2945" y="914"/>
                </a:lnTo>
                <a:lnTo>
                  <a:pt x="2945" y="933"/>
                </a:lnTo>
                <a:moveTo>
                  <a:pt x="2793" y="933"/>
                </a:moveTo>
                <a:lnTo>
                  <a:pt x="2698" y="933"/>
                </a:lnTo>
                <a:lnTo>
                  <a:pt x="2698" y="914"/>
                </a:lnTo>
                <a:lnTo>
                  <a:pt x="2793" y="914"/>
                </a:lnTo>
                <a:lnTo>
                  <a:pt x="2793" y="933"/>
                </a:lnTo>
                <a:moveTo>
                  <a:pt x="2641" y="933"/>
                </a:moveTo>
                <a:lnTo>
                  <a:pt x="2545" y="933"/>
                </a:lnTo>
                <a:lnTo>
                  <a:pt x="2545" y="914"/>
                </a:lnTo>
                <a:lnTo>
                  <a:pt x="2641" y="914"/>
                </a:lnTo>
                <a:lnTo>
                  <a:pt x="2641" y="933"/>
                </a:lnTo>
                <a:moveTo>
                  <a:pt x="2488" y="933"/>
                </a:moveTo>
                <a:lnTo>
                  <a:pt x="2393" y="933"/>
                </a:lnTo>
                <a:lnTo>
                  <a:pt x="2393" y="914"/>
                </a:lnTo>
                <a:lnTo>
                  <a:pt x="2488" y="914"/>
                </a:lnTo>
                <a:lnTo>
                  <a:pt x="2488" y="933"/>
                </a:lnTo>
                <a:moveTo>
                  <a:pt x="2336" y="933"/>
                </a:moveTo>
                <a:lnTo>
                  <a:pt x="2240" y="933"/>
                </a:lnTo>
                <a:lnTo>
                  <a:pt x="2240" y="914"/>
                </a:lnTo>
                <a:lnTo>
                  <a:pt x="2336" y="914"/>
                </a:lnTo>
                <a:lnTo>
                  <a:pt x="2336" y="933"/>
                </a:lnTo>
                <a:moveTo>
                  <a:pt x="2183" y="933"/>
                </a:moveTo>
                <a:lnTo>
                  <a:pt x="2088" y="933"/>
                </a:lnTo>
                <a:lnTo>
                  <a:pt x="2088" y="914"/>
                </a:lnTo>
                <a:lnTo>
                  <a:pt x="2183" y="914"/>
                </a:lnTo>
                <a:lnTo>
                  <a:pt x="2183" y="933"/>
                </a:lnTo>
                <a:moveTo>
                  <a:pt x="2031" y="933"/>
                </a:moveTo>
                <a:lnTo>
                  <a:pt x="1935" y="933"/>
                </a:lnTo>
                <a:lnTo>
                  <a:pt x="1935" y="914"/>
                </a:lnTo>
                <a:lnTo>
                  <a:pt x="2031" y="914"/>
                </a:lnTo>
                <a:lnTo>
                  <a:pt x="2031" y="933"/>
                </a:lnTo>
                <a:moveTo>
                  <a:pt x="1877" y="933"/>
                </a:moveTo>
                <a:lnTo>
                  <a:pt x="1782" y="933"/>
                </a:lnTo>
                <a:lnTo>
                  <a:pt x="1782" y="914"/>
                </a:lnTo>
                <a:lnTo>
                  <a:pt x="1877" y="914"/>
                </a:lnTo>
                <a:lnTo>
                  <a:pt x="1877" y="933"/>
                </a:lnTo>
                <a:moveTo>
                  <a:pt x="1725" y="933"/>
                </a:moveTo>
                <a:lnTo>
                  <a:pt x="1630" y="933"/>
                </a:lnTo>
                <a:lnTo>
                  <a:pt x="1630" y="914"/>
                </a:lnTo>
                <a:lnTo>
                  <a:pt x="1725" y="914"/>
                </a:lnTo>
                <a:lnTo>
                  <a:pt x="1725" y="933"/>
                </a:lnTo>
                <a:moveTo>
                  <a:pt x="1572" y="933"/>
                </a:moveTo>
                <a:lnTo>
                  <a:pt x="1477" y="933"/>
                </a:lnTo>
                <a:lnTo>
                  <a:pt x="1477" y="914"/>
                </a:lnTo>
                <a:lnTo>
                  <a:pt x="1572" y="914"/>
                </a:lnTo>
                <a:lnTo>
                  <a:pt x="1572" y="933"/>
                </a:lnTo>
                <a:moveTo>
                  <a:pt x="1420" y="933"/>
                </a:moveTo>
                <a:lnTo>
                  <a:pt x="1325" y="933"/>
                </a:lnTo>
                <a:lnTo>
                  <a:pt x="1325" y="914"/>
                </a:lnTo>
                <a:lnTo>
                  <a:pt x="1420" y="914"/>
                </a:lnTo>
                <a:lnTo>
                  <a:pt x="1420" y="933"/>
                </a:lnTo>
                <a:moveTo>
                  <a:pt x="1268" y="933"/>
                </a:moveTo>
                <a:lnTo>
                  <a:pt x="1172" y="933"/>
                </a:lnTo>
                <a:lnTo>
                  <a:pt x="1172" y="914"/>
                </a:lnTo>
                <a:lnTo>
                  <a:pt x="1268" y="914"/>
                </a:lnTo>
                <a:lnTo>
                  <a:pt x="1268" y="933"/>
                </a:lnTo>
                <a:moveTo>
                  <a:pt x="1115" y="933"/>
                </a:moveTo>
                <a:lnTo>
                  <a:pt x="1020" y="933"/>
                </a:lnTo>
                <a:lnTo>
                  <a:pt x="1020" y="914"/>
                </a:lnTo>
                <a:lnTo>
                  <a:pt x="1115" y="914"/>
                </a:lnTo>
                <a:lnTo>
                  <a:pt x="1115" y="933"/>
                </a:lnTo>
                <a:moveTo>
                  <a:pt x="963" y="933"/>
                </a:moveTo>
                <a:lnTo>
                  <a:pt x="867" y="933"/>
                </a:lnTo>
                <a:lnTo>
                  <a:pt x="867" y="914"/>
                </a:lnTo>
                <a:lnTo>
                  <a:pt x="963" y="914"/>
                </a:lnTo>
                <a:lnTo>
                  <a:pt x="963" y="933"/>
                </a:lnTo>
                <a:moveTo>
                  <a:pt x="810" y="933"/>
                </a:moveTo>
                <a:lnTo>
                  <a:pt x="715" y="933"/>
                </a:lnTo>
                <a:lnTo>
                  <a:pt x="715" y="914"/>
                </a:lnTo>
                <a:lnTo>
                  <a:pt x="810" y="914"/>
                </a:lnTo>
                <a:lnTo>
                  <a:pt x="810" y="933"/>
                </a:lnTo>
                <a:moveTo>
                  <a:pt x="658" y="933"/>
                </a:moveTo>
                <a:lnTo>
                  <a:pt x="562" y="933"/>
                </a:lnTo>
                <a:lnTo>
                  <a:pt x="562" y="914"/>
                </a:lnTo>
                <a:lnTo>
                  <a:pt x="658" y="914"/>
                </a:lnTo>
                <a:lnTo>
                  <a:pt x="658" y="933"/>
                </a:lnTo>
                <a:moveTo>
                  <a:pt x="505" y="933"/>
                </a:moveTo>
                <a:lnTo>
                  <a:pt x="410" y="933"/>
                </a:lnTo>
                <a:lnTo>
                  <a:pt x="410" y="914"/>
                </a:lnTo>
                <a:lnTo>
                  <a:pt x="505" y="914"/>
                </a:lnTo>
                <a:lnTo>
                  <a:pt x="505" y="933"/>
                </a:lnTo>
                <a:moveTo>
                  <a:pt x="353" y="933"/>
                </a:moveTo>
                <a:lnTo>
                  <a:pt x="258" y="933"/>
                </a:lnTo>
                <a:lnTo>
                  <a:pt x="258" y="914"/>
                </a:lnTo>
                <a:lnTo>
                  <a:pt x="353" y="914"/>
                </a:lnTo>
                <a:lnTo>
                  <a:pt x="353" y="933"/>
                </a:lnTo>
                <a:moveTo>
                  <a:pt x="200" y="933"/>
                </a:moveTo>
                <a:lnTo>
                  <a:pt x="105" y="933"/>
                </a:lnTo>
                <a:lnTo>
                  <a:pt x="105" y="914"/>
                </a:lnTo>
                <a:lnTo>
                  <a:pt x="200" y="914"/>
                </a:lnTo>
                <a:lnTo>
                  <a:pt x="200" y="933"/>
                </a:lnTo>
                <a:moveTo>
                  <a:pt x="48" y="933"/>
                </a:moveTo>
                <a:lnTo>
                  <a:pt x="0" y="933"/>
                </a:lnTo>
                <a:lnTo>
                  <a:pt x="0" y="867"/>
                </a:lnTo>
                <a:lnTo>
                  <a:pt x="19" y="867"/>
                </a:lnTo>
                <a:lnTo>
                  <a:pt x="19" y="924"/>
                </a:lnTo>
                <a:lnTo>
                  <a:pt x="10" y="924"/>
                </a:lnTo>
                <a:lnTo>
                  <a:pt x="10" y="914"/>
                </a:lnTo>
                <a:lnTo>
                  <a:pt x="48" y="914"/>
                </a:lnTo>
                <a:lnTo>
                  <a:pt x="48" y="933"/>
                </a:lnTo>
                <a:moveTo>
                  <a:pt x="0" y="810"/>
                </a:moveTo>
                <a:lnTo>
                  <a:pt x="0" y="715"/>
                </a:lnTo>
                <a:lnTo>
                  <a:pt x="19" y="715"/>
                </a:lnTo>
                <a:lnTo>
                  <a:pt x="19" y="810"/>
                </a:lnTo>
                <a:lnTo>
                  <a:pt x="0" y="810"/>
                </a:lnTo>
                <a:moveTo>
                  <a:pt x="0" y="657"/>
                </a:moveTo>
                <a:lnTo>
                  <a:pt x="0" y="562"/>
                </a:lnTo>
                <a:lnTo>
                  <a:pt x="19" y="562"/>
                </a:lnTo>
                <a:lnTo>
                  <a:pt x="19" y="657"/>
                </a:lnTo>
                <a:lnTo>
                  <a:pt x="0" y="657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3"/>
                </a:moveTo>
                <a:lnTo>
                  <a:pt x="0" y="258"/>
                </a:lnTo>
                <a:lnTo>
                  <a:pt x="19" y="258"/>
                </a:lnTo>
                <a:lnTo>
                  <a:pt x="19" y="353"/>
                </a:lnTo>
                <a:lnTo>
                  <a:pt x="0" y="353"/>
                </a:lnTo>
                <a:moveTo>
                  <a:pt x="0" y="200"/>
                </a:moveTo>
                <a:lnTo>
                  <a:pt x="0" y="104"/>
                </a:lnTo>
                <a:lnTo>
                  <a:pt x="19" y="104"/>
                </a:lnTo>
                <a:lnTo>
                  <a:pt x="19" y="200"/>
                </a:lnTo>
                <a:lnTo>
                  <a:pt x="0" y="200"/>
                </a:lnTo>
                <a:moveTo>
                  <a:pt x="0" y="47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5699520" y="383760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699520" y="386136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1563120" y="3556800"/>
            <a:ext cx="3047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1563120" y="3829680"/>
            <a:ext cx="27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1809720" y="2535480"/>
            <a:ext cx="0" cy="19188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1768680" y="265896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114" y="191"/>
                </a:moveTo>
                <a:lnTo>
                  <a:pt x="0" y="0"/>
                </a:lnTo>
                <a:lnTo>
                  <a:pt x="230" y="0"/>
                </a:lnTo>
                <a:lnTo>
                  <a:pt x="114" y="19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1768680" y="265896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114" y="191"/>
                </a:moveTo>
                <a:lnTo>
                  <a:pt x="0" y="0"/>
                </a:lnTo>
                <a:lnTo>
                  <a:pt x="230" y="0"/>
                </a:lnTo>
                <a:lnTo>
                  <a:pt x="114" y="191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563120" y="3940200"/>
            <a:ext cx="3585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206360" y="4241880"/>
            <a:ext cx="5794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1206360" y="4372200"/>
            <a:ext cx="5165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2257560" y="463320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53" name=""/>
          <p:cNvSpPr/>
          <p:nvPr/>
        </p:nvSpPr>
        <p:spPr>
          <a:xfrm>
            <a:off x="2174040" y="735840"/>
            <a:ext cx="4986360" cy="3805200"/>
          </a:xfrm>
          <a:custGeom>
            <a:avLst/>
            <a:gdLst/>
            <a:ahLst/>
            <a:rect l="0" t="0" r="r" b="b"/>
            <a:pathLst>
              <a:path w="13851" h="10570">
                <a:moveTo>
                  <a:pt x="135" y="0"/>
                </a:moveTo>
                <a:lnTo>
                  <a:pt x="13716" y="0"/>
                </a:lnTo>
                <a:cubicBezTo>
                  <a:pt x="13734" y="0"/>
                  <a:pt x="13751" y="3"/>
                  <a:pt x="13768" y="10"/>
                </a:cubicBezTo>
                <a:cubicBezTo>
                  <a:pt x="13784" y="17"/>
                  <a:pt x="13799" y="27"/>
                  <a:pt x="13812" y="39"/>
                </a:cubicBezTo>
                <a:cubicBezTo>
                  <a:pt x="13824" y="52"/>
                  <a:pt x="13834" y="67"/>
                  <a:pt x="13841" y="83"/>
                </a:cubicBezTo>
                <a:cubicBezTo>
                  <a:pt x="13848" y="100"/>
                  <a:pt x="13851" y="117"/>
                  <a:pt x="13851" y="135"/>
                </a:cubicBezTo>
                <a:lnTo>
                  <a:pt x="13851" y="10435"/>
                </a:lnTo>
                <a:cubicBezTo>
                  <a:pt x="13851" y="10453"/>
                  <a:pt x="13848" y="10470"/>
                  <a:pt x="13841" y="10487"/>
                </a:cubicBezTo>
                <a:cubicBezTo>
                  <a:pt x="13834" y="10503"/>
                  <a:pt x="13824" y="10518"/>
                  <a:pt x="13812" y="10531"/>
                </a:cubicBezTo>
                <a:cubicBezTo>
                  <a:pt x="13799" y="10543"/>
                  <a:pt x="13784" y="10553"/>
                  <a:pt x="13768" y="10560"/>
                </a:cubicBezTo>
                <a:cubicBezTo>
                  <a:pt x="13751" y="10567"/>
                  <a:pt x="13734" y="10570"/>
                  <a:pt x="13716" y="10570"/>
                </a:cubicBezTo>
                <a:lnTo>
                  <a:pt x="135" y="10570"/>
                </a:lnTo>
                <a:cubicBezTo>
                  <a:pt x="117" y="10570"/>
                  <a:pt x="100" y="10567"/>
                  <a:pt x="84" y="10560"/>
                </a:cubicBezTo>
                <a:cubicBezTo>
                  <a:pt x="67" y="10553"/>
                  <a:pt x="52" y="10543"/>
                  <a:pt x="40" y="10531"/>
                </a:cubicBezTo>
                <a:cubicBezTo>
                  <a:pt x="27" y="10518"/>
                  <a:pt x="17" y="10503"/>
                  <a:pt x="10" y="10487"/>
                </a:cubicBezTo>
                <a:cubicBezTo>
                  <a:pt x="3" y="10470"/>
                  <a:pt x="0" y="10453"/>
                  <a:pt x="0" y="10435"/>
                </a:cubicBezTo>
                <a:lnTo>
                  <a:pt x="0" y="135"/>
                </a:lnTo>
                <a:cubicBezTo>
                  <a:pt x="0" y="117"/>
                  <a:pt x="3" y="100"/>
                  <a:pt x="10" y="83"/>
                </a:cubicBezTo>
                <a:cubicBezTo>
                  <a:pt x="17" y="67"/>
                  <a:pt x="27" y="52"/>
                  <a:pt x="40" y="39"/>
                </a:cubicBezTo>
                <a:cubicBezTo>
                  <a:pt x="52" y="27"/>
                  <a:pt x="67" y="17"/>
                  <a:pt x="84" y="10"/>
                </a:cubicBezTo>
                <a:cubicBezTo>
                  <a:pt x="100" y="3"/>
                  <a:pt x="117" y="0"/>
                  <a:pt x="1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74040" y="735840"/>
            <a:ext cx="4986360" cy="3805200"/>
          </a:xfrm>
          <a:custGeom>
            <a:avLst/>
            <a:gdLst/>
            <a:ahLst/>
            <a:rect l="0" t="0" r="r" b="b"/>
            <a:pathLst>
              <a:path w="13851" h="10570">
                <a:moveTo>
                  <a:pt x="135" y="0"/>
                </a:moveTo>
                <a:lnTo>
                  <a:pt x="13716" y="0"/>
                </a:lnTo>
                <a:cubicBezTo>
                  <a:pt x="13734" y="0"/>
                  <a:pt x="13751" y="3"/>
                  <a:pt x="13768" y="10"/>
                </a:cubicBezTo>
                <a:cubicBezTo>
                  <a:pt x="13784" y="17"/>
                  <a:pt x="13799" y="27"/>
                  <a:pt x="13812" y="39"/>
                </a:cubicBezTo>
                <a:cubicBezTo>
                  <a:pt x="13824" y="52"/>
                  <a:pt x="13834" y="67"/>
                  <a:pt x="13841" y="83"/>
                </a:cubicBezTo>
                <a:cubicBezTo>
                  <a:pt x="13848" y="100"/>
                  <a:pt x="13851" y="117"/>
                  <a:pt x="13851" y="135"/>
                </a:cubicBezTo>
                <a:lnTo>
                  <a:pt x="13851" y="10435"/>
                </a:lnTo>
                <a:cubicBezTo>
                  <a:pt x="13851" y="10453"/>
                  <a:pt x="13848" y="10470"/>
                  <a:pt x="13841" y="10487"/>
                </a:cubicBezTo>
                <a:cubicBezTo>
                  <a:pt x="13834" y="10503"/>
                  <a:pt x="13824" y="10518"/>
                  <a:pt x="13812" y="10531"/>
                </a:cubicBezTo>
                <a:cubicBezTo>
                  <a:pt x="13799" y="10543"/>
                  <a:pt x="13784" y="10553"/>
                  <a:pt x="13768" y="10560"/>
                </a:cubicBezTo>
                <a:cubicBezTo>
                  <a:pt x="13751" y="10567"/>
                  <a:pt x="13734" y="10570"/>
                  <a:pt x="13716" y="10570"/>
                </a:cubicBezTo>
                <a:lnTo>
                  <a:pt x="135" y="10570"/>
                </a:lnTo>
                <a:cubicBezTo>
                  <a:pt x="117" y="10570"/>
                  <a:pt x="100" y="10567"/>
                  <a:pt x="84" y="10560"/>
                </a:cubicBezTo>
                <a:cubicBezTo>
                  <a:pt x="67" y="10553"/>
                  <a:pt x="52" y="10543"/>
                  <a:pt x="40" y="10531"/>
                </a:cubicBezTo>
                <a:cubicBezTo>
                  <a:pt x="27" y="10518"/>
                  <a:pt x="17" y="10503"/>
                  <a:pt x="10" y="10487"/>
                </a:cubicBezTo>
                <a:cubicBezTo>
                  <a:pt x="3" y="10470"/>
                  <a:pt x="0" y="10453"/>
                  <a:pt x="0" y="10435"/>
                </a:cubicBezTo>
                <a:lnTo>
                  <a:pt x="0" y="135"/>
                </a:lnTo>
                <a:cubicBezTo>
                  <a:pt x="0" y="117"/>
                  <a:pt x="3" y="100"/>
                  <a:pt x="10" y="83"/>
                </a:cubicBezTo>
                <a:cubicBezTo>
                  <a:pt x="17" y="67"/>
                  <a:pt x="27" y="52"/>
                  <a:pt x="40" y="39"/>
                </a:cubicBezTo>
                <a:cubicBezTo>
                  <a:pt x="52" y="27"/>
                  <a:pt x="67" y="17"/>
                  <a:pt x="84" y="10"/>
                </a:cubicBezTo>
                <a:cubicBezTo>
                  <a:pt x="100" y="3"/>
                  <a:pt x="117" y="0"/>
                  <a:pt x="135" y="0"/>
                </a:cubicBezTo>
                <a:close/>
              </a:path>
            </a:pathLst>
          </a:custGeom>
          <a:noFill/>
          <a:ln w="4680">
            <a:solidFill>
              <a:srgbClr val="d8ddd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457200" y="49392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BEELD  5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230200" y="928080"/>
            <a:ext cx="1014120" cy="234360"/>
          </a:xfrm>
          <a:custGeom>
            <a:avLst/>
            <a:gdLst/>
            <a:ahLst/>
            <a:rect l="0" t="0" r="r" b="b"/>
            <a:pathLst>
              <a:path w="2817" h="651">
                <a:moveTo>
                  <a:pt x="108" y="0"/>
                </a:moveTo>
                <a:lnTo>
                  <a:pt x="2708" y="0"/>
                </a:lnTo>
                <a:cubicBezTo>
                  <a:pt x="2723" y="0"/>
                  <a:pt x="2737" y="3"/>
                  <a:pt x="2750" y="8"/>
                </a:cubicBezTo>
                <a:cubicBezTo>
                  <a:pt x="2763" y="14"/>
                  <a:pt x="2775" y="22"/>
                  <a:pt x="2785" y="32"/>
                </a:cubicBezTo>
                <a:cubicBezTo>
                  <a:pt x="2795" y="42"/>
                  <a:pt x="2803" y="54"/>
                  <a:pt x="2809" y="67"/>
                </a:cubicBezTo>
                <a:cubicBezTo>
                  <a:pt x="2814" y="80"/>
                  <a:pt x="2817" y="94"/>
                  <a:pt x="2817" y="108"/>
                </a:cubicBezTo>
                <a:lnTo>
                  <a:pt x="2817" y="542"/>
                </a:lnTo>
                <a:cubicBezTo>
                  <a:pt x="2817" y="557"/>
                  <a:pt x="2814" y="571"/>
                  <a:pt x="2809" y="584"/>
                </a:cubicBezTo>
                <a:cubicBezTo>
                  <a:pt x="2803" y="597"/>
                  <a:pt x="2795" y="609"/>
                  <a:pt x="2785" y="619"/>
                </a:cubicBezTo>
                <a:cubicBezTo>
                  <a:pt x="2775" y="629"/>
                  <a:pt x="2763" y="637"/>
                  <a:pt x="2750" y="643"/>
                </a:cubicBezTo>
                <a:cubicBezTo>
                  <a:pt x="2737" y="648"/>
                  <a:pt x="2723" y="651"/>
                  <a:pt x="2708" y="651"/>
                </a:cubicBezTo>
                <a:lnTo>
                  <a:pt x="108" y="651"/>
                </a:lnTo>
                <a:cubicBezTo>
                  <a:pt x="94" y="651"/>
                  <a:pt x="80" y="648"/>
                  <a:pt x="67" y="643"/>
                </a:cubicBezTo>
                <a:cubicBezTo>
                  <a:pt x="53" y="637"/>
                  <a:pt x="42" y="629"/>
                  <a:pt x="31" y="619"/>
                </a:cubicBezTo>
                <a:cubicBezTo>
                  <a:pt x="21" y="609"/>
                  <a:pt x="13" y="597"/>
                  <a:pt x="8" y="584"/>
                </a:cubicBezTo>
                <a:cubicBezTo>
                  <a:pt x="2" y="571"/>
                  <a:pt x="0" y="557"/>
                  <a:pt x="0" y="542"/>
                </a:cubicBezTo>
                <a:lnTo>
                  <a:pt x="0" y="108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2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230200" y="928080"/>
            <a:ext cx="1014120" cy="234360"/>
          </a:xfrm>
          <a:custGeom>
            <a:avLst/>
            <a:gdLst/>
            <a:ahLst/>
            <a:rect l="0" t="0" r="r" b="b"/>
            <a:pathLst>
              <a:path w="2817" h="651">
                <a:moveTo>
                  <a:pt x="108" y="0"/>
                </a:moveTo>
                <a:lnTo>
                  <a:pt x="2708" y="0"/>
                </a:lnTo>
                <a:cubicBezTo>
                  <a:pt x="2723" y="0"/>
                  <a:pt x="2737" y="3"/>
                  <a:pt x="2750" y="8"/>
                </a:cubicBezTo>
                <a:cubicBezTo>
                  <a:pt x="2763" y="14"/>
                  <a:pt x="2775" y="22"/>
                  <a:pt x="2785" y="32"/>
                </a:cubicBezTo>
                <a:cubicBezTo>
                  <a:pt x="2795" y="42"/>
                  <a:pt x="2803" y="54"/>
                  <a:pt x="2809" y="67"/>
                </a:cubicBezTo>
                <a:cubicBezTo>
                  <a:pt x="2814" y="80"/>
                  <a:pt x="2817" y="94"/>
                  <a:pt x="2817" y="108"/>
                </a:cubicBezTo>
                <a:lnTo>
                  <a:pt x="2817" y="542"/>
                </a:lnTo>
                <a:cubicBezTo>
                  <a:pt x="2817" y="557"/>
                  <a:pt x="2814" y="571"/>
                  <a:pt x="2809" y="584"/>
                </a:cubicBezTo>
                <a:cubicBezTo>
                  <a:pt x="2803" y="597"/>
                  <a:pt x="2795" y="609"/>
                  <a:pt x="2785" y="619"/>
                </a:cubicBezTo>
                <a:cubicBezTo>
                  <a:pt x="2775" y="629"/>
                  <a:pt x="2763" y="637"/>
                  <a:pt x="2750" y="643"/>
                </a:cubicBezTo>
                <a:cubicBezTo>
                  <a:pt x="2737" y="648"/>
                  <a:pt x="2723" y="651"/>
                  <a:pt x="2708" y="651"/>
                </a:cubicBezTo>
                <a:lnTo>
                  <a:pt x="108" y="651"/>
                </a:lnTo>
                <a:cubicBezTo>
                  <a:pt x="94" y="651"/>
                  <a:pt x="80" y="648"/>
                  <a:pt x="67" y="643"/>
                </a:cubicBezTo>
                <a:cubicBezTo>
                  <a:pt x="53" y="637"/>
                  <a:pt x="42" y="629"/>
                  <a:pt x="31" y="619"/>
                </a:cubicBezTo>
                <a:cubicBezTo>
                  <a:pt x="21" y="609"/>
                  <a:pt x="13" y="597"/>
                  <a:pt x="8" y="584"/>
                </a:cubicBezTo>
                <a:cubicBezTo>
                  <a:pt x="2" y="571"/>
                  <a:pt x="0" y="557"/>
                  <a:pt x="0" y="542"/>
                </a:cubicBezTo>
                <a:lnTo>
                  <a:pt x="0" y="108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2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146400" y="976680"/>
            <a:ext cx="48960" cy="30240"/>
          </a:xfrm>
          <a:custGeom>
            <a:avLst/>
            <a:gdLst/>
            <a:ahLst/>
            <a:rect l="0" t="0" r="r" b="b"/>
            <a:pathLst>
              <a:path w="136" h="84">
                <a:moveTo>
                  <a:pt x="41" y="0"/>
                </a:moveTo>
                <a:lnTo>
                  <a:pt x="95" y="0"/>
                </a:lnTo>
                <a:cubicBezTo>
                  <a:pt x="100" y="0"/>
                  <a:pt x="106" y="3"/>
                  <a:pt x="111" y="5"/>
                </a:cubicBezTo>
                <a:cubicBezTo>
                  <a:pt x="116" y="7"/>
                  <a:pt x="121" y="10"/>
                  <a:pt x="124" y="13"/>
                </a:cubicBezTo>
                <a:cubicBezTo>
                  <a:pt x="128" y="17"/>
                  <a:pt x="131" y="22"/>
                  <a:pt x="133" y="27"/>
                </a:cubicBezTo>
                <a:cubicBezTo>
                  <a:pt x="135" y="32"/>
                  <a:pt x="136" y="37"/>
                  <a:pt x="136" y="42"/>
                </a:cubicBezTo>
                <a:cubicBezTo>
                  <a:pt x="136" y="47"/>
                  <a:pt x="135" y="53"/>
                  <a:pt x="133" y="58"/>
                </a:cubicBezTo>
                <a:cubicBezTo>
                  <a:pt x="131" y="63"/>
                  <a:pt x="128" y="67"/>
                  <a:pt x="124" y="71"/>
                </a:cubicBezTo>
                <a:cubicBezTo>
                  <a:pt x="121" y="75"/>
                  <a:pt x="116" y="78"/>
                  <a:pt x="111" y="80"/>
                </a:cubicBezTo>
                <a:cubicBezTo>
                  <a:pt x="106" y="82"/>
                  <a:pt x="100" y="84"/>
                  <a:pt x="95" y="84"/>
                </a:cubicBezTo>
                <a:lnTo>
                  <a:pt x="41" y="84"/>
                </a:lnTo>
                <a:cubicBezTo>
                  <a:pt x="35" y="84"/>
                  <a:pt x="30" y="82"/>
                  <a:pt x="25" y="80"/>
                </a:cubicBezTo>
                <a:cubicBezTo>
                  <a:pt x="20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10"/>
                  <a:pt x="20" y="7"/>
                  <a:pt x="25" y="5"/>
                </a:cubicBezTo>
                <a:cubicBezTo>
                  <a:pt x="30" y="3"/>
                  <a:pt x="35" y="0"/>
                  <a:pt x="41" y="0"/>
                </a:cubicBez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3185280" y="976680"/>
            <a:ext cx="19800" cy="30240"/>
          </a:xfrm>
          <a:custGeom>
            <a:avLst/>
            <a:gdLst/>
            <a:ahLst/>
            <a:rect l="0" t="0" r="r" b="b"/>
            <a:pathLst>
              <a:path w="55" h="84">
                <a:moveTo>
                  <a:pt x="55" y="42"/>
                </a:moveTo>
                <a:cubicBezTo>
                  <a:pt x="55" y="53"/>
                  <a:pt x="53" y="63"/>
                  <a:pt x="48" y="71"/>
                </a:cubicBezTo>
                <a:cubicBezTo>
                  <a:pt x="42" y="79"/>
                  <a:pt x="36" y="84"/>
                  <a:pt x="27" y="84"/>
                </a:cubicBezTo>
                <a:cubicBezTo>
                  <a:pt x="20" y="84"/>
                  <a:pt x="14" y="79"/>
                  <a:pt x="8" y="71"/>
                </a:cubicBezTo>
                <a:cubicBezTo>
                  <a:pt x="3" y="63"/>
                  <a:pt x="0" y="53"/>
                  <a:pt x="0" y="42"/>
                </a:cubicBezTo>
                <a:cubicBezTo>
                  <a:pt x="0" y="31"/>
                  <a:pt x="3" y="21"/>
                  <a:pt x="8" y="13"/>
                </a:cubicBezTo>
                <a:cubicBezTo>
                  <a:pt x="14" y="5"/>
                  <a:pt x="20" y="0"/>
                  <a:pt x="27" y="0"/>
                </a:cubicBezTo>
                <a:cubicBezTo>
                  <a:pt x="36" y="0"/>
                  <a:pt x="42" y="5"/>
                  <a:pt x="48" y="13"/>
                </a:cubicBezTo>
                <a:cubicBezTo>
                  <a:pt x="53" y="21"/>
                  <a:pt x="55" y="31"/>
                  <a:pt x="55" y="42"/>
                </a:cubicBez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230200" y="772920"/>
            <a:ext cx="3582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78800" y="961560"/>
            <a:ext cx="77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292560" y="928080"/>
            <a:ext cx="2369160" cy="317160"/>
          </a:xfrm>
          <a:custGeom>
            <a:avLst/>
            <a:gdLst/>
            <a:ahLst/>
            <a:rect l="0" t="0" r="r" b="b"/>
            <a:pathLst>
              <a:path w="6581" h="881">
                <a:moveTo>
                  <a:pt x="108" y="0"/>
                </a:moveTo>
                <a:lnTo>
                  <a:pt x="6473" y="0"/>
                </a:lnTo>
                <a:cubicBezTo>
                  <a:pt x="6487" y="0"/>
                  <a:pt x="6501" y="3"/>
                  <a:pt x="6514" y="8"/>
                </a:cubicBezTo>
                <a:cubicBezTo>
                  <a:pt x="6527" y="14"/>
                  <a:pt x="6539" y="22"/>
                  <a:pt x="6549" y="32"/>
                </a:cubicBezTo>
                <a:cubicBezTo>
                  <a:pt x="6559" y="42"/>
                  <a:pt x="6567" y="54"/>
                  <a:pt x="6573" y="67"/>
                </a:cubicBezTo>
                <a:cubicBezTo>
                  <a:pt x="6578" y="80"/>
                  <a:pt x="6581" y="94"/>
                  <a:pt x="6581" y="108"/>
                </a:cubicBezTo>
                <a:lnTo>
                  <a:pt x="6581" y="773"/>
                </a:lnTo>
                <a:cubicBezTo>
                  <a:pt x="6581" y="787"/>
                  <a:pt x="6578" y="801"/>
                  <a:pt x="6573" y="814"/>
                </a:cubicBezTo>
                <a:cubicBezTo>
                  <a:pt x="6567" y="827"/>
                  <a:pt x="6559" y="839"/>
                  <a:pt x="6549" y="849"/>
                </a:cubicBezTo>
                <a:cubicBezTo>
                  <a:pt x="6539" y="859"/>
                  <a:pt x="6527" y="867"/>
                  <a:pt x="6514" y="873"/>
                </a:cubicBezTo>
                <a:cubicBezTo>
                  <a:pt x="6501" y="878"/>
                  <a:pt x="6487" y="881"/>
                  <a:pt x="6473" y="881"/>
                </a:cubicBezTo>
                <a:lnTo>
                  <a:pt x="108" y="881"/>
                </a:lnTo>
                <a:cubicBezTo>
                  <a:pt x="94" y="881"/>
                  <a:pt x="80" y="878"/>
                  <a:pt x="67" y="873"/>
                </a:cubicBezTo>
                <a:cubicBezTo>
                  <a:pt x="54" y="867"/>
                  <a:pt x="42" y="859"/>
                  <a:pt x="32" y="849"/>
                </a:cubicBezTo>
                <a:cubicBezTo>
                  <a:pt x="22" y="839"/>
                  <a:pt x="14" y="827"/>
                  <a:pt x="8" y="814"/>
                </a:cubicBezTo>
                <a:cubicBezTo>
                  <a:pt x="3" y="801"/>
                  <a:pt x="0" y="787"/>
                  <a:pt x="0" y="773"/>
                </a:cubicBezTo>
                <a:lnTo>
                  <a:pt x="0" y="108"/>
                </a:lnTo>
                <a:cubicBezTo>
                  <a:pt x="0" y="94"/>
                  <a:pt x="3" y="80"/>
                  <a:pt x="8" y="67"/>
                </a:cubicBezTo>
                <a:cubicBezTo>
                  <a:pt x="14" y="54"/>
                  <a:pt x="22" y="42"/>
                  <a:pt x="32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3292560" y="928080"/>
            <a:ext cx="2369160" cy="317160"/>
          </a:xfrm>
          <a:custGeom>
            <a:avLst/>
            <a:gdLst/>
            <a:ahLst/>
            <a:rect l="0" t="0" r="r" b="b"/>
            <a:pathLst>
              <a:path w="6581" h="881">
                <a:moveTo>
                  <a:pt x="108" y="0"/>
                </a:moveTo>
                <a:lnTo>
                  <a:pt x="6473" y="0"/>
                </a:lnTo>
                <a:cubicBezTo>
                  <a:pt x="6487" y="0"/>
                  <a:pt x="6501" y="3"/>
                  <a:pt x="6514" y="8"/>
                </a:cubicBezTo>
                <a:cubicBezTo>
                  <a:pt x="6527" y="14"/>
                  <a:pt x="6539" y="22"/>
                  <a:pt x="6549" y="32"/>
                </a:cubicBezTo>
                <a:cubicBezTo>
                  <a:pt x="6559" y="42"/>
                  <a:pt x="6567" y="54"/>
                  <a:pt x="6573" y="67"/>
                </a:cubicBezTo>
                <a:cubicBezTo>
                  <a:pt x="6578" y="80"/>
                  <a:pt x="6581" y="94"/>
                  <a:pt x="6581" y="108"/>
                </a:cubicBezTo>
                <a:lnTo>
                  <a:pt x="6581" y="773"/>
                </a:lnTo>
                <a:cubicBezTo>
                  <a:pt x="6581" y="787"/>
                  <a:pt x="6578" y="801"/>
                  <a:pt x="6573" y="814"/>
                </a:cubicBezTo>
                <a:cubicBezTo>
                  <a:pt x="6567" y="827"/>
                  <a:pt x="6559" y="839"/>
                  <a:pt x="6549" y="849"/>
                </a:cubicBezTo>
                <a:cubicBezTo>
                  <a:pt x="6539" y="859"/>
                  <a:pt x="6527" y="867"/>
                  <a:pt x="6514" y="873"/>
                </a:cubicBezTo>
                <a:cubicBezTo>
                  <a:pt x="6501" y="878"/>
                  <a:pt x="6487" y="881"/>
                  <a:pt x="6473" y="881"/>
                </a:cubicBezTo>
                <a:lnTo>
                  <a:pt x="108" y="881"/>
                </a:lnTo>
                <a:cubicBezTo>
                  <a:pt x="94" y="881"/>
                  <a:pt x="80" y="878"/>
                  <a:pt x="67" y="873"/>
                </a:cubicBezTo>
                <a:cubicBezTo>
                  <a:pt x="54" y="867"/>
                  <a:pt x="42" y="859"/>
                  <a:pt x="32" y="849"/>
                </a:cubicBezTo>
                <a:cubicBezTo>
                  <a:pt x="22" y="839"/>
                  <a:pt x="14" y="827"/>
                  <a:pt x="8" y="814"/>
                </a:cubicBezTo>
                <a:cubicBezTo>
                  <a:pt x="3" y="801"/>
                  <a:pt x="0" y="787"/>
                  <a:pt x="0" y="773"/>
                </a:cubicBezTo>
                <a:lnTo>
                  <a:pt x="0" y="108"/>
                </a:lnTo>
                <a:cubicBezTo>
                  <a:pt x="0" y="94"/>
                  <a:pt x="3" y="80"/>
                  <a:pt x="8" y="67"/>
                </a:cubicBezTo>
                <a:cubicBezTo>
                  <a:pt x="14" y="54"/>
                  <a:pt x="22" y="42"/>
                  <a:pt x="32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5563800" y="962280"/>
            <a:ext cx="63720" cy="58680"/>
          </a:xfrm>
          <a:custGeom>
            <a:avLst/>
            <a:gdLst/>
            <a:ahLst/>
            <a:rect l="0" t="0" r="r" b="b"/>
            <a:pathLst>
              <a:path w="177" h="163">
                <a:moveTo>
                  <a:pt x="0" y="40"/>
                </a:moveTo>
                <a:lnTo>
                  <a:pt x="109" y="40"/>
                </a:lnTo>
                <a:lnTo>
                  <a:pt x="109" y="0"/>
                </a:lnTo>
                <a:lnTo>
                  <a:pt x="177" y="81"/>
                </a:lnTo>
                <a:lnTo>
                  <a:pt x="109" y="163"/>
                </a:lnTo>
                <a:lnTo>
                  <a:pt x="109" y="122"/>
                </a:lnTo>
                <a:lnTo>
                  <a:pt x="0" y="122"/>
                </a:lnTo>
                <a:lnTo>
                  <a:pt x="0" y="4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2278800" y="1040400"/>
            <a:ext cx="7808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3341520" y="961560"/>
            <a:ext cx="3193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3341520" y="1040400"/>
            <a:ext cx="18936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480040" y="1244880"/>
            <a:ext cx="7560" cy="97920"/>
          </a:xfrm>
          <a:custGeom>
            <a:avLst/>
            <a:gdLst/>
            <a:ahLst/>
            <a:rect l="0" t="0" r="r" b="b"/>
            <a:pathLst>
              <a:path w="21" h="272">
                <a:moveTo>
                  <a:pt x="21" y="0"/>
                </a:moveTo>
                <a:lnTo>
                  <a:pt x="21" y="40"/>
                </a:lnTo>
                <a:lnTo>
                  <a:pt x="0" y="40"/>
                </a:lnTo>
                <a:lnTo>
                  <a:pt x="0" y="0"/>
                </a:lnTo>
                <a:lnTo>
                  <a:pt x="21" y="0"/>
                </a:lnTo>
                <a:moveTo>
                  <a:pt x="21" y="81"/>
                </a:moveTo>
                <a:lnTo>
                  <a:pt x="21" y="122"/>
                </a:lnTo>
                <a:lnTo>
                  <a:pt x="0" y="122"/>
                </a:lnTo>
                <a:lnTo>
                  <a:pt x="0" y="81"/>
                </a:lnTo>
                <a:lnTo>
                  <a:pt x="21" y="81"/>
                </a:lnTo>
                <a:moveTo>
                  <a:pt x="21" y="162"/>
                </a:moveTo>
                <a:lnTo>
                  <a:pt x="21" y="204"/>
                </a:lnTo>
                <a:lnTo>
                  <a:pt x="0" y="204"/>
                </a:lnTo>
                <a:lnTo>
                  <a:pt x="0" y="162"/>
                </a:lnTo>
                <a:lnTo>
                  <a:pt x="21" y="162"/>
                </a:lnTo>
                <a:moveTo>
                  <a:pt x="21" y="244"/>
                </a:moveTo>
                <a:lnTo>
                  <a:pt x="21" y="272"/>
                </a:lnTo>
                <a:lnTo>
                  <a:pt x="0" y="272"/>
                </a:lnTo>
                <a:lnTo>
                  <a:pt x="0" y="244"/>
                </a:lnTo>
                <a:lnTo>
                  <a:pt x="21" y="2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459160" y="1312920"/>
            <a:ext cx="48960" cy="29880"/>
          </a:xfrm>
          <a:custGeom>
            <a:avLst/>
            <a:gdLst/>
            <a:ahLst/>
            <a:rect l="0" t="0" r="r" b="b"/>
            <a:pathLst>
              <a:path fill="none" w="136" h="83">
                <a:moveTo>
                  <a:pt x="0" y="0"/>
                </a:moveTo>
                <a:lnTo>
                  <a:pt x="68" y="83"/>
                </a:lnTo>
                <a:lnTo>
                  <a:pt x="136" y="0"/>
                </a:lnTo>
              </a:path>
            </a:pathLst>
          </a:custGeom>
          <a:ln w="7200">
            <a:solidFill>
              <a:srgbClr val="a8a85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366640" y="1361880"/>
            <a:ext cx="2232720" cy="316800"/>
          </a:xfrm>
          <a:custGeom>
            <a:avLst/>
            <a:gdLst/>
            <a:ahLst/>
            <a:rect l="0" t="0" r="r" b="b"/>
            <a:pathLst>
              <a:path w="6202" h="880">
                <a:moveTo>
                  <a:pt x="0" y="0"/>
                </a:moveTo>
                <a:lnTo>
                  <a:pt x="6202" y="0"/>
                </a:lnTo>
                <a:lnTo>
                  <a:pt x="6202" y="880"/>
                </a:lnTo>
                <a:lnTo>
                  <a:pt x="0" y="88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366640" y="1361880"/>
            <a:ext cx="2232720" cy="316800"/>
          </a:xfrm>
          <a:custGeom>
            <a:avLst/>
            <a:gdLst/>
            <a:ahLst/>
            <a:rect l="0" t="0" r="r" b="b"/>
            <a:pathLst>
              <a:path w="6202" h="880">
                <a:moveTo>
                  <a:pt x="0" y="0"/>
                </a:moveTo>
                <a:lnTo>
                  <a:pt x="6202" y="0"/>
                </a:lnTo>
                <a:lnTo>
                  <a:pt x="6202" y="880"/>
                </a:lnTo>
                <a:lnTo>
                  <a:pt x="0" y="880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01440" y="140076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501440" y="141768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3341520" y="1132200"/>
            <a:ext cx="16725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2415240" y="1395360"/>
            <a:ext cx="8694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2415240" y="1473840"/>
            <a:ext cx="18432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366640" y="1814760"/>
            <a:ext cx="4123800" cy="317160"/>
          </a:xfrm>
          <a:custGeom>
            <a:avLst/>
            <a:gdLst/>
            <a:ahLst/>
            <a:rect l="0" t="0" r="r" b="b"/>
            <a:pathLst>
              <a:path w="11455" h="881">
                <a:moveTo>
                  <a:pt x="0" y="0"/>
                </a:moveTo>
                <a:lnTo>
                  <a:pt x="11455" y="0"/>
                </a:lnTo>
                <a:lnTo>
                  <a:pt x="11455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366640" y="1814760"/>
            <a:ext cx="4123800" cy="317160"/>
          </a:xfrm>
          <a:custGeom>
            <a:avLst/>
            <a:gdLst/>
            <a:ahLst/>
            <a:rect l="0" t="0" r="r" b="b"/>
            <a:pathLst>
              <a:path w="11455" h="881">
                <a:moveTo>
                  <a:pt x="0" y="0"/>
                </a:moveTo>
                <a:lnTo>
                  <a:pt x="11455" y="0"/>
                </a:lnTo>
                <a:lnTo>
                  <a:pt x="11455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6392520" y="185400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6392520" y="187092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2415240" y="156600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2415240" y="184860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2415240" y="1927080"/>
            <a:ext cx="36154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366640" y="2268000"/>
            <a:ext cx="4664520" cy="317160"/>
          </a:xfrm>
          <a:custGeom>
            <a:avLst/>
            <a:gdLst/>
            <a:ahLst/>
            <a:rect l="0" t="0" r="r" b="b"/>
            <a:pathLst>
              <a:path w="12957" h="881">
                <a:moveTo>
                  <a:pt x="0" y="0"/>
                </a:moveTo>
                <a:lnTo>
                  <a:pt x="12957" y="0"/>
                </a:lnTo>
                <a:lnTo>
                  <a:pt x="12957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366640" y="2268000"/>
            <a:ext cx="4664520" cy="317160"/>
          </a:xfrm>
          <a:custGeom>
            <a:avLst/>
            <a:gdLst/>
            <a:ahLst/>
            <a:rect l="0" t="0" r="r" b="b"/>
            <a:pathLst>
              <a:path w="12957" h="881">
                <a:moveTo>
                  <a:pt x="0" y="0"/>
                </a:moveTo>
                <a:lnTo>
                  <a:pt x="12957" y="0"/>
                </a:lnTo>
                <a:lnTo>
                  <a:pt x="12957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6933600" y="2306880"/>
            <a:ext cx="58680" cy="49320"/>
          </a:xfrm>
          <a:custGeom>
            <a:avLst/>
            <a:gdLst/>
            <a:ahLst/>
            <a:rect l="0" t="0" r="r" b="b"/>
            <a:pathLst>
              <a:path w="163" h="137">
                <a:moveTo>
                  <a:pt x="0" y="0"/>
                </a:moveTo>
                <a:lnTo>
                  <a:pt x="163" y="0"/>
                </a:lnTo>
                <a:lnTo>
                  <a:pt x="163" y="137"/>
                </a:lnTo>
                <a:lnTo>
                  <a:pt x="0" y="1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6933600" y="232416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2415240" y="201888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2415240" y="230148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415240" y="2380320"/>
            <a:ext cx="40179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366640" y="2721240"/>
            <a:ext cx="3080520" cy="399600"/>
          </a:xfrm>
          <a:custGeom>
            <a:avLst/>
            <a:gdLst/>
            <a:ahLst/>
            <a:rect l="0" t="0" r="r" b="b"/>
            <a:pathLst>
              <a:path w="8557" h="1110">
                <a:moveTo>
                  <a:pt x="0" y="0"/>
                </a:moveTo>
                <a:lnTo>
                  <a:pt x="8557" y="0"/>
                </a:lnTo>
                <a:lnTo>
                  <a:pt x="8557" y="1110"/>
                </a:lnTo>
                <a:lnTo>
                  <a:pt x="0" y="11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366640" y="2721240"/>
            <a:ext cx="3080520" cy="399600"/>
          </a:xfrm>
          <a:custGeom>
            <a:avLst/>
            <a:gdLst/>
            <a:ahLst/>
            <a:rect l="0" t="0" r="r" b="b"/>
            <a:pathLst>
              <a:path w="8557" h="1110">
                <a:moveTo>
                  <a:pt x="0" y="0"/>
                </a:moveTo>
                <a:lnTo>
                  <a:pt x="8557" y="0"/>
                </a:lnTo>
                <a:lnTo>
                  <a:pt x="8557" y="1110"/>
                </a:lnTo>
                <a:lnTo>
                  <a:pt x="0" y="1110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5349600" y="276012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5349600" y="277704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2415240" y="247212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2415240" y="2754720"/>
            <a:ext cx="765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2415240" y="2833200"/>
            <a:ext cx="12855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2415240" y="292500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366640" y="3256920"/>
            <a:ext cx="3943440" cy="399960"/>
          </a:xfrm>
          <a:custGeom>
            <a:avLst/>
            <a:gdLst/>
            <a:ahLst/>
            <a:rect l="0" t="0" r="r" b="b"/>
            <a:pathLst>
              <a:path w="10954" h="1111">
                <a:moveTo>
                  <a:pt x="0" y="0"/>
                </a:moveTo>
                <a:lnTo>
                  <a:pt x="10954" y="0"/>
                </a:lnTo>
                <a:lnTo>
                  <a:pt x="10954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366640" y="3256920"/>
            <a:ext cx="3943440" cy="399960"/>
          </a:xfrm>
          <a:custGeom>
            <a:avLst/>
            <a:gdLst/>
            <a:ahLst/>
            <a:rect l="0" t="0" r="r" b="b"/>
            <a:pathLst>
              <a:path w="10954" h="1111">
                <a:moveTo>
                  <a:pt x="0" y="0"/>
                </a:moveTo>
                <a:lnTo>
                  <a:pt x="10954" y="0"/>
                </a:lnTo>
                <a:lnTo>
                  <a:pt x="10954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212160" y="329616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6212160" y="331308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2415240" y="3008160"/>
            <a:ext cx="2462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2415240" y="329076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2415240" y="3369240"/>
            <a:ext cx="34023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415240" y="346104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366640" y="3792960"/>
            <a:ext cx="3080520" cy="399960"/>
          </a:xfrm>
          <a:custGeom>
            <a:avLst/>
            <a:gdLst/>
            <a:ahLst/>
            <a:rect l="0" t="0" r="r" b="b"/>
            <a:pathLst>
              <a:path w="8557" h="1111">
                <a:moveTo>
                  <a:pt x="0" y="0"/>
                </a:moveTo>
                <a:lnTo>
                  <a:pt x="8557" y="0"/>
                </a:lnTo>
                <a:lnTo>
                  <a:pt x="8557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366640" y="3792960"/>
            <a:ext cx="3080520" cy="399960"/>
          </a:xfrm>
          <a:custGeom>
            <a:avLst/>
            <a:gdLst/>
            <a:ahLst/>
            <a:rect l="0" t="0" r="r" b="b"/>
            <a:pathLst>
              <a:path w="8557" h="1111">
                <a:moveTo>
                  <a:pt x="0" y="0"/>
                </a:moveTo>
                <a:lnTo>
                  <a:pt x="8557" y="0"/>
                </a:lnTo>
                <a:lnTo>
                  <a:pt x="8557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5349600" y="3831840"/>
            <a:ext cx="58680" cy="49320"/>
          </a:xfrm>
          <a:custGeom>
            <a:avLst/>
            <a:gdLst/>
            <a:ahLst/>
            <a:rect l="0" t="0" r="r" b="b"/>
            <a:pathLst>
              <a:path w="163" h="137">
                <a:moveTo>
                  <a:pt x="0" y="0"/>
                </a:moveTo>
                <a:lnTo>
                  <a:pt x="163" y="0"/>
                </a:lnTo>
                <a:lnTo>
                  <a:pt x="163" y="137"/>
                </a:lnTo>
                <a:lnTo>
                  <a:pt x="0" y="1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5349600" y="384912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2415240" y="354384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2415240" y="3826800"/>
            <a:ext cx="765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2415240" y="3905280"/>
            <a:ext cx="11559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2415240" y="399708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658960" y="167832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658960" y="213156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634480" y="2131560"/>
            <a:ext cx="49320" cy="68400"/>
          </a:xfrm>
          <a:custGeom>
            <a:avLst/>
            <a:gdLst/>
            <a:ahLst/>
            <a:rect l="0" t="0" r="r" b="b"/>
            <a:pathLst>
              <a:path w="137" h="190">
                <a:moveTo>
                  <a:pt x="69" y="0"/>
                </a:moveTo>
                <a:lnTo>
                  <a:pt x="0" y="96"/>
                </a:lnTo>
                <a:lnTo>
                  <a:pt x="69" y="190"/>
                </a:lnTo>
                <a:lnTo>
                  <a:pt x="137" y="96"/>
                </a:lnTo>
                <a:lnTo>
                  <a:pt x="6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634480" y="2131560"/>
            <a:ext cx="49320" cy="68400"/>
          </a:xfrm>
          <a:custGeom>
            <a:avLst/>
            <a:gdLst/>
            <a:ahLst/>
            <a:rect l="0" t="0" r="r" b="b"/>
            <a:pathLst>
              <a:path w="137" h="190">
                <a:moveTo>
                  <a:pt x="69" y="0"/>
                </a:moveTo>
                <a:lnTo>
                  <a:pt x="0" y="96"/>
                </a:lnTo>
                <a:lnTo>
                  <a:pt x="69" y="190"/>
                </a:lnTo>
                <a:lnTo>
                  <a:pt x="137" y="96"/>
                </a:lnTo>
                <a:lnTo>
                  <a:pt x="69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658960" y="258480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658960" y="365652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2415240" y="4079880"/>
            <a:ext cx="2462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2230200" y="4236480"/>
            <a:ext cx="4072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2230200" y="4329000"/>
            <a:ext cx="42357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2230200" y="4421520"/>
            <a:ext cx="33094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1671480" y="463320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4" name=""/>
          <p:cNvSpPr/>
          <p:nvPr/>
        </p:nvSpPr>
        <p:spPr>
          <a:xfrm>
            <a:off x="3192120" y="515520"/>
            <a:ext cx="2950200" cy="4474440"/>
          </a:xfrm>
          <a:custGeom>
            <a:avLst/>
            <a:gdLst/>
            <a:ahLst/>
            <a:rect l="0" t="0" r="r" b="b"/>
            <a:pathLst>
              <a:path w="8195" h="12429">
                <a:moveTo>
                  <a:pt x="80" y="0"/>
                </a:moveTo>
                <a:lnTo>
                  <a:pt x="8115" y="0"/>
                </a:lnTo>
                <a:cubicBezTo>
                  <a:pt x="8126" y="0"/>
                  <a:pt x="8136" y="2"/>
                  <a:pt x="8146" y="6"/>
                </a:cubicBezTo>
                <a:cubicBezTo>
                  <a:pt x="8156" y="10"/>
                  <a:pt x="8164" y="16"/>
                  <a:pt x="8172" y="24"/>
                </a:cubicBezTo>
                <a:cubicBezTo>
                  <a:pt x="8179" y="31"/>
                  <a:pt x="8185" y="40"/>
                  <a:pt x="8189" y="49"/>
                </a:cubicBezTo>
                <a:cubicBezTo>
                  <a:pt x="8193" y="59"/>
                  <a:pt x="8195" y="69"/>
                  <a:pt x="8195" y="80"/>
                </a:cubicBezTo>
                <a:lnTo>
                  <a:pt x="8195" y="12349"/>
                </a:lnTo>
                <a:cubicBezTo>
                  <a:pt x="8195" y="12360"/>
                  <a:pt x="8193" y="12370"/>
                  <a:pt x="8189" y="12380"/>
                </a:cubicBezTo>
                <a:cubicBezTo>
                  <a:pt x="8185" y="12389"/>
                  <a:pt x="8179" y="12398"/>
                  <a:pt x="8172" y="12405"/>
                </a:cubicBezTo>
                <a:cubicBezTo>
                  <a:pt x="8164" y="12413"/>
                  <a:pt x="8156" y="12419"/>
                  <a:pt x="8146" y="12423"/>
                </a:cubicBezTo>
                <a:cubicBezTo>
                  <a:pt x="8136" y="12427"/>
                  <a:pt x="8126" y="12429"/>
                  <a:pt x="8115" y="12429"/>
                </a:cubicBezTo>
                <a:lnTo>
                  <a:pt x="80" y="12429"/>
                </a:lnTo>
                <a:cubicBezTo>
                  <a:pt x="69" y="12429"/>
                  <a:pt x="59" y="12427"/>
                  <a:pt x="49" y="12423"/>
                </a:cubicBezTo>
                <a:cubicBezTo>
                  <a:pt x="40" y="12419"/>
                  <a:pt x="31" y="12413"/>
                  <a:pt x="23" y="12405"/>
                </a:cubicBezTo>
                <a:cubicBezTo>
                  <a:pt x="16" y="12398"/>
                  <a:pt x="10" y="12389"/>
                  <a:pt x="6" y="12380"/>
                </a:cubicBezTo>
                <a:cubicBezTo>
                  <a:pt x="2" y="12370"/>
                  <a:pt x="0" y="12360"/>
                  <a:pt x="0" y="12349"/>
                </a:cubicBez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3192120" y="515520"/>
            <a:ext cx="2950200" cy="4474440"/>
          </a:xfrm>
          <a:custGeom>
            <a:avLst/>
            <a:gdLst/>
            <a:ahLst/>
            <a:rect l="0" t="0" r="r" b="b"/>
            <a:pathLst>
              <a:path w="8195" h="12429">
                <a:moveTo>
                  <a:pt x="80" y="0"/>
                </a:moveTo>
                <a:lnTo>
                  <a:pt x="8115" y="0"/>
                </a:lnTo>
                <a:cubicBezTo>
                  <a:pt x="8126" y="0"/>
                  <a:pt x="8136" y="2"/>
                  <a:pt x="8146" y="6"/>
                </a:cubicBezTo>
                <a:cubicBezTo>
                  <a:pt x="8156" y="10"/>
                  <a:pt x="8164" y="16"/>
                  <a:pt x="8172" y="24"/>
                </a:cubicBezTo>
                <a:cubicBezTo>
                  <a:pt x="8179" y="31"/>
                  <a:pt x="8185" y="40"/>
                  <a:pt x="8189" y="49"/>
                </a:cubicBezTo>
                <a:cubicBezTo>
                  <a:pt x="8193" y="59"/>
                  <a:pt x="8195" y="69"/>
                  <a:pt x="8195" y="80"/>
                </a:cubicBezTo>
                <a:lnTo>
                  <a:pt x="8195" y="12349"/>
                </a:lnTo>
                <a:cubicBezTo>
                  <a:pt x="8195" y="12360"/>
                  <a:pt x="8193" y="12370"/>
                  <a:pt x="8189" y="12380"/>
                </a:cubicBezTo>
                <a:cubicBezTo>
                  <a:pt x="8185" y="12389"/>
                  <a:pt x="8179" y="12398"/>
                  <a:pt x="8172" y="12405"/>
                </a:cubicBezTo>
                <a:cubicBezTo>
                  <a:pt x="8164" y="12413"/>
                  <a:pt x="8156" y="12419"/>
                  <a:pt x="8146" y="12423"/>
                </a:cubicBezTo>
                <a:cubicBezTo>
                  <a:pt x="8136" y="12427"/>
                  <a:pt x="8126" y="12429"/>
                  <a:pt x="8115" y="12429"/>
                </a:cubicBezTo>
                <a:lnTo>
                  <a:pt x="80" y="12429"/>
                </a:lnTo>
                <a:cubicBezTo>
                  <a:pt x="69" y="12429"/>
                  <a:pt x="59" y="12427"/>
                  <a:pt x="49" y="12423"/>
                </a:cubicBezTo>
                <a:cubicBezTo>
                  <a:pt x="40" y="12419"/>
                  <a:pt x="31" y="12413"/>
                  <a:pt x="23" y="12405"/>
                </a:cubicBezTo>
                <a:cubicBezTo>
                  <a:pt x="16" y="12398"/>
                  <a:pt x="10" y="12389"/>
                  <a:pt x="6" y="12380"/>
                </a:cubicBezTo>
                <a:cubicBezTo>
                  <a:pt x="2" y="12370"/>
                  <a:pt x="0" y="12360"/>
                  <a:pt x="0" y="12349"/>
                </a:cubicBez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lose/>
              </a:path>
            </a:pathLst>
          </a:custGeom>
          <a:noFill/>
          <a:ln w="2520">
            <a:solidFill>
              <a:srgbClr val="d8ddd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04920" y="28440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BEELD  6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3225240" y="628920"/>
            <a:ext cx="598320" cy="137880"/>
          </a:xfrm>
          <a:custGeom>
            <a:avLst/>
            <a:gdLst/>
            <a:ahLst/>
            <a:rect l="0" t="0" r="r" b="b"/>
            <a:pathLst>
              <a:path w="1662" h="383">
                <a:moveTo>
                  <a:pt x="64" y="0"/>
                </a:moveTo>
                <a:lnTo>
                  <a:pt x="1598" y="0"/>
                </a:lnTo>
                <a:cubicBezTo>
                  <a:pt x="1607" y="0"/>
                  <a:pt x="1615" y="1"/>
                  <a:pt x="1623" y="5"/>
                </a:cubicBezTo>
                <a:cubicBezTo>
                  <a:pt x="1630" y="8"/>
                  <a:pt x="1637" y="12"/>
                  <a:pt x="1643" y="18"/>
                </a:cubicBezTo>
                <a:cubicBezTo>
                  <a:pt x="1649" y="24"/>
                  <a:pt x="1654" y="31"/>
                  <a:pt x="1657" y="39"/>
                </a:cubicBezTo>
                <a:cubicBezTo>
                  <a:pt x="1660" y="47"/>
                  <a:pt x="1662" y="55"/>
                  <a:pt x="1662" y="63"/>
                </a:cubicBezTo>
                <a:lnTo>
                  <a:pt x="1662" y="318"/>
                </a:lnTo>
                <a:cubicBezTo>
                  <a:pt x="1662" y="327"/>
                  <a:pt x="1660" y="335"/>
                  <a:pt x="1657" y="343"/>
                </a:cubicBezTo>
                <a:cubicBezTo>
                  <a:pt x="1654" y="350"/>
                  <a:pt x="1649" y="358"/>
                  <a:pt x="1643" y="364"/>
                </a:cubicBezTo>
                <a:cubicBezTo>
                  <a:pt x="1637" y="370"/>
                  <a:pt x="1630" y="375"/>
                  <a:pt x="1623" y="378"/>
                </a:cubicBezTo>
                <a:cubicBezTo>
                  <a:pt x="1615" y="381"/>
                  <a:pt x="1607" y="383"/>
                  <a:pt x="1598" y="383"/>
                </a:cubicBezTo>
                <a:lnTo>
                  <a:pt x="64" y="383"/>
                </a:lnTo>
                <a:cubicBezTo>
                  <a:pt x="55" y="383"/>
                  <a:pt x="47" y="381"/>
                  <a:pt x="39" y="378"/>
                </a:cubicBezTo>
                <a:cubicBezTo>
                  <a:pt x="32" y="375"/>
                  <a:pt x="25" y="370"/>
                  <a:pt x="19" y="364"/>
                </a:cubicBezTo>
                <a:cubicBezTo>
                  <a:pt x="13" y="358"/>
                  <a:pt x="8" y="350"/>
                  <a:pt x="5" y="343"/>
                </a:cubicBezTo>
                <a:cubicBezTo>
                  <a:pt x="2" y="335"/>
                  <a:pt x="0" y="327"/>
                  <a:pt x="0" y="31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3225240" y="628920"/>
            <a:ext cx="598320" cy="137880"/>
          </a:xfrm>
          <a:custGeom>
            <a:avLst/>
            <a:gdLst/>
            <a:ahLst/>
            <a:rect l="0" t="0" r="r" b="b"/>
            <a:pathLst>
              <a:path w="1662" h="383">
                <a:moveTo>
                  <a:pt x="64" y="0"/>
                </a:moveTo>
                <a:lnTo>
                  <a:pt x="1598" y="0"/>
                </a:lnTo>
                <a:cubicBezTo>
                  <a:pt x="1607" y="0"/>
                  <a:pt x="1615" y="1"/>
                  <a:pt x="1623" y="5"/>
                </a:cubicBezTo>
                <a:cubicBezTo>
                  <a:pt x="1630" y="8"/>
                  <a:pt x="1637" y="12"/>
                  <a:pt x="1643" y="18"/>
                </a:cubicBezTo>
                <a:cubicBezTo>
                  <a:pt x="1649" y="24"/>
                  <a:pt x="1654" y="31"/>
                  <a:pt x="1657" y="39"/>
                </a:cubicBezTo>
                <a:cubicBezTo>
                  <a:pt x="1660" y="47"/>
                  <a:pt x="1662" y="55"/>
                  <a:pt x="1662" y="63"/>
                </a:cubicBezTo>
                <a:lnTo>
                  <a:pt x="1662" y="318"/>
                </a:lnTo>
                <a:cubicBezTo>
                  <a:pt x="1662" y="327"/>
                  <a:pt x="1660" y="335"/>
                  <a:pt x="1657" y="343"/>
                </a:cubicBezTo>
                <a:cubicBezTo>
                  <a:pt x="1654" y="350"/>
                  <a:pt x="1649" y="358"/>
                  <a:pt x="1643" y="364"/>
                </a:cubicBezTo>
                <a:cubicBezTo>
                  <a:pt x="1637" y="370"/>
                  <a:pt x="1630" y="375"/>
                  <a:pt x="1623" y="378"/>
                </a:cubicBezTo>
                <a:cubicBezTo>
                  <a:pt x="1615" y="381"/>
                  <a:pt x="1607" y="383"/>
                  <a:pt x="1598" y="383"/>
                </a:cubicBezTo>
                <a:lnTo>
                  <a:pt x="64" y="383"/>
                </a:lnTo>
                <a:cubicBezTo>
                  <a:pt x="55" y="383"/>
                  <a:pt x="47" y="381"/>
                  <a:pt x="39" y="378"/>
                </a:cubicBezTo>
                <a:cubicBezTo>
                  <a:pt x="32" y="375"/>
                  <a:pt x="25" y="370"/>
                  <a:pt x="19" y="364"/>
                </a:cubicBezTo>
                <a:cubicBezTo>
                  <a:pt x="13" y="358"/>
                  <a:pt x="8" y="350"/>
                  <a:pt x="5" y="343"/>
                </a:cubicBezTo>
                <a:cubicBezTo>
                  <a:pt x="2" y="335"/>
                  <a:pt x="0" y="327"/>
                  <a:pt x="0" y="31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3765600" y="657360"/>
            <a:ext cx="29160" cy="17640"/>
          </a:xfrm>
          <a:custGeom>
            <a:avLst/>
            <a:gdLst/>
            <a:ahLst/>
            <a:rect l="0" t="0" r="r" b="b"/>
            <a:pathLst>
              <a:path w="81" h="49">
                <a:moveTo>
                  <a:pt x="25" y="0"/>
                </a:moveTo>
                <a:lnTo>
                  <a:pt x="57" y="0"/>
                </a:lnTo>
                <a:cubicBezTo>
                  <a:pt x="64" y="0"/>
                  <a:pt x="70" y="3"/>
                  <a:pt x="74" y="7"/>
                </a:cubicBezTo>
                <a:cubicBezTo>
                  <a:pt x="79" y="12"/>
                  <a:pt x="81" y="18"/>
                  <a:pt x="81" y="24"/>
                </a:cubicBezTo>
                <a:cubicBezTo>
                  <a:pt x="81" y="32"/>
                  <a:pt x="79" y="37"/>
                  <a:pt x="74" y="42"/>
                </a:cubicBezTo>
                <a:cubicBezTo>
                  <a:pt x="70" y="47"/>
                  <a:pt x="64" y="49"/>
                  <a:pt x="57" y="49"/>
                </a:cubicBezTo>
                <a:lnTo>
                  <a:pt x="25" y="49"/>
                </a:lnTo>
                <a:cubicBezTo>
                  <a:pt x="19" y="49"/>
                  <a:pt x="13" y="47"/>
                  <a:pt x="7" y="42"/>
                </a:cubicBezTo>
                <a:cubicBezTo>
                  <a:pt x="3" y="37"/>
                  <a:pt x="0" y="32"/>
                  <a:pt x="0" y="24"/>
                </a:cubicBezTo>
                <a:cubicBezTo>
                  <a:pt x="0" y="18"/>
                  <a:pt x="3" y="12"/>
                  <a:pt x="7" y="7"/>
                </a:cubicBezTo>
                <a:cubicBezTo>
                  <a:pt x="13" y="3"/>
                  <a:pt x="19" y="0"/>
                  <a:pt x="25" y="0"/>
                </a:cubicBez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3788640" y="657360"/>
            <a:ext cx="12240" cy="17640"/>
          </a:xfrm>
          <a:custGeom>
            <a:avLst/>
            <a:gdLst/>
            <a:ahLst/>
            <a:rect l="0" t="0" r="r" b="b"/>
            <a:pathLst>
              <a:path w="34" h="49">
                <a:moveTo>
                  <a:pt x="34" y="24"/>
                </a:moveTo>
                <a:cubicBezTo>
                  <a:pt x="34" y="32"/>
                  <a:pt x="32" y="37"/>
                  <a:pt x="29" y="42"/>
                </a:cubicBezTo>
                <a:cubicBezTo>
                  <a:pt x="25" y="47"/>
                  <a:pt x="22" y="49"/>
                  <a:pt x="17" y="49"/>
                </a:cubicBezTo>
                <a:cubicBezTo>
                  <a:pt x="13" y="49"/>
                  <a:pt x="9" y="47"/>
                  <a:pt x="6" y="42"/>
                </a:cubicBezTo>
                <a:cubicBezTo>
                  <a:pt x="3" y="37"/>
                  <a:pt x="0" y="32"/>
                  <a:pt x="0" y="24"/>
                </a:cubicBezTo>
                <a:cubicBezTo>
                  <a:pt x="0" y="18"/>
                  <a:pt x="3" y="12"/>
                  <a:pt x="6" y="7"/>
                </a:cubicBezTo>
                <a:cubicBezTo>
                  <a:pt x="9" y="3"/>
                  <a:pt x="13" y="0"/>
                  <a:pt x="17" y="0"/>
                </a:cubicBezTo>
                <a:cubicBezTo>
                  <a:pt x="22" y="0"/>
                  <a:pt x="25" y="3"/>
                  <a:pt x="29" y="7"/>
                </a:cubicBezTo>
                <a:cubicBezTo>
                  <a:pt x="32" y="12"/>
                  <a:pt x="34" y="18"/>
                  <a:pt x="34" y="24"/>
                </a:cubicBez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3225240" y="537480"/>
            <a:ext cx="22989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3254040" y="648360"/>
            <a:ext cx="435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3852000" y="628920"/>
            <a:ext cx="1397520" cy="186480"/>
          </a:xfrm>
          <a:custGeom>
            <a:avLst/>
            <a:gdLst/>
            <a:ahLst/>
            <a:rect l="0" t="0" r="r" b="b"/>
            <a:pathLst>
              <a:path w="3882" h="518">
                <a:moveTo>
                  <a:pt x="64" y="0"/>
                </a:moveTo>
                <a:lnTo>
                  <a:pt x="3818" y="0"/>
                </a:lnTo>
                <a:cubicBezTo>
                  <a:pt x="3827" y="0"/>
                  <a:pt x="3835" y="1"/>
                  <a:pt x="3843" y="5"/>
                </a:cubicBezTo>
                <a:cubicBezTo>
                  <a:pt x="3851" y="8"/>
                  <a:pt x="3858" y="12"/>
                  <a:pt x="3864" y="18"/>
                </a:cubicBezTo>
                <a:cubicBezTo>
                  <a:pt x="3870" y="24"/>
                  <a:pt x="3874" y="31"/>
                  <a:pt x="3877" y="39"/>
                </a:cubicBezTo>
                <a:cubicBezTo>
                  <a:pt x="3881" y="47"/>
                  <a:pt x="3882" y="55"/>
                  <a:pt x="3882" y="64"/>
                </a:cubicBezTo>
                <a:lnTo>
                  <a:pt x="3882" y="454"/>
                </a:lnTo>
                <a:cubicBezTo>
                  <a:pt x="3882" y="463"/>
                  <a:pt x="3881" y="471"/>
                  <a:pt x="3877" y="479"/>
                </a:cubicBezTo>
                <a:cubicBezTo>
                  <a:pt x="3874" y="487"/>
                  <a:pt x="3870" y="494"/>
                  <a:pt x="3864" y="500"/>
                </a:cubicBezTo>
                <a:cubicBezTo>
                  <a:pt x="3858" y="505"/>
                  <a:pt x="3851" y="510"/>
                  <a:pt x="3843" y="513"/>
                </a:cubicBezTo>
                <a:cubicBezTo>
                  <a:pt x="3835" y="517"/>
                  <a:pt x="3827" y="518"/>
                  <a:pt x="3818" y="518"/>
                </a:cubicBezTo>
                <a:lnTo>
                  <a:pt x="64" y="518"/>
                </a:lnTo>
                <a:cubicBezTo>
                  <a:pt x="55" y="518"/>
                  <a:pt x="47" y="517"/>
                  <a:pt x="39" y="513"/>
                </a:cubicBezTo>
                <a:cubicBezTo>
                  <a:pt x="32" y="510"/>
                  <a:pt x="25" y="505"/>
                  <a:pt x="19" y="500"/>
                </a:cubicBezTo>
                <a:cubicBezTo>
                  <a:pt x="13" y="494"/>
                  <a:pt x="8" y="487"/>
                  <a:pt x="5" y="479"/>
                </a:cubicBezTo>
                <a:cubicBezTo>
                  <a:pt x="2" y="471"/>
                  <a:pt x="0" y="463"/>
                  <a:pt x="0" y="45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3852000" y="628920"/>
            <a:ext cx="1397520" cy="186480"/>
          </a:xfrm>
          <a:custGeom>
            <a:avLst/>
            <a:gdLst/>
            <a:ahLst/>
            <a:rect l="0" t="0" r="r" b="b"/>
            <a:pathLst>
              <a:path w="3882" h="518">
                <a:moveTo>
                  <a:pt x="64" y="0"/>
                </a:moveTo>
                <a:lnTo>
                  <a:pt x="3818" y="0"/>
                </a:lnTo>
                <a:cubicBezTo>
                  <a:pt x="3827" y="0"/>
                  <a:pt x="3835" y="1"/>
                  <a:pt x="3843" y="5"/>
                </a:cubicBezTo>
                <a:cubicBezTo>
                  <a:pt x="3851" y="8"/>
                  <a:pt x="3858" y="12"/>
                  <a:pt x="3864" y="18"/>
                </a:cubicBezTo>
                <a:cubicBezTo>
                  <a:pt x="3870" y="24"/>
                  <a:pt x="3874" y="31"/>
                  <a:pt x="3877" y="39"/>
                </a:cubicBezTo>
                <a:cubicBezTo>
                  <a:pt x="3881" y="47"/>
                  <a:pt x="3882" y="55"/>
                  <a:pt x="3882" y="64"/>
                </a:cubicBezTo>
                <a:lnTo>
                  <a:pt x="3882" y="454"/>
                </a:lnTo>
                <a:cubicBezTo>
                  <a:pt x="3882" y="463"/>
                  <a:pt x="3881" y="471"/>
                  <a:pt x="3877" y="479"/>
                </a:cubicBezTo>
                <a:cubicBezTo>
                  <a:pt x="3874" y="487"/>
                  <a:pt x="3870" y="494"/>
                  <a:pt x="3864" y="500"/>
                </a:cubicBezTo>
                <a:cubicBezTo>
                  <a:pt x="3858" y="505"/>
                  <a:pt x="3851" y="510"/>
                  <a:pt x="3843" y="513"/>
                </a:cubicBezTo>
                <a:cubicBezTo>
                  <a:pt x="3835" y="517"/>
                  <a:pt x="3827" y="518"/>
                  <a:pt x="3818" y="518"/>
                </a:cubicBezTo>
                <a:lnTo>
                  <a:pt x="64" y="518"/>
                </a:lnTo>
                <a:cubicBezTo>
                  <a:pt x="55" y="518"/>
                  <a:pt x="47" y="517"/>
                  <a:pt x="39" y="513"/>
                </a:cubicBezTo>
                <a:cubicBezTo>
                  <a:pt x="32" y="510"/>
                  <a:pt x="25" y="505"/>
                  <a:pt x="19" y="500"/>
                </a:cubicBezTo>
                <a:cubicBezTo>
                  <a:pt x="13" y="494"/>
                  <a:pt x="8" y="487"/>
                  <a:pt x="5" y="479"/>
                </a:cubicBezTo>
                <a:cubicBezTo>
                  <a:pt x="2" y="471"/>
                  <a:pt x="0" y="463"/>
                  <a:pt x="0" y="45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5191920" y="648720"/>
            <a:ext cx="37440" cy="34920"/>
          </a:xfrm>
          <a:custGeom>
            <a:avLst/>
            <a:gdLst/>
            <a:ahLst/>
            <a:rect l="0" t="0" r="r" b="b"/>
            <a:pathLst>
              <a:path w="104" h="97">
                <a:moveTo>
                  <a:pt x="0" y="24"/>
                </a:moveTo>
                <a:lnTo>
                  <a:pt x="64" y="24"/>
                </a:lnTo>
                <a:lnTo>
                  <a:pt x="64" y="0"/>
                </a:lnTo>
                <a:lnTo>
                  <a:pt x="104" y="48"/>
                </a:lnTo>
                <a:lnTo>
                  <a:pt x="64" y="97"/>
                </a:lnTo>
                <a:lnTo>
                  <a:pt x="64" y="73"/>
                </a:lnTo>
                <a:lnTo>
                  <a:pt x="0" y="73"/>
                </a:lnTo>
                <a:lnTo>
                  <a:pt x="0" y="24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3254040" y="694800"/>
            <a:ext cx="4550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3880800" y="648360"/>
            <a:ext cx="1836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3880800" y="694800"/>
            <a:ext cx="10994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3372480" y="815040"/>
            <a:ext cx="4680" cy="57600"/>
          </a:xfrm>
          <a:custGeom>
            <a:avLst/>
            <a:gdLst/>
            <a:ahLst/>
            <a:rect l="0" t="0" r="r" b="b"/>
            <a:pathLst>
              <a:path w="13" h="160">
                <a:moveTo>
                  <a:pt x="13" y="0"/>
                </a:moveTo>
                <a:lnTo>
                  <a:pt x="13" y="24"/>
                </a:lnTo>
                <a:lnTo>
                  <a:pt x="0" y="24"/>
                </a:lnTo>
                <a:lnTo>
                  <a:pt x="0" y="0"/>
                </a:lnTo>
                <a:lnTo>
                  <a:pt x="13" y="0"/>
                </a:lnTo>
                <a:moveTo>
                  <a:pt x="13" y="49"/>
                </a:moveTo>
                <a:lnTo>
                  <a:pt x="13" y="73"/>
                </a:lnTo>
                <a:lnTo>
                  <a:pt x="0" y="73"/>
                </a:lnTo>
                <a:lnTo>
                  <a:pt x="0" y="49"/>
                </a:lnTo>
                <a:lnTo>
                  <a:pt x="13" y="49"/>
                </a:lnTo>
                <a:moveTo>
                  <a:pt x="13" y="97"/>
                </a:moveTo>
                <a:lnTo>
                  <a:pt x="13" y="121"/>
                </a:lnTo>
                <a:lnTo>
                  <a:pt x="0" y="121"/>
                </a:lnTo>
                <a:lnTo>
                  <a:pt x="0" y="97"/>
                </a:lnTo>
                <a:lnTo>
                  <a:pt x="13" y="97"/>
                </a:lnTo>
                <a:moveTo>
                  <a:pt x="13" y="144"/>
                </a:moveTo>
                <a:lnTo>
                  <a:pt x="13" y="160"/>
                </a:lnTo>
                <a:lnTo>
                  <a:pt x="0" y="160"/>
                </a:lnTo>
                <a:lnTo>
                  <a:pt x="0" y="144"/>
                </a:lnTo>
                <a:lnTo>
                  <a:pt x="13" y="1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3360240" y="855360"/>
            <a:ext cx="29160" cy="17280"/>
          </a:xfrm>
          <a:custGeom>
            <a:avLst/>
            <a:gdLst/>
            <a:ahLst/>
            <a:rect l="0" t="0" r="r" b="b"/>
            <a:pathLst>
              <a:path fill="none" w="81" h="48">
                <a:moveTo>
                  <a:pt x="0" y="0"/>
                </a:moveTo>
                <a:lnTo>
                  <a:pt x="41" y="48"/>
                </a:lnTo>
                <a:lnTo>
                  <a:pt x="81" y="0"/>
                </a:lnTo>
              </a:path>
            </a:pathLst>
          </a:custGeom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3305880" y="883800"/>
            <a:ext cx="1673640" cy="235440"/>
          </a:xfrm>
          <a:custGeom>
            <a:avLst/>
            <a:gdLst/>
            <a:ahLst/>
            <a:rect l="0" t="0" r="r" b="b"/>
            <a:pathLst>
              <a:path w="4649" h="654">
                <a:moveTo>
                  <a:pt x="0" y="0"/>
                </a:moveTo>
                <a:lnTo>
                  <a:pt x="4649" y="0"/>
                </a:lnTo>
                <a:lnTo>
                  <a:pt x="4649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3305880" y="883800"/>
            <a:ext cx="1673640" cy="235440"/>
          </a:xfrm>
          <a:custGeom>
            <a:avLst/>
            <a:gdLst/>
            <a:ahLst/>
            <a:rect l="0" t="0" r="r" b="b"/>
            <a:pathLst>
              <a:path w="4649" h="654">
                <a:moveTo>
                  <a:pt x="0" y="0"/>
                </a:moveTo>
                <a:lnTo>
                  <a:pt x="4649" y="0"/>
                </a:lnTo>
                <a:lnTo>
                  <a:pt x="4649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921560" y="90684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921560" y="91692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3880800" y="748800"/>
            <a:ext cx="921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3334680" y="903600"/>
            <a:ext cx="5050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3334680" y="950040"/>
            <a:ext cx="11667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3334680" y="1004040"/>
            <a:ext cx="5936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3305880" y="1199160"/>
            <a:ext cx="1955160" cy="137880"/>
          </a:xfrm>
          <a:custGeom>
            <a:avLst/>
            <a:gdLst/>
            <a:ahLst/>
            <a:rect l="0" t="0" r="r" b="b"/>
            <a:pathLst>
              <a:path w="5431" h="383">
                <a:moveTo>
                  <a:pt x="0" y="0"/>
                </a:moveTo>
                <a:lnTo>
                  <a:pt x="5431" y="0"/>
                </a:lnTo>
                <a:lnTo>
                  <a:pt x="5431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3304440" y="1197720"/>
            <a:ext cx="1958040" cy="140760"/>
          </a:xfrm>
          <a:custGeom>
            <a:avLst/>
            <a:gdLst/>
            <a:ahLst/>
            <a:rect l="0" t="0" r="r" b="b"/>
            <a:pathLst>
              <a:path w="5439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3" y="0"/>
                </a:lnTo>
                <a:lnTo>
                  <a:pt x="4453" y="8"/>
                </a:lnTo>
                <a:lnTo>
                  <a:pt x="4412" y="8"/>
                </a:lnTo>
                <a:lnTo>
                  <a:pt x="4412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9" y="4"/>
                </a:moveTo>
                <a:lnTo>
                  <a:pt x="5439" y="44"/>
                </a:lnTo>
                <a:lnTo>
                  <a:pt x="5431" y="44"/>
                </a:lnTo>
                <a:lnTo>
                  <a:pt x="5431" y="4"/>
                </a:lnTo>
                <a:lnTo>
                  <a:pt x="5439" y="4"/>
                </a:lnTo>
                <a:moveTo>
                  <a:pt x="5439" y="68"/>
                </a:moveTo>
                <a:lnTo>
                  <a:pt x="5439" y="107"/>
                </a:lnTo>
                <a:lnTo>
                  <a:pt x="5431" y="107"/>
                </a:lnTo>
                <a:lnTo>
                  <a:pt x="5431" y="68"/>
                </a:lnTo>
                <a:lnTo>
                  <a:pt x="5439" y="68"/>
                </a:lnTo>
                <a:moveTo>
                  <a:pt x="5439" y="131"/>
                </a:moveTo>
                <a:lnTo>
                  <a:pt x="5439" y="171"/>
                </a:lnTo>
                <a:lnTo>
                  <a:pt x="5431" y="171"/>
                </a:lnTo>
                <a:lnTo>
                  <a:pt x="5431" y="131"/>
                </a:lnTo>
                <a:lnTo>
                  <a:pt x="5439" y="131"/>
                </a:lnTo>
                <a:moveTo>
                  <a:pt x="5439" y="195"/>
                </a:moveTo>
                <a:lnTo>
                  <a:pt x="5439" y="235"/>
                </a:lnTo>
                <a:lnTo>
                  <a:pt x="5431" y="235"/>
                </a:lnTo>
                <a:lnTo>
                  <a:pt x="5431" y="195"/>
                </a:lnTo>
                <a:lnTo>
                  <a:pt x="5439" y="195"/>
                </a:lnTo>
                <a:moveTo>
                  <a:pt x="5439" y="259"/>
                </a:moveTo>
                <a:lnTo>
                  <a:pt x="5439" y="299"/>
                </a:lnTo>
                <a:lnTo>
                  <a:pt x="5431" y="299"/>
                </a:lnTo>
                <a:lnTo>
                  <a:pt x="5431" y="259"/>
                </a:lnTo>
                <a:lnTo>
                  <a:pt x="5439" y="259"/>
                </a:lnTo>
                <a:moveTo>
                  <a:pt x="5439" y="322"/>
                </a:moveTo>
                <a:lnTo>
                  <a:pt x="5439" y="362"/>
                </a:lnTo>
                <a:lnTo>
                  <a:pt x="5431" y="362"/>
                </a:lnTo>
                <a:lnTo>
                  <a:pt x="5431" y="322"/>
                </a:lnTo>
                <a:lnTo>
                  <a:pt x="5439" y="322"/>
                </a:lnTo>
                <a:moveTo>
                  <a:pt x="5435" y="391"/>
                </a:moveTo>
                <a:lnTo>
                  <a:pt x="5395" y="391"/>
                </a:lnTo>
                <a:lnTo>
                  <a:pt x="5395" y="383"/>
                </a:lnTo>
                <a:lnTo>
                  <a:pt x="5435" y="383"/>
                </a:lnTo>
                <a:lnTo>
                  <a:pt x="5435" y="391"/>
                </a:lnTo>
                <a:moveTo>
                  <a:pt x="5371" y="391"/>
                </a:moveTo>
                <a:lnTo>
                  <a:pt x="5331" y="391"/>
                </a:lnTo>
                <a:lnTo>
                  <a:pt x="5331" y="383"/>
                </a:lnTo>
                <a:lnTo>
                  <a:pt x="5371" y="383"/>
                </a:lnTo>
                <a:lnTo>
                  <a:pt x="5371" y="391"/>
                </a:lnTo>
                <a:moveTo>
                  <a:pt x="5307" y="391"/>
                </a:moveTo>
                <a:lnTo>
                  <a:pt x="5268" y="391"/>
                </a:lnTo>
                <a:lnTo>
                  <a:pt x="5268" y="383"/>
                </a:lnTo>
                <a:lnTo>
                  <a:pt x="5307" y="383"/>
                </a:lnTo>
                <a:lnTo>
                  <a:pt x="5307" y="391"/>
                </a:lnTo>
                <a:moveTo>
                  <a:pt x="5244" y="391"/>
                </a:moveTo>
                <a:lnTo>
                  <a:pt x="5204" y="391"/>
                </a:lnTo>
                <a:lnTo>
                  <a:pt x="5204" y="383"/>
                </a:lnTo>
                <a:lnTo>
                  <a:pt x="5244" y="383"/>
                </a:lnTo>
                <a:lnTo>
                  <a:pt x="5244" y="391"/>
                </a:lnTo>
                <a:moveTo>
                  <a:pt x="5180" y="391"/>
                </a:moveTo>
                <a:lnTo>
                  <a:pt x="5140" y="391"/>
                </a:lnTo>
                <a:lnTo>
                  <a:pt x="5140" y="383"/>
                </a:lnTo>
                <a:lnTo>
                  <a:pt x="5180" y="383"/>
                </a:lnTo>
                <a:lnTo>
                  <a:pt x="5180" y="391"/>
                </a:lnTo>
                <a:moveTo>
                  <a:pt x="5116" y="391"/>
                </a:moveTo>
                <a:lnTo>
                  <a:pt x="5076" y="391"/>
                </a:lnTo>
                <a:lnTo>
                  <a:pt x="5076" y="383"/>
                </a:lnTo>
                <a:lnTo>
                  <a:pt x="5116" y="383"/>
                </a:lnTo>
                <a:lnTo>
                  <a:pt x="5116" y="391"/>
                </a:lnTo>
                <a:moveTo>
                  <a:pt x="5052" y="391"/>
                </a:moveTo>
                <a:lnTo>
                  <a:pt x="5012" y="391"/>
                </a:lnTo>
                <a:lnTo>
                  <a:pt x="5012" y="383"/>
                </a:lnTo>
                <a:lnTo>
                  <a:pt x="5052" y="383"/>
                </a:lnTo>
                <a:lnTo>
                  <a:pt x="5052" y="391"/>
                </a:lnTo>
                <a:moveTo>
                  <a:pt x="4988" y="391"/>
                </a:moveTo>
                <a:lnTo>
                  <a:pt x="4948" y="391"/>
                </a:lnTo>
                <a:lnTo>
                  <a:pt x="4948" y="383"/>
                </a:lnTo>
                <a:lnTo>
                  <a:pt x="4988" y="383"/>
                </a:lnTo>
                <a:lnTo>
                  <a:pt x="4988" y="391"/>
                </a:lnTo>
                <a:moveTo>
                  <a:pt x="4924" y="391"/>
                </a:moveTo>
                <a:lnTo>
                  <a:pt x="4884" y="391"/>
                </a:lnTo>
                <a:lnTo>
                  <a:pt x="4884" y="383"/>
                </a:lnTo>
                <a:lnTo>
                  <a:pt x="4924" y="383"/>
                </a:lnTo>
                <a:lnTo>
                  <a:pt x="4924" y="391"/>
                </a:lnTo>
                <a:moveTo>
                  <a:pt x="4860" y="391"/>
                </a:moveTo>
                <a:lnTo>
                  <a:pt x="4820" y="391"/>
                </a:lnTo>
                <a:lnTo>
                  <a:pt x="4820" y="383"/>
                </a:lnTo>
                <a:lnTo>
                  <a:pt x="4860" y="383"/>
                </a:lnTo>
                <a:lnTo>
                  <a:pt x="4860" y="391"/>
                </a:lnTo>
                <a:moveTo>
                  <a:pt x="4796" y="391"/>
                </a:moveTo>
                <a:lnTo>
                  <a:pt x="4756" y="391"/>
                </a:lnTo>
                <a:lnTo>
                  <a:pt x="4756" y="383"/>
                </a:lnTo>
                <a:lnTo>
                  <a:pt x="4796" y="383"/>
                </a:lnTo>
                <a:lnTo>
                  <a:pt x="4796" y="391"/>
                </a:lnTo>
                <a:moveTo>
                  <a:pt x="4732" y="391"/>
                </a:moveTo>
                <a:lnTo>
                  <a:pt x="4693" y="391"/>
                </a:lnTo>
                <a:lnTo>
                  <a:pt x="4693" y="383"/>
                </a:lnTo>
                <a:lnTo>
                  <a:pt x="4732" y="383"/>
                </a:lnTo>
                <a:lnTo>
                  <a:pt x="4732" y="391"/>
                </a:lnTo>
                <a:moveTo>
                  <a:pt x="4669" y="391"/>
                </a:moveTo>
                <a:lnTo>
                  <a:pt x="4629" y="391"/>
                </a:lnTo>
                <a:lnTo>
                  <a:pt x="4629" y="383"/>
                </a:lnTo>
                <a:lnTo>
                  <a:pt x="4669" y="383"/>
                </a:lnTo>
                <a:lnTo>
                  <a:pt x="4669" y="391"/>
                </a:lnTo>
                <a:moveTo>
                  <a:pt x="4605" y="391"/>
                </a:moveTo>
                <a:lnTo>
                  <a:pt x="4565" y="391"/>
                </a:lnTo>
                <a:lnTo>
                  <a:pt x="4565" y="383"/>
                </a:lnTo>
                <a:lnTo>
                  <a:pt x="4605" y="383"/>
                </a:lnTo>
                <a:lnTo>
                  <a:pt x="4605" y="391"/>
                </a:lnTo>
                <a:moveTo>
                  <a:pt x="4541" y="391"/>
                </a:moveTo>
                <a:lnTo>
                  <a:pt x="4501" y="391"/>
                </a:lnTo>
                <a:lnTo>
                  <a:pt x="4501" y="383"/>
                </a:lnTo>
                <a:lnTo>
                  <a:pt x="4541" y="383"/>
                </a:lnTo>
                <a:lnTo>
                  <a:pt x="4541" y="391"/>
                </a:lnTo>
                <a:moveTo>
                  <a:pt x="4477" y="391"/>
                </a:moveTo>
                <a:lnTo>
                  <a:pt x="4437" y="391"/>
                </a:lnTo>
                <a:lnTo>
                  <a:pt x="4437" y="383"/>
                </a:lnTo>
                <a:lnTo>
                  <a:pt x="4477" y="383"/>
                </a:lnTo>
                <a:lnTo>
                  <a:pt x="4477" y="391"/>
                </a:lnTo>
                <a:moveTo>
                  <a:pt x="4412" y="391"/>
                </a:moveTo>
                <a:lnTo>
                  <a:pt x="4372" y="391"/>
                </a:lnTo>
                <a:lnTo>
                  <a:pt x="4372" y="383"/>
                </a:lnTo>
                <a:lnTo>
                  <a:pt x="4412" y="383"/>
                </a:lnTo>
                <a:lnTo>
                  <a:pt x="4412" y="391"/>
                </a:lnTo>
                <a:moveTo>
                  <a:pt x="4348" y="391"/>
                </a:moveTo>
                <a:lnTo>
                  <a:pt x="4308" y="391"/>
                </a:lnTo>
                <a:lnTo>
                  <a:pt x="4308" y="383"/>
                </a:lnTo>
                <a:lnTo>
                  <a:pt x="4348" y="383"/>
                </a:lnTo>
                <a:lnTo>
                  <a:pt x="4348" y="391"/>
                </a:lnTo>
                <a:moveTo>
                  <a:pt x="4284" y="391"/>
                </a:moveTo>
                <a:lnTo>
                  <a:pt x="4244" y="391"/>
                </a:lnTo>
                <a:lnTo>
                  <a:pt x="4244" y="383"/>
                </a:lnTo>
                <a:lnTo>
                  <a:pt x="4284" y="383"/>
                </a:lnTo>
                <a:lnTo>
                  <a:pt x="4284" y="391"/>
                </a:lnTo>
                <a:moveTo>
                  <a:pt x="4220" y="391"/>
                </a:moveTo>
                <a:lnTo>
                  <a:pt x="4180" y="391"/>
                </a:lnTo>
                <a:lnTo>
                  <a:pt x="4180" y="383"/>
                </a:lnTo>
                <a:lnTo>
                  <a:pt x="4220" y="383"/>
                </a:lnTo>
                <a:lnTo>
                  <a:pt x="4220" y="391"/>
                </a:lnTo>
                <a:moveTo>
                  <a:pt x="4156" y="391"/>
                </a:moveTo>
                <a:lnTo>
                  <a:pt x="4117" y="391"/>
                </a:lnTo>
                <a:lnTo>
                  <a:pt x="4117" y="383"/>
                </a:lnTo>
                <a:lnTo>
                  <a:pt x="4156" y="383"/>
                </a:lnTo>
                <a:lnTo>
                  <a:pt x="4156" y="391"/>
                </a:lnTo>
                <a:moveTo>
                  <a:pt x="4093" y="391"/>
                </a:moveTo>
                <a:lnTo>
                  <a:pt x="4053" y="391"/>
                </a:lnTo>
                <a:lnTo>
                  <a:pt x="4053" y="383"/>
                </a:lnTo>
                <a:lnTo>
                  <a:pt x="4093" y="383"/>
                </a:lnTo>
                <a:lnTo>
                  <a:pt x="4093" y="391"/>
                </a:lnTo>
                <a:moveTo>
                  <a:pt x="4029" y="391"/>
                </a:moveTo>
                <a:lnTo>
                  <a:pt x="3989" y="391"/>
                </a:lnTo>
                <a:lnTo>
                  <a:pt x="3989" y="383"/>
                </a:lnTo>
                <a:lnTo>
                  <a:pt x="4029" y="383"/>
                </a:lnTo>
                <a:lnTo>
                  <a:pt x="4029" y="391"/>
                </a:lnTo>
                <a:moveTo>
                  <a:pt x="3965" y="391"/>
                </a:moveTo>
                <a:lnTo>
                  <a:pt x="3925" y="391"/>
                </a:lnTo>
                <a:lnTo>
                  <a:pt x="3925" y="383"/>
                </a:lnTo>
                <a:lnTo>
                  <a:pt x="3965" y="383"/>
                </a:lnTo>
                <a:lnTo>
                  <a:pt x="3965" y="391"/>
                </a:lnTo>
                <a:moveTo>
                  <a:pt x="3901" y="391"/>
                </a:moveTo>
                <a:lnTo>
                  <a:pt x="3861" y="391"/>
                </a:lnTo>
                <a:lnTo>
                  <a:pt x="3861" y="383"/>
                </a:lnTo>
                <a:lnTo>
                  <a:pt x="3901" y="383"/>
                </a:lnTo>
                <a:lnTo>
                  <a:pt x="3901" y="391"/>
                </a:lnTo>
                <a:moveTo>
                  <a:pt x="3837" y="391"/>
                </a:moveTo>
                <a:lnTo>
                  <a:pt x="3797" y="391"/>
                </a:lnTo>
                <a:lnTo>
                  <a:pt x="3797" y="383"/>
                </a:lnTo>
                <a:lnTo>
                  <a:pt x="3837" y="383"/>
                </a:lnTo>
                <a:lnTo>
                  <a:pt x="3837" y="391"/>
                </a:lnTo>
                <a:moveTo>
                  <a:pt x="3773" y="391"/>
                </a:moveTo>
                <a:lnTo>
                  <a:pt x="3733" y="391"/>
                </a:lnTo>
                <a:lnTo>
                  <a:pt x="3733" y="383"/>
                </a:lnTo>
                <a:lnTo>
                  <a:pt x="3773" y="383"/>
                </a:lnTo>
                <a:lnTo>
                  <a:pt x="3773" y="391"/>
                </a:lnTo>
                <a:moveTo>
                  <a:pt x="3709" y="391"/>
                </a:moveTo>
                <a:lnTo>
                  <a:pt x="3669" y="391"/>
                </a:lnTo>
                <a:lnTo>
                  <a:pt x="3669" y="383"/>
                </a:lnTo>
                <a:lnTo>
                  <a:pt x="3709" y="383"/>
                </a:lnTo>
                <a:lnTo>
                  <a:pt x="3709" y="391"/>
                </a:lnTo>
                <a:moveTo>
                  <a:pt x="3645" y="391"/>
                </a:moveTo>
                <a:lnTo>
                  <a:pt x="3605" y="391"/>
                </a:lnTo>
                <a:lnTo>
                  <a:pt x="3605" y="383"/>
                </a:lnTo>
                <a:lnTo>
                  <a:pt x="3645" y="383"/>
                </a:lnTo>
                <a:lnTo>
                  <a:pt x="3645" y="391"/>
                </a:lnTo>
                <a:moveTo>
                  <a:pt x="3581" y="391"/>
                </a:moveTo>
                <a:lnTo>
                  <a:pt x="3542" y="391"/>
                </a:lnTo>
                <a:lnTo>
                  <a:pt x="3542" y="383"/>
                </a:lnTo>
                <a:lnTo>
                  <a:pt x="3581" y="383"/>
                </a:lnTo>
                <a:lnTo>
                  <a:pt x="3581" y="391"/>
                </a:lnTo>
                <a:moveTo>
                  <a:pt x="3518" y="391"/>
                </a:moveTo>
                <a:lnTo>
                  <a:pt x="3478" y="391"/>
                </a:lnTo>
                <a:lnTo>
                  <a:pt x="3478" y="383"/>
                </a:lnTo>
                <a:lnTo>
                  <a:pt x="3518" y="383"/>
                </a:lnTo>
                <a:lnTo>
                  <a:pt x="3518" y="391"/>
                </a:lnTo>
                <a:moveTo>
                  <a:pt x="3454" y="391"/>
                </a:moveTo>
                <a:lnTo>
                  <a:pt x="3414" y="391"/>
                </a:lnTo>
                <a:lnTo>
                  <a:pt x="3414" y="383"/>
                </a:lnTo>
                <a:lnTo>
                  <a:pt x="3454" y="383"/>
                </a:lnTo>
                <a:lnTo>
                  <a:pt x="3454" y="391"/>
                </a:lnTo>
                <a:moveTo>
                  <a:pt x="3390" y="391"/>
                </a:moveTo>
                <a:lnTo>
                  <a:pt x="3350" y="391"/>
                </a:lnTo>
                <a:lnTo>
                  <a:pt x="3350" y="383"/>
                </a:lnTo>
                <a:lnTo>
                  <a:pt x="3390" y="383"/>
                </a:lnTo>
                <a:lnTo>
                  <a:pt x="3390" y="391"/>
                </a:lnTo>
                <a:moveTo>
                  <a:pt x="3326" y="391"/>
                </a:moveTo>
                <a:lnTo>
                  <a:pt x="3286" y="391"/>
                </a:lnTo>
                <a:lnTo>
                  <a:pt x="3286" y="383"/>
                </a:lnTo>
                <a:lnTo>
                  <a:pt x="3326" y="383"/>
                </a:lnTo>
                <a:lnTo>
                  <a:pt x="3326" y="391"/>
                </a:lnTo>
                <a:moveTo>
                  <a:pt x="3262" y="391"/>
                </a:moveTo>
                <a:lnTo>
                  <a:pt x="3222" y="391"/>
                </a:lnTo>
                <a:lnTo>
                  <a:pt x="3222" y="383"/>
                </a:lnTo>
                <a:lnTo>
                  <a:pt x="3262" y="383"/>
                </a:lnTo>
                <a:lnTo>
                  <a:pt x="3262" y="391"/>
                </a:lnTo>
                <a:moveTo>
                  <a:pt x="3198" y="391"/>
                </a:moveTo>
                <a:lnTo>
                  <a:pt x="3158" y="391"/>
                </a:lnTo>
                <a:lnTo>
                  <a:pt x="3158" y="383"/>
                </a:lnTo>
                <a:lnTo>
                  <a:pt x="3198" y="383"/>
                </a:lnTo>
                <a:lnTo>
                  <a:pt x="3198" y="391"/>
                </a:lnTo>
                <a:moveTo>
                  <a:pt x="3134" y="391"/>
                </a:moveTo>
                <a:lnTo>
                  <a:pt x="3094" y="391"/>
                </a:lnTo>
                <a:lnTo>
                  <a:pt x="3094" y="383"/>
                </a:lnTo>
                <a:lnTo>
                  <a:pt x="3134" y="383"/>
                </a:lnTo>
                <a:lnTo>
                  <a:pt x="3134" y="391"/>
                </a:lnTo>
                <a:moveTo>
                  <a:pt x="3070" y="391"/>
                </a:moveTo>
                <a:lnTo>
                  <a:pt x="3030" y="391"/>
                </a:lnTo>
                <a:lnTo>
                  <a:pt x="3030" y="383"/>
                </a:lnTo>
                <a:lnTo>
                  <a:pt x="3070" y="383"/>
                </a:lnTo>
                <a:lnTo>
                  <a:pt x="3070" y="391"/>
                </a:lnTo>
                <a:moveTo>
                  <a:pt x="3006" y="391"/>
                </a:moveTo>
                <a:lnTo>
                  <a:pt x="2966" y="391"/>
                </a:lnTo>
                <a:lnTo>
                  <a:pt x="2966" y="383"/>
                </a:lnTo>
                <a:lnTo>
                  <a:pt x="3006" y="383"/>
                </a:lnTo>
                <a:lnTo>
                  <a:pt x="3006" y="391"/>
                </a:lnTo>
                <a:moveTo>
                  <a:pt x="2943" y="391"/>
                </a:moveTo>
                <a:lnTo>
                  <a:pt x="2903" y="391"/>
                </a:lnTo>
                <a:lnTo>
                  <a:pt x="2903" y="383"/>
                </a:lnTo>
                <a:lnTo>
                  <a:pt x="2943" y="383"/>
                </a:lnTo>
                <a:lnTo>
                  <a:pt x="2943" y="391"/>
                </a:lnTo>
                <a:moveTo>
                  <a:pt x="2879" y="391"/>
                </a:moveTo>
                <a:lnTo>
                  <a:pt x="2839" y="391"/>
                </a:lnTo>
                <a:lnTo>
                  <a:pt x="2839" y="383"/>
                </a:lnTo>
                <a:lnTo>
                  <a:pt x="2879" y="383"/>
                </a:lnTo>
                <a:lnTo>
                  <a:pt x="2879" y="391"/>
                </a:lnTo>
                <a:moveTo>
                  <a:pt x="2815" y="391"/>
                </a:moveTo>
                <a:lnTo>
                  <a:pt x="2775" y="391"/>
                </a:lnTo>
                <a:lnTo>
                  <a:pt x="2775" y="383"/>
                </a:lnTo>
                <a:lnTo>
                  <a:pt x="2815" y="383"/>
                </a:lnTo>
                <a:lnTo>
                  <a:pt x="2815" y="391"/>
                </a:lnTo>
                <a:moveTo>
                  <a:pt x="2751" y="391"/>
                </a:moveTo>
                <a:lnTo>
                  <a:pt x="2711" y="391"/>
                </a:lnTo>
                <a:lnTo>
                  <a:pt x="2711" y="383"/>
                </a:lnTo>
                <a:lnTo>
                  <a:pt x="2751" y="383"/>
                </a:lnTo>
                <a:lnTo>
                  <a:pt x="2751" y="391"/>
                </a:lnTo>
                <a:moveTo>
                  <a:pt x="2687" y="391"/>
                </a:moveTo>
                <a:lnTo>
                  <a:pt x="2647" y="391"/>
                </a:lnTo>
                <a:lnTo>
                  <a:pt x="2647" y="383"/>
                </a:lnTo>
                <a:lnTo>
                  <a:pt x="2687" y="383"/>
                </a:lnTo>
                <a:lnTo>
                  <a:pt x="2687" y="391"/>
                </a:lnTo>
                <a:moveTo>
                  <a:pt x="2623" y="391"/>
                </a:moveTo>
                <a:lnTo>
                  <a:pt x="2583" y="391"/>
                </a:lnTo>
                <a:lnTo>
                  <a:pt x="2583" y="383"/>
                </a:lnTo>
                <a:lnTo>
                  <a:pt x="2623" y="383"/>
                </a:lnTo>
                <a:lnTo>
                  <a:pt x="2623" y="391"/>
                </a:lnTo>
                <a:moveTo>
                  <a:pt x="2559" y="391"/>
                </a:moveTo>
                <a:lnTo>
                  <a:pt x="2519" y="391"/>
                </a:lnTo>
                <a:lnTo>
                  <a:pt x="2519" y="383"/>
                </a:lnTo>
                <a:lnTo>
                  <a:pt x="2559" y="383"/>
                </a:lnTo>
                <a:lnTo>
                  <a:pt x="2559" y="391"/>
                </a:lnTo>
                <a:moveTo>
                  <a:pt x="2495" y="391"/>
                </a:moveTo>
                <a:lnTo>
                  <a:pt x="2455" y="391"/>
                </a:lnTo>
                <a:lnTo>
                  <a:pt x="2455" y="383"/>
                </a:lnTo>
                <a:lnTo>
                  <a:pt x="2495" y="383"/>
                </a:lnTo>
                <a:lnTo>
                  <a:pt x="2495" y="391"/>
                </a:lnTo>
                <a:moveTo>
                  <a:pt x="2431" y="391"/>
                </a:moveTo>
                <a:lnTo>
                  <a:pt x="2391" y="391"/>
                </a:lnTo>
                <a:lnTo>
                  <a:pt x="2391" y="383"/>
                </a:lnTo>
                <a:lnTo>
                  <a:pt x="2431" y="383"/>
                </a:lnTo>
                <a:lnTo>
                  <a:pt x="2431" y="391"/>
                </a:lnTo>
                <a:moveTo>
                  <a:pt x="2368" y="391"/>
                </a:moveTo>
                <a:lnTo>
                  <a:pt x="2328" y="391"/>
                </a:lnTo>
                <a:lnTo>
                  <a:pt x="2328" y="383"/>
                </a:lnTo>
                <a:lnTo>
                  <a:pt x="2368" y="383"/>
                </a:lnTo>
                <a:lnTo>
                  <a:pt x="2368" y="391"/>
                </a:lnTo>
                <a:moveTo>
                  <a:pt x="2304" y="391"/>
                </a:moveTo>
                <a:lnTo>
                  <a:pt x="2264" y="391"/>
                </a:lnTo>
                <a:lnTo>
                  <a:pt x="2264" y="383"/>
                </a:lnTo>
                <a:lnTo>
                  <a:pt x="2304" y="383"/>
                </a:lnTo>
                <a:lnTo>
                  <a:pt x="2304" y="391"/>
                </a:lnTo>
                <a:moveTo>
                  <a:pt x="2240" y="391"/>
                </a:moveTo>
                <a:lnTo>
                  <a:pt x="2200" y="391"/>
                </a:lnTo>
                <a:lnTo>
                  <a:pt x="2200" y="383"/>
                </a:lnTo>
                <a:lnTo>
                  <a:pt x="2240" y="383"/>
                </a:lnTo>
                <a:lnTo>
                  <a:pt x="2240" y="391"/>
                </a:lnTo>
                <a:moveTo>
                  <a:pt x="2176" y="391"/>
                </a:moveTo>
                <a:lnTo>
                  <a:pt x="2136" y="391"/>
                </a:lnTo>
                <a:lnTo>
                  <a:pt x="2136" y="383"/>
                </a:lnTo>
                <a:lnTo>
                  <a:pt x="2176" y="383"/>
                </a:lnTo>
                <a:lnTo>
                  <a:pt x="2176" y="391"/>
                </a:lnTo>
                <a:moveTo>
                  <a:pt x="2112" y="391"/>
                </a:moveTo>
                <a:lnTo>
                  <a:pt x="2072" y="391"/>
                </a:lnTo>
                <a:lnTo>
                  <a:pt x="2072" y="383"/>
                </a:lnTo>
                <a:lnTo>
                  <a:pt x="2112" y="383"/>
                </a:lnTo>
                <a:lnTo>
                  <a:pt x="2112" y="391"/>
                </a:lnTo>
                <a:moveTo>
                  <a:pt x="2048" y="391"/>
                </a:moveTo>
                <a:lnTo>
                  <a:pt x="2008" y="391"/>
                </a:lnTo>
                <a:lnTo>
                  <a:pt x="2008" y="383"/>
                </a:lnTo>
                <a:lnTo>
                  <a:pt x="2048" y="383"/>
                </a:lnTo>
                <a:lnTo>
                  <a:pt x="2048" y="391"/>
                </a:lnTo>
                <a:moveTo>
                  <a:pt x="1984" y="391"/>
                </a:moveTo>
                <a:lnTo>
                  <a:pt x="1944" y="391"/>
                </a:lnTo>
                <a:lnTo>
                  <a:pt x="1944" y="383"/>
                </a:lnTo>
                <a:lnTo>
                  <a:pt x="1984" y="383"/>
                </a:lnTo>
                <a:lnTo>
                  <a:pt x="1984" y="391"/>
                </a:lnTo>
                <a:moveTo>
                  <a:pt x="1920" y="391"/>
                </a:moveTo>
                <a:lnTo>
                  <a:pt x="1880" y="391"/>
                </a:lnTo>
                <a:lnTo>
                  <a:pt x="1880" y="383"/>
                </a:lnTo>
                <a:lnTo>
                  <a:pt x="1920" y="383"/>
                </a:lnTo>
                <a:lnTo>
                  <a:pt x="1920" y="391"/>
                </a:lnTo>
                <a:moveTo>
                  <a:pt x="1856" y="391"/>
                </a:moveTo>
                <a:lnTo>
                  <a:pt x="1816" y="391"/>
                </a:lnTo>
                <a:lnTo>
                  <a:pt x="1816" y="383"/>
                </a:lnTo>
                <a:lnTo>
                  <a:pt x="1856" y="383"/>
                </a:lnTo>
                <a:lnTo>
                  <a:pt x="1856" y="391"/>
                </a:lnTo>
                <a:moveTo>
                  <a:pt x="1792" y="391"/>
                </a:moveTo>
                <a:lnTo>
                  <a:pt x="1753" y="391"/>
                </a:lnTo>
                <a:lnTo>
                  <a:pt x="1753" y="383"/>
                </a:lnTo>
                <a:lnTo>
                  <a:pt x="1792" y="383"/>
                </a:lnTo>
                <a:lnTo>
                  <a:pt x="1792" y="391"/>
                </a:lnTo>
                <a:moveTo>
                  <a:pt x="1729" y="391"/>
                </a:moveTo>
                <a:lnTo>
                  <a:pt x="1689" y="391"/>
                </a:lnTo>
                <a:lnTo>
                  <a:pt x="1689" y="383"/>
                </a:lnTo>
                <a:lnTo>
                  <a:pt x="1729" y="383"/>
                </a:lnTo>
                <a:lnTo>
                  <a:pt x="1729" y="391"/>
                </a:lnTo>
                <a:moveTo>
                  <a:pt x="1665" y="391"/>
                </a:moveTo>
                <a:lnTo>
                  <a:pt x="1625" y="391"/>
                </a:lnTo>
                <a:lnTo>
                  <a:pt x="1625" y="383"/>
                </a:lnTo>
                <a:lnTo>
                  <a:pt x="1665" y="383"/>
                </a:lnTo>
                <a:lnTo>
                  <a:pt x="1665" y="391"/>
                </a:lnTo>
                <a:moveTo>
                  <a:pt x="1601" y="391"/>
                </a:moveTo>
                <a:lnTo>
                  <a:pt x="1561" y="391"/>
                </a:lnTo>
                <a:lnTo>
                  <a:pt x="1561" y="383"/>
                </a:lnTo>
                <a:lnTo>
                  <a:pt x="1601" y="383"/>
                </a:lnTo>
                <a:lnTo>
                  <a:pt x="1601" y="391"/>
                </a:lnTo>
                <a:moveTo>
                  <a:pt x="1537" y="391"/>
                </a:moveTo>
                <a:lnTo>
                  <a:pt x="1497" y="391"/>
                </a:lnTo>
                <a:lnTo>
                  <a:pt x="1497" y="383"/>
                </a:lnTo>
                <a:lnTo>
                  <a:pt x="1537" y="383"/>
                </a:lnTo>
                <a:lnTo>
                  <a:pt x="1537" y="391"/>
                </a:lnTo>
                <a:moveTo>
                  <a:pt x="1473" y="391"/>
                </a:moveTo>
                <a:lnTo>
                  <a:pt x="1433" y="391"/>
                </a:lnTo>
                <a:lnTo>
                  <a:pt x="1433" y="383"/>
                </a:lnTo>
                <a:lnTo>
                  <a:pt x="1473" y="383"/>
                </a:lnTo>
                <a:lnTo>
                  <a:pt x="1473" y="391"/>
                </a:lnTo>
                <a:moveTo>
                  <a:pt x="1409" y="391"/>
                </a:moveTo>
                <a:lnTo>
                  <a:pt x="1369" y="391"/>
                </a:lnTo>
                <a:lnTo>
                  <a:pt x="1369" y="383"/>
                </a:lnTo>
                <a:lnTo>
                  <a:pt x="1409" y="383"/>
                </a:lnTo>
                <a:lnTo>
                  <a:pt x="1409" y="391"/>
                </a:lnTo>
                <a:moveTo>
                  <a:pt x="1345" y="391"/>
                </a:moveTo>
                <a:lnTo>
                  <a:pt x="1305" y="391"/>
                </a:lnTo>
                <a:lnTo>
                  <a:pt x="1305" y="383"/>
                </a:lnTo>
                <a:lnTo>
                  <a:pt x="1345" y="383"/>
                </a:lnTo>
                <a:lnTo>
                  <a:pt x="1345" y="391"/>
                </a:lnTo>
                <a:moveTo>
                  <a:pt x="1281" y="391"/>
                </a:moveTo>
                <a:lnTo>
                  <a:pt x="1241" y="391"/>
                </a:lnTo>
                <a:lnTo>
                  <a:pt x="1241" y="383"/>
                </a:lnTo>
                <a:lnTo>
                  <a:pt x="1281" y="383"/>
                </a:lnTo>
                <a:lnTo>
                  <a:pt x="1281" y="391"/>
                </a:lnTo>
                <a:moveTo>
                  <a:pt x="1217" y="391"/>
                </a:moveTo>
                <a:lnTo>
                  <a:pt x="1178" y="391"/>
                </a:lnTo>
                <a:lnTo>
                  <a:pt x="1178" y="383"/>
                </a:lnTo>
                <a:lnTo>
                  <a:pt x="1217" y="383"/>
                </a:lnTo>
                <a:lnTo>
                  <a:pt x="1217" y="391"/>
                </a:lnTo>
                <a:moveTo>
                  <a:pt x="1154" y="391"/>
                </a:moveTo>
                <a:lnTo>
                  <a:pt x="1114" y="391"/>
                </a:lnTo>
                <a:lnTo>
                  <a:pt x="1114" y="383"/>
                </a:lnTo>
                <a:lnTo>
                  <a:pt x="1154" y="383"/>
                </a:lnTo>
                <a:lnTo>
                  <a:pt x="1154" y="391"/>
                </a:lnTo>
                <a:moveTo>
                  <a:pt x="1090" y="391"/>
                </a:moveTo>
                <a:lnTo>
                  <a:pt x="1050" y="391"/>
                </a:lnTo>
                <a:lnTo>
                  <a:pt x="1050" y="383"/>
                </a:lnTo>
                <a:lnTo>
                  <a:pt x="1090" y="383"/>
                </a:lnTo>
                <a:lnTo>
                  <a:pt x="1090" y="391"/>
                </a:lnTo>
                <a:moveTo>
                  <a:pt x="1026" y="391"/>
                </a:moveTo>
                <a:lnTo>
                  <a:pt x="986" y="391"/>
                </a:lnTo>
                <a:lnTo>
                  <a:pt x="986" y="383"/>
                </a:lnTo>
                <a:lnTo>
                  <a:pt x="1026" y="383"/>
                </a:lnTo>
                <a:lnTo>
                  <a:pt x="1026" y="391"/>
                </a:lnTo>
                <a:moveTo>
                  <a:pt x="962" y="391"/>
                </a:moveTo>
                <a:lnTo>
                  <a:pt x="922" y="391"/>
                </a:lnTo>
                <a:lnTo>
                  <a:pt x="922" y="383"/>
                </a:lnTo>
                <a:lnTo>
                  <a:pt x="962" y="383"/>
                </a:lnTo>
                <a:lnTo>
                  <a:pt x="962" y="391"/>
                </a:lnTo>
                <a:moveTo>
                  <a:pt x="898" y="391"/>
                </a:moveTo>
                <a:lnTo>
                  <a:pt x="858" y="391"/>
                </a:lnTo>
                <a:lnTo>
                  <a:pt x="858" y="383"/>
                </a:lnTo>
                <a:lnTo>
                  <a:pt x="898" y="383"/>
                </a:lnTo>
                <a:lnTo>
                  <a:pt x="898" y="391"/>
                </a:lnTo>
                <a:moveTo>
                  <a:pt x="834" y="391"/>
                </a:moveTo>
                <a:lnTo>
                  <a:pt x="794" y="391"/>
                </a:lnTo>
                <a:lnTo>
                  <a:pt x="794" y="383"/>
                </a:lnTo>
                <a:lnTo>
                  <a:pt x="834" y="383"/>
                </a:lnTo>
                <a:lnTo>
                  <a:pt x="834" y="391"/>
                </a:lnTo>
                <a:moveTo>
                  <a:pt x="770" y="391"/>
                </a:moveTo>
                <a:lnTo>
                  <a:pt x="730" y="391"/>
                </a:lnTo>
                <a:lnTo>
                  <a:pt x="730" y="383"/>
                </a:lnTo>
                <a:lnTo>
                  <a:pt x="770" y="383"/>
                </a:lnTo>
                <a:lnTo>
                  <a:pt x="770" y="391"/>
                </a:lnTo>
                <a:moveTo>
                  <a:pt x="706" y="391"/>
                </a:moveTo>
                <a:lnTo>
                  <a:pt x="666" y="391"/>
                </a:lnTo>
                <a:lnTo>
                  <a:pt x="666" y="383"/>
                </a:lnTo>
                <a:lnTo>
                  <a:pt x="706" y="383"/>
                </a:lnTo>
                <a:lnTo>
                  <a:pt x="706" y="391"/>
                </a:lnTo>
                <a:moveTo>
                  <a:pt x="642" y="391"/>
                </a:moveTo>
                <a:lnTo>
                  <a:pt x="603" y="391"/>
                </a:lnTo>
                <a:lnTo>
                  <a:pt x="603" y="383"/>
                </a:lnTo>
                <a:lnTo>
                  <a:pt x="642" y="383"/>
                </a:lnTo>
                <a:lnTo>
                  <a:pt x="642" y="391"/>
                </a:lnTo>
                <a:moveTo>
                  <a:pt x="579" y="391"/>
                </a:moveTo>
                <a:lnTo>
                  <a:pt x="539" y="391"/>
                </a:lnTo>
                <a:lnTo>
                  <a:pt x="539" y="383"/>
                </a:lnTo>
                <a:lnTo>
                  <a:pt x="579" y="383"/>
                </a:lnTo>
                <a:lnTo>
                  <a:pt x="579" y="391"/>
                </a:lnTo>
                <a:moveTo>
                  <a:pt x="515" y="391"/>
                </a:moveTo>
                <a:lnTo>
                  <a:pt x="475" y="391"/>
                </a:lnTo>
                <a:lnTo>
                  <a:pt x="475" y="383"/>
                </a:lnTo>
                <a:lnTo>
                  <a:pt x="515" y="383"/>
                </a:lnTo>
                <a:lnTo>
                  <a:pt x="515" y="391"/>
                </a:lnTo>
                <a:moveTo>
                  <a:pt x="451" y="391"/>
                </a:moveTo>
                <a:lnTo>
                  <a:pt x="411" y="391"/>
                </a:lnTo>
                <a:lnTo>
                  <a:pt x="411" y="383"/>
                </a:lnTo>
                <a:lnTo>
                  <a:pt x="451" y="383"/>
                </a:lnTo>
                <a:lnTo>
                  <a:pt x="451" y="391"/>
                </a:lnTo>
                <a:moveTo>
                  <a:pt x="387" y="391"/>
                </a:moveTo>
                <a:lnTo>
                  <a:pt x="347" y="391"/>
                </a:lnTo>
                <a:lnTo>
                  <a:pt x="347" y="383"/>
                </a:lnTo>
                <a:lnTo>
                  <a:pt x="387" y="383"/>
                </a:lnTo>
                <a:lnTo>
                  <a:pt x="387" y="391"/>
                </a:lnTo>
                <a:moveTo>
                  <a:pt x="323" y="391"/>
                </a:moveTo>
                <a:lnTo>
                  <a:pt x="283" y="391"/>
                </a:lnTo>
                <a:lnTo>
                  <a:pt x="283" y="383"/>
                </a:lnTo>
                <a:lnTo>
                  <a:pt x="323" y="383"/>
                </a:lnTo>
                <a:lnTo>
                  <a:pt x="323" y="391"/>
                </a:lnTo>
                <a:moveTo>
                  <a:pt x="259" y="391"/>
                </a:moveTo>
                <a:lnTo>
                  <a:pt x="219" y="391"/>
                </a:lnTo>
                <a:lnTo>
                  <a:pt x="219" y="383"/>
                </a:lnTo>
                <a:lnTo>
                  <a:pt x="259" y="383"/>
                </a:lnTo>
                <a:lnTo>
                  <a:pt x="259" y="391"/>
                </a:lnTo>
                <a:moveTo>
                  <a:pt x="195" y="391"/>
                </a:moveTo>
                <a:lnTo>
                  <a:pt x="155" y="391"/>
                </a:lnTo>
                <a:lnTo>
                  <a:pt x="155" y="383"/>
                </a:lnTo>
                <a:lnTo>
                  <a:pt x="195" y="383"/>
                </a:lnTo>
                <a:lnTo>
                  <a:pt x="195" y="391"/>
                </a:lnTo>
                <a:moveTo>
                  <a:pt x="131" y="391"/>
                </a:moveTo>
                <a:lnTo>
                  <a:pt x="91" y="391"/>
                </a:lnTo>
                <a:lnTo>
                  <a:pt x="91" y="383"/>
                </a:lnTo>
                <a:lnTo>
                  <a:pt x="131" y="383"/>
                </a:lnTo>
                <a:lnTo>
                  <a:pt x="131" y="391"/>
                </a:lnTo>
                <a:moveTo>
                  <a:pt x="67" y="391"/>
                </a:moveTo>
                <a:lnTo>
                  <a:pt x="28" y="391"/>
                </a:lnTo>
                <a:lnTo>
                  <a:pt x="28" y="383"/>
                </a:lnTo>
                <a:lnTo>
                  <a:pt x="67" y="383"/>
                </a:lnTo>
                <a:lnTo>
                  <a:pt x="67" y="391"/>
                </a:lnTo>
                <a:moveTo>
                  <a:pt x="0" y="387"/>
                </a:moveTo>
                <a:lnTo>
                  <a:pt x="0" y="346"/>
                </a:lnTo>
                <a:lnTo>
                  <a:pt x="8" y="346"/>
                </a:lnTo>
                <a:lnTo>
                  <a:pt x="8" y="387"/>
                </a:lnTo>
                <a:lnTo>
                  <a:pt x="0" y="387"/>
                </a:lnTo>
                <a:moveTo>
                  <a:pt x="0" y="322"/>
                </a:moveTo>
                <a:lnTo>
                  <a:pt x="0" y="283"/>
                </a:lnTo>
                <a:lnTo>
                  <a:pt x="8" y="283"/>
                </a:lnTo>
                <a:lnTo>
                  <a:pt x="8" y="322"/>
                </a:lnTo>
                <a:lnTo>
                  <a:pt x="0" y="322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5"/>
                </a:moveTo>
                <a:lnTo>
                  <a:pt x="0" y="155"/>
                </a:lnTo>
                <a:lnTo>
                  <a:pt x="8" y="155"/>
                </a:lnTo>
                <a:lnTo>
                  <a:pt x="8" y="195"/>
                </a:lnTo>
                <a:lnTo>
                  <a:pt x="0" y="195"/>
                </a:lnTo>
                <a:moveTo>
                  <a:pt x="0" y="131"/>
                </a:moveTo>
                <a:lnTo>
                  <a:pt x="0" y="92"/>
                </a:lnTo>
                <a:lnTo>
                  <a:pt x="8" y="92"/>
                </a:lnTo>
                <a:lnTo>
                  <a:pt x="8" y="131"/>
                </a:lnTo>
                <a:lnTo>
                  <a:pt x="0" y="131"/>
                </a:lnTo>
                <a:moveTo>
                  <a:pt x="0" y="68"/>
                </a:moveTo>
                <a:lnTo>
                  <a:pt x="0" y="28"/>
                </a:lnTo>
                <a:lnTo>
                  <a:pt x="8" y="28"/>
                </a:lnTo>
                <a:lnTo>
                  <a:pt x="8" y="68"/>
                </a:lnTo>
                <a:lnTo>
                  <a:pt x="0" y="68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5203440" y="1222200"/>
            <a:ext cx="34560" cy="28800"/>
          </a:xfrm>
          <a:custGeom>
            <a:avLst/>
            <a:gdLst/>
            <a:ahLst/>
            <a:rect l="0" t="0" r="r" b="b"/>
            <a:pathLst>
              <a:path w="96" h="80">
                <a:moveTo>
                  <a:pt x="0" y="0"/>
                </a:moveTo>
                <a:lnTo>
                  <a:pt x="96" y="0"/>
                </a:lnTo>
                <a:lnTo>
                  <a:pt x="96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5203440" y="123228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3334680" y="1052640"/>
            <a:ext cx="13280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3334680" y="1218960"/>
            <a:ext cx="3117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3305880" y="1416960"/>
            <a:ext cx="2584800" cy="235440"/>
          </a:xfrm>
          <a:custGeom>
            <a:avLst/>
            <a:gdLst/>
            <a:ahLst/>
            <a:rect l="0" t="0" r="r" b="b"/>
            <a:pathLst>
              <a:path w="7180" h="654">
                <a:moveTo>
                  <a:pt x="0" y="0"/>
                </a:moveTo>
                <a:lnTo>
                  <a:pt x="7180" y="0"/>
                </a:lnTo>
                <a:lnTo>
                  <a:pt x="7180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3304440" y="1415520"/>
            <a:ext cx="2587680" cy="238320"/>
          </a:xfrm>
          <a:custGeom>
            <a:avLst/>
            <a:gdLst/>
            <a:ahLst/>
            <a:rect l="0" t="0" r="r" b="b"/>
            <a:pathLst>
              <a:path w="7188" h="662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2" y="0"/>
                </a:lnTo>
                <a:lnTo>
                  <a:pt x="1642" y="8"/>
                </a:lnTo>
                <a:lnTo>
                  <a:pt x="1601" y="8"/>
                </a:lnTo>
                <a:lnTo>
                  <a:pt x="1601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19" y="0"/>
                </a:moveTo>
                <a:lnTo>
                  <a:pt x="5859" y="0"/>
                </a:lnTo>
                <a:lnTo>
                  <a:pt x="5859" y="8"/>
                </a:lnTo>
                <a:lnTo>
                  <a:pt x="5819" y="8"/>
                </a:lnTo>
                <a:lnTo>
                  <a:pt x="5819" y="0"/>
                </a:lnTo>
                <a:moveTo>
                  <a:pt x="5882" y="0"/>
                </a:moveTo>
                <a:lnTo>
                  <a:pt x="5922" y="0"/>
                </a:lnTo>
                <a:lnTo>
                  <a:pt x="5922" y="8"/>
                </a:lnTo>
                <a:lnTo>
                  <a:pt x="5882" y="8"/>
                </a:lnTo>
                <a:lnTo>
                  <a:pt x="5882" y="0"/>
                </a:lnTo>
                <a:moveTo>
                  <a:pt x="5946" y="0"/>
                </a:moveTo>
                <a:lnTo>
                  <a:pt x="5986" y="0"/>
                </a:lnTo>
                <a:lnTo>
                  <a:pt x="5986" y="8"/>
                </a:lnTo>
                <a:lnTo>
                  <a:pt x="5946" y="8"/>
                </a:lnTo>
                <a:lnTo>
                  <a:pt x="5946" y="0"/>
                </a:lnTo>
                <a:moveTo>
                  <a:pt x="6010" y="0"/>
                </a:moveTo>
                <a:lnTo>
                  <a:pt x="6050" y="0"/>
                </a:lnTo>
                <a:lnTo>
                  <a:pt x="6050" y="8"/>
                </a:lnTo>
                <a:lnTo>
                  <a:pt x="6010" y="8"/>
                </a:lnTo>
                <a:lnTo>
                  <a:pt x="6010" y="0"/>
                </a:lnTo>
                <a:moveTo>
                  <a:pt x="6074" y="0"/>
                </a:moveTo>
                <a:lnTo>
                  <a:pt x="6114" y="0"/>
                </a:lnTo>
                <a:lnTo>
                  <a:pt x="6114" y="8"/>
                </a:lnTo>
                <a:lnTo>
                  <a:pt x="6074" y="8"/>
                </a:lnTo>
                <a:lnTo>
                  <a:pt x="6074" y="0"/>
                </a:lnTo>
                <a:moveTo>
                  <a:pt x="6138" y="0"/>
                </a:moveTo>
                <a:lnTo>
                  <a:pt x="6178" y="0"/>
                </a:lnTo>
                <a:lnTo>
                  <a:pt x="6178" y="8"/>
                </a:lnTo>
                <a:lnTo>
                  <a:pt x="6138" y="8"/>
                </a:lnTo>
                <a:lnTo>
                  <a:pt x="6138" y="0"/>
                </a:lnTo>
                <a:moveTo>
                  <a:pt x="6202" y="0"/>
                </a:moveTo>
                <a:lnTo>
                  <a:pt x="6242" y="0"/>
                </a:lnTo>
                <a:lnTo>
                  <a:pt x="6242" y="8"/>
                </a:lnTo>
                <a:lnTo>
                  <a:pt x="6202" y="8"/>
                </a:lnTo>
                <a:lnTo>
                  <a:pt x="6202" y="0"/>
                </a:lnTo>
                <a:moveTo>
                  <a:pt x="6266" y="0"/>
                </a:moveTo>
                <a:lnTo>
                  <a:pt x="6306" y="0"/>
                </a:lnTo>
                <a:lnTo>
                  <a:pt x="6306" y="8"/>
                </a:lnTo>
                <a:lnTo>
                  <a:pt x="6266" y="8"/>
                </a:lnTo>
                <a:lnTo>
                  <a:pt x="6266" y="0"/>
                </a:lnTo>
                <a:moveTo>
                  <a:pt x="6330" y="0"/>
                </a:moveTo>
                <a:lnTo>
                  <a:pt x="6370" y="0"/>
                </a:lnTo>
                <a:lnTo>
                  <a:pt x="6370" y="8"/>
                </a:lnTo>
                <a:lnTo>
                  <a:pt x="6330" y="8"/>
                </a:lnTo>
                <a:lnTo>
                  <a:pt x="6330" y="0"/>
                </a:lnTo>
                <a:moveTo>
                  <a:pt x="6394" y="0"/>
                </a:moveTo>
                <a:lnTo>
                  <a:pt x="6434" y="0"/>
                </a:lnTo>
                <a:lnTo>
                  <a:pt x="6434" y="8"/>
                </a:lnTo>
                <a:lnTo>
                  <a:pt x="6394" y="8"/>
                </a:lnTo>
                <a:lnTo>
                  <a:pt x="6394" y="0"/>
                </a:lnTo>
                <a:moveTo>
                  <a:pt x="6458" y="0"/>
                </a:moveTo>
                <a:lnTo>
                  <a:pt x="6497" y="0"/>
                </a:lnTo>
                <a:lnTo>
                  <a:pt x="6497" y="8"/>
                </a:lnTo>
                <a:lnTo>
                  <a:pt x="6458" y="8"/>
                </a:lnTo>
                <a:lnTo>
                  <a:pt x="6458" y="0"/>
                </a:lnTo>
                <a:moveTo>
                  <a:pt x="6521" y="0"/>
                </a:moveTo>
                <a:lnTo>
                  <a:pt x="6561" y="0"/>
                </a:lnTo>
                <a:lnTo>
                  <a:pt x="6561" y="8"/>
                </a:lnTo>
                <a:lnTo>
                  <a:pt x="6521" y="8"/>
                </a:lnTo>
                <a:lnTo>
                  <a:pt x="6521" y="0"/>
                </a:lnTo>
                <a:moveTo>
                  <a:pt x="6585" y="0"/>
                </a:moveTo>
                <a:lnTo>
                  <a:pt x="6625" y="0"/>
                </a:lnTo>
                <a:lnTo>
                  <a:pt x="6625" y="8"/>
                </a:lnTo>
                <a:lnTo>
                  <a:pt x="6585" y="8"/>
                </a:lnTo>
                <a:lnTo>
                  <a:pt x="6585" y="0"/>
                </a:lnTo>
                <a:moveTo>
                  <a:pt x="6649" y="0"/>
                </a:moveTo>
                <a:lnTo>
                  <a:pt x="6689" y="0"/>
                </a:lnTo>
                <a:lnTo>
                  <a:pt x="6689" y="8"/>
                </a:lnTo>
                <a:lnTo>
                  <a:pt x="6649" y="8"/>
                </a:lnTo>
                <a:lnTo>
                  <a:pt x="6649" y="0"/>
                </a:lnTo>
                <a:moveTo>
                  <a:pt x="6713" y="0"/>
                </a:moveTo>
                <a:lnTo>
                  <a:pt x="6753" y="0"/>
                </a:lnTo>
                <a:lnTo>
                  <a:pt x="6753" y="8"/>
                </a:lnTo>
                <a:lnTo>
                  <a:pt x="6713" y="8"/>
                </a:lnTo>
                <a:lnTo>
                  <a:pt x="6713" y="0"/>
                </a:lnTo>
                <a:moveTo>
                  <a:pt x="6777" y="0"/>
                </a:moveTo>
                <a:lnTo>
                  <a:pt x="6817" y="0"/>
                </a:lnTo>
                <a:lnTo>
                  <a:pt x="6817" y="8"/>
                </a:lnTo>
                <a:lnTo>
                  <a:pt x="6777" y="8"/>
                </a:lnTo>
                <a:lnTo>
                  <a:pt x="6777" y="0"/>
                </a:lnTo>
                <a:moveTo>
                  <a:pt x="6841" y="0"/>
                </a:moveTo>
                <a:lnTo>
                  <a:pt x="6881" y="0"/>
                </a:lnTo>
                <a:lnTo>
                  <a:pt x="6881" y="8"/>
                </a:lnTo>
                <a:lnTo>
                  <a:pt x="6841" y="8"/>
                </a:lnTo>
                <a:lnTo>
                  <a:pt x="6841" y="0"/>
                </a:lnTo>
                <a:moveTo>
                  <a:pt x="6905" y="0"/>
                </a:moveTo>
                <a:lnTo>
                  <a:pt x="6945" y="0"/>
                </a:lnTo>
                <a:lnTo>
                  <a:pt x="6945" y="8"/>
                </a:lnTo>
                <a:lnTo>
                  <a:pt x="6905" y="8"/>
                </a:lnTo>
                <a:lnTo>
                  <a:pt x="6905" y="0"/>
                </a:lnTo>
                <a:moveTo>
                  <a:pt x="6969" y="0"/>
                </a:moveTo>
                <a:lnTo>
                  <a:pt x="7009" y="0"/>
                </a:lnTo>
                <a:lnTo>
                  <a:pt x="7009" y="8"/>
                </a:lnTo>
                <a:lnTo>
                  <a:pt x="6969" y="8"/>
                </a:lnTo>
                <a:lnTo>
                  <a:pt x="6969" y="0"/>
                </a:lnTo>
                <a:moveTo>
                  <a:pt x="7033" y="0"/>
                </a:moveTo>
                <a:lnTo>
                  <a:pt x="7072" y="0"/>
                </a:lnTo>
                <a:lnTo>
                  <a:pt x="7072" y="8"/>
                </a:lnTo>
                <a:lnTo>
                  <a:pt x="7033" y="8"/>
                </a:lnTo>
                <a:lnTo>
                  <a:pt x="7033" y="0"/>
                </a:lnTo>
                <a:moveTo>
                  <a:pt x="7096" y="0"/>
                </a:moveTo>
                <a:lnTo>
                  <a:pt x="7136" y="0"/>
                </a:lnTo>
                <a:lnTo>
                  <a:pt x="7136" y="8"/>
                </a:lnTo>
                <a:lnTo>
                  <a:pt x="7096" y="8"/>
                </a:lnTo>
                <a:lnTo>
                  <a:pt x="7096" y="0"/>
                </a:lnTo>
                <a:moveTo>
                  <a:pt x="7160" y="0"/>
                </a:moveTo>
                <a:lnTo>
                  <a:pt x="7188" y="0"/>
                </a:lnTo>
                <a:lnTo>
                  <a:pt x="7188" y="20"/>
                </a:lnTo>
                <a:lnTo>
                  <a:pt x="7180" y="20"/>
                </a:lnTo>
                <a:lnTo>
                  <a:pt x="7180" y="4"/>
                </a:lnTo>
                <a:lnTo>
                  <a:pt x="7184" y="4"/>
                </a:lnTo>
                <a:lnTo>
                  <a:pt x="7184" y="8"/>
                </a:lnTo>
                <a:lnTo>
                  <a:pt x="7160" y="8"/>
                </a:lnTo>
                <a:lnTo>
                  <a:pt x="7160" y="0"/>
                </a:lnTo>
                <a:moveTo>
                  <a:pt x="7188" y="44"/>
                </a:moveTo>
                <a:lnTo>
                  <a:pt x="7188" y="84"/>
                </a:lnTo>
                <a:lnTo>
                  <a:pt x="7180" y="84"/>
                </a:lnTo>
                <a:lnTo>
                  <a:pt x="7180" y="44"/>
                </a:lnTo>
                <a:lnTo>
                  <a:pt x="7188" y="44"/>
                </a:lnTo>
                <a:moveTo>
                  <a:pt x="7188" y="108"/>
                </a:moveTo>
                <a:lnTo>
                  <a:pt x="7188" y="147"/>
                </a:lnTo>
                <a:lnTo>
                  <a:pt x="7180" y="147"/>
                </a:lnTo>
                <a:lnTo>
                  <a:pt x="7180" y="108"/>
                </a:lnTo>
                <a:lnTo>
                  <a:pt x="7188" y="108"/>
                </a:lnTo>
                <a:moveTo>
                  <a:pt x="7188" y="171"/>
                </a:moveTo>
                <a:lnTo>
                  <a:pt x="7188" y="211"/>
                </a:lnTo>
                <a:lnTo>
                  <a:pt x="7180" y="211"/>
                </a:lnTo>
                <a:lnTo>
                  <a:pt x="7180" y="171"/>
                </a:lnTo>
                <a:lnTo>
                  <a:pt x="7188" y="171"/>
                </a:lnTo>
                <a:moveTo>
                  <a:pt x="7188" y="235"/>
                </a:moveTo>
                <a:lnTo>
                  <a:pt x="7188" y="275"/>
                </a:lnTo>
                <a:lnTo>
                  <a:pt x="7180" y="275"/>
                </a:lnTo>
                <a:lnTo>
                  <a:pt x="7180" y="235"/>
                </a:lnTo>
                <a:lnTo>
                  <a:pt x="7188" y="235"/>
                </a:lnTo>
                <a:moveTo>
                  <a:pt x="7188" y="299"/>
                </a:moveTo>
                <a:lnTo>
                  <a:pt x="7188" y="338"/>
                </a:lnTo>
                <a:lnTo>
                  <a:pt x="7180" y="338"/>
                </a:lnTo>
                <a:lnTo>
                  <a:pt x="7180" y="299"/>
                </a:lnTo>
                <a:lnTo>
                  <a:pt x="7188" y="299"/>
                </a:lnTo>
                <a:moveTo>
                  <a:pt x="7188" y="363"/>
                </a:moveTo>
                <a:lnTo>
                  <a:pt x="7188" y="403"/>
                </a:lnTo>
                <a:lnTo>
                  <a:pt x="7180" y="403"/>
                </a:lnTo>
                <a:lnTo>
                  <a:pt x="7180" y="363"/>
                </a:lnTo>
                <a:lnTo>
                  <a:pt x="7188" y="363"/>
                </a:lnTo>
                <a:moveTo>
                  <a:pt x="7188" y="427"/>
                </a:moveTo>
                <a:lnTo>
                  <a:pt x="7188" y="467"/>
                </a:lnTo>
                <a:lnTo>
                  <a:pt x="7180" y="467"/>
                </a:lnTo>
                <a:lnTo>
                  <a:pt x="7180" y="427"/>
                </a:lnTo>
                <a:lnTo>
                  <a:pt x="7188" y="427"/>
                </a:lnTo>
                <a:moveTo>
                  <a:pt x="7188" y="491"/>
                </a:moveTo>
                <a:lnTo>
                  <a:pt x="7188" y="530"/>
                </a:lnTo>
                <a:lnTo>
                  <a:pt x="7180" y="530"/>
                </a:lnTo>
                <a:lnTo>
                  <a:pt x="7180" y="491"/>
                </a:lnTo>
                <a:lnTo>
                  <a:pt x="7188" y="491"/>
                </a:lnTo>
                <a:moveTo>
                  <a:pt x="7188" y="554"/>
                </a:moveTo>
                <a:lnTo>
                  <a:pt x="7188" y="594"/>
                </a:lnTo>
                <a:lnTo>
                  <a:pt x="7180" y="594"/>
                </a:lnTo>
                <a:lnTo>
                  <a:pt x="7180" y="554"/>
                </a:lnTo>
                <a:lnTo>
                  <a:pt x="7188" y="554"/>
                </a:lnTo>
                <a:moveTo>
                  <a:pt x="7188" y="618"/>
                </a:moveTo>
                <a:lnTo>
                  <a:pt x="7188" y="658"/>
                </a:lnTo>
                <a:lnTo>
                  <a:pt x="7180" y="658"/>
                </a:lnTo>
                <a:lnTo>
                  <a:pt x="7180" y="618"/>
                </a:lnTo>
                <a:lnTo>
                  <a:pt x="7188" y="618"/>
                </a:lnTo>
                <a:moveTo>
                  <a:pt x="7160" y="662"/>
                </a:moveTo>
                <a:lnTo>
                  <a:pt x="7120" y="662"/>
                </a:lnTo>
                <a:lnTo>
                  <a:pt x="7120" y="654"/>
                </a:lnTo>
                <a:lnTo>
                  <a:pt x="7160" y="654"/>
                </a:lnTo>
                <a:lnTo>
                  <a:pt x="7160" y="662"/>
                </a:lnTo>
                <a:moveTo>
                  <a:pt x="7096" y="662"/>
                </a:moveTo>
                <a:lnTo>
                  <a:pt x="7056" y="662"/>
                </a:lnTo>
                <a:lnTo>
                  <a:pt x="7056" y="654"/>
                </a:lnTo>
                <a:lnTo>
                  <a:pt x="7096" y="654"/>
                </a:lnTo>
                <a:lnTo>
                  <a:pt x="7096" y="662"/>
                </a:lnTo>
                <a:moveTo>
                  <a:pt x="7033" y="662"/>
                </a:moveTo>
                <a:lnTo>
                  <a:pt x="6993" y="662"/>
                </a:lnTo>
                <a:lnTo>
                  <a:pt x="6993" y="654"/>
                </a:lnTo>
                <a:lnTo>
                  <a:pt x="7033" y="654"/>
                </a:lnTo>
                <a:lnTo>
                  <a:pt x="7033" y="662"/>
                </a:lnTo>
                <a:moveTo>
                  <a:pt x="6969" y="662"/>
                </a:moveTo>
                <a:lnTo>
                  <a:pt x="6929" y="662"/>
                </a:lnTo>
                <a:lnTo>
                  <a:pt x="6929" y="654"/>
                </a:lnTo>
                <a:lnTo>
                  <a:pt x="6969" y="654"/>
                </a:lnTo>
                <a:lnTo>
                  <a:pt x="6969" y="662"/>
                </a:lnTo>
                <a:moveTo>
                  <a:pt x="6905" y="662"/>
                </a:moveTo>
                <a:lnTo>
                  <a:pt x="6865" y="662"/>
                </a:lnTo>
                <a:lnTo>
                  <a:pt x="6865" y="654"/>
                </a:lnTo>
                <a:lnTo>
                  <a:pt x="6905" y="654"/>
                </a:lnTo>
                <a:lnTo>
                  <a:pt x="6905" y="662"/>
                </a:lnTo>
                <a:moveTo>
                  <a:pt x="6841" y="662"/>
                </a:moveTo>
                <a:lnTo>
                  <a:pt x="6801" y="662"/>
                </a:lnTo>
                <a:lnTo>
                  <a:pt x="6801" y="654"/>
                </a:lnTo>
                <a:lnTo>
                  <a:pt x="6841" y="654"/>
                </a:lnTo>
                <a:lnTo>
                  <a:pt x="6841" y="662"/>
                </a:lnTo>
                <a:moveTo>
                  <a:pt x="6777" y="662"/>
                </a:moveTo>
                <a:lnTo>
                  <a:pt x="6737" y="662"/>
                </a:lnTo>
                <a:lnTo>
                  <a:pt x="6737" y="654"/>
                </a:lnTo>
                <a:lnTo>
                  <a:pt x="6777" y="654"/>
                </a:lnTo>
                <a:lnTo>
                  <a:pt x="6777" y="662"/>
                </a:lnTo>
                <a:moveTo>
                  <a:pt x="6713" y="662"/>
                </a:moveTo>
                <a:lnTo>
                  <a:pt x="6673" y="662"/>
                </a:lnTo>
                <a:lnTo>
                  <a:pt x="6673" y="654"/>
                </a:lnTo>
                <a:lnTo>
                  <a:pt x="6713" y="654"/>
                </a:lnTo>
                <a:lnTo>
                  <a:pt x="6713" y="662"/>
                </a:lnTo>
                <a:moveTo>
                  <a:pt x="6649" y="662"/>
                </a:moveTo>
                <a:lnTo>
                  <a:pt x="6609" y="662"/>
                </a:lnTo>
                <a:lnTo>
                  <a:pt x="6609" y="654"/>
                </a:lnTo>
                <a:lnTo>
                  <a:pt x="6649" y="654"/>
                </a:lnTo>
                <a:lnTo>
                  <a:pt x="6649" y="662"/>
                </a:lnTo>
                <a:moveTo>
                  <a:pt x="6585" y="662"/>
                </a:moveTo>
                <a:lnTo>
                  <a:pt x="6545" y="662"/>
                </a:lnTo>
                <a:lnTo>
                  <a:pt x="6545" y="654"/>
                </a:lnTo>
                <a:lnTo>
                  <a:pt x="6585" y="654"/>
                </a:lnTo>
                <a:lnTo>
                  <a:pt x="6585" y="662"/>
                </a:lnTo>
                <a:moveTo>
                  <a:pt x="6521" y="662"/>
                </a:moveTo>
                <a:lnTo>
                  <a:pt x="6481" y="662"/>
                </a:lnTo>
                <a:lnTo>
                  <a:pt x="6481" y="654"/>
                </a:lnTo>
                <a:lnTo>
                  <a:pt x="6521" y="654"/>
                </a:lnTo>
                <a:lnTo>
                  <a:pt x="6521" y="662"/>
                </a:lnTo>
                <a:moveTo>
                  <a:pt x="6458" y="662"/>
                </a:moveTo>
                <a:lnTo>
                  <a:pt x="6418" y="662"/>
                </a:lnTo>
                <a:lnTo>
                  <a:pt x="6418" y="654"/>
                </a:lnTo>
                <a:lnTo>
                  <a:pt x="6458" y="654"/>
                </a:lnTo>
                <a:lnTo>
                  <a:pt x="6458" y="662"/>
                </a:lnTo>
                <a:moveTo>
                  <a:pt x="6394" y="662"/>
                </a:moveTo>
                <a:lnTo>
                  <a:pt x="6354" y="662"/>
                </a:lnTo>
                <a:lnTo>
                  <a:pt x="6354" y="654"/>
                </a:lnTo>
                <a:lnTo>
                  <a:pt x="6394" y="654"/>
                </a:lnTo>
                <a:lnTo>
                  <a:pt x="6394" y="662"/>
                </a:lnTo>
                <a:moveTo>
                  <a:pt x="6330" y="662"/>
                </a:moveTo>
                <a:lnTo>
                  <a:pt x="6290" y="662"/>
                </a:lnTo>
                <a:lnTo>
                  <a:pt x="6290" y="654"/>
                </a:lnTo>
                <a:lnTo>
                  <a:pt x="6330" y="654"/>
                </a:lnTo>
                <a:lnTo>
                  <a:pt x="6330" y="662"/>
                </a:lnTo>
                <a:moveTo>
                  <a:pt x="6266" y="662"/>
                </a:moveTo>
                <a:lnTo>
                  <a:pt x="6226" y="662"/>
                </a:lnTo>
                <a:lnTo>
                  <a:pt x="6226" y="654"/>
                </a:lnTo>
                <a:lnTo>
                  <a:pt x="6266" y="654"/>
                </a:lnTo>
                <a:lnTo>
                  <a:pt x="6266" y="662"/>
                </a:lnTo>
                <a:moveTo>
                  <a:pt x="6202" y="662"/>
                </a:moveTo>
                <a:lnTo>
                  <a:pt x="6162" y="662"/>
                </a:lnTo>
                <a:lnTo>
                  <a:pt x="6162" y="654"/>
                </a:lnTo>
                <a:lnTo>
                  <a:pt x="6202" y="654"/>
                </a:lnTo>
                <a:lnTo>
                  <a:pt x="6202" y="662"/>
                </a:lnTo>
                <a:moveTo>
                  <a:pt x="6138" y="662"/>
                </a:moveTo>
                <a:lnTo>
                  <a:pt x="6098" y="662"/>
                </a:lnTo>
                <a:lnTo>
                  <a:pt x="6098" y="654"/>
                </a:lnTo>
                <a:lnTo>
                  <a:pt x="6138" y="654"/>
                </a:lnTo>
                <a:lnTo>
                  <a:pt x="6138" y="662"/>
                </a:lnTo>
                <a:moveTo>
                  <a:pt x="6074" y="662"/>
                </a:moveTo>
                <a:lnTo>
                  <a:pt x="6034" y="662"/>
                </a:lnTo>
                <a:lnTo>
                  <a:pt x="6034" y="654"/>
                </a:lnTo>
                <a:lnTo>
                  <a:pt x="6074" y="654"/>
                </a:lnTo>
                <a:lnTo>
                  <a:pt x="6074" y="662"/>
                </a:lnTo>
                <a:moveTo>
                  <a:pt x="6010" y="662"/>
                </a:moveTo>
                <a:lnTo>
                  <a:pt x="5970" y="662"/>
                </a:lnTo>
                <a:lnTo>
                  <a:pt x="5970" y="654"/>
                </a:lnTo>
                <a:lnTo>
                  <a:pt x="6010" y="654"/>
                </a:lnTo>
                <a:lnTo>
                  <a:pt x="6010" y="662"/>
                </a:lnTo>
                <a:moveTo>
                  <a:pt x="5946" y="662"/>
                </a:moveTo>
                <a:lnTo>
                  <a:pt x="5906" y="662"/>
                </a:lnTo>
                <a:lnTo>
                  <a:pt x="5906" y="654"/>
                </a:lnTo>
                <a:lnTo>
                  <a:pt x="5946" y="654"/>
                </a:lnTo>
                <a:lnTo>
                  <a:pt x="5946" y="662"/>
                </a:lnTo>
                <a:moveTo>
                  <a:pt x="5882" y="662"/>
                </a:moveTo>
                <a:lnTo>
                  <a:pt x="5843" y="662"/>
                </a:lnTo>
                <a:lnTo>
                  <a:pt x="5843" y="654"/>
                </a:lnTo>
                <a:lnTo>
                  <a:pt x="5882" y="654"/>
                </a:lnTo>
                <a:lnTo>
                  <a:pt x="5882" y="662"/>
                </a:lnTo>
                <a:moveTo>
                  <a:pt x="5819" y="662"/>
                </a:moveTo>
                <a:lnTo>
                  <a:pt x="5779" y="662"/>
                </a:lnTo>
                <a:lnTo>
                  <a:pt x="5779" y="654"/>
                </a:lnTo>
                <a:lnTo>
                  <a:pt x="5819" y="654"/>
                </a:lnTo>
                <a:lnTo>
                  <a:pt x="5819" y="662"/>
                </a:lnTo>
                <a:moveTo>
                  <a:pt x="5755" y="662"/>
                </a:moveTo>
                <a:lnTo>
                  <a:pt x="5715" y="662"/>
                </a:lnTo>
                <a:lnTo>
                  <a:pt x="5715" y="654"/>
                </a:lnTo>
                <a:lnTo>
                  <a:pt x="5755" y="654"/>
                </a:lnTo>
                <a:lnTo>
                  <a:pt x="5755" y="662"/>
                </a:lnTo>
                <a:moveTo>
                  <a:pt x="5691" y="662"/>
                </a:moveTo>
                <a:lnTo>
                  <a:pt x="5651" y="662"/>
                </a:lnTo>
                <a:lnTo>
                  <a:pt x="5651" y="654"/>
                </a:lnTo>
                <a:lnTo>
                  <a:pt x="5691" y="654"/>
                </a:lnTo>
                <a:lnTo>
                  <a:pt x="5691" y="662"/>
                </a:lnTo>
                <a:moveTo>
                  <a:pt x="5627" y="662"/>
                </a:moveTo>
                <a:lnTo>
                  <a:pt x="5587" y="662"/>
                </a:lnTo>
                <a:lnTo>
                  <a:pt x="5587" y="654"/>
                </a:lnTo>
                <a:lnTo>
                  <a:pt x="5627" y="654"/>
                </a:lnTo>
                <a:lnTo>
                  <a:pt x="5627" y="662"/>
                </a:lnTo>
                <a:moveTo>
                  <a:pt x="5563" y="662"/>
                </a:moveTo>
                <a:lnTo>
                  <a:pt x="5523" y="662"/>
                </a:lnTo>
                <a:lnTo>
                  <a:pt x="5523" y="654"/>
                </a:lnTo>
                <a:lnTo>
                  <a:pt x="5563" y="654"/>
                </a:lnTo>
                <a:lnTo>
                  <a:pt x="5563" y="662"/>
                </a:lnTo>
                <a:moveTo>
                  <a:pt x="5499" y="662"/>
                </a:moveTo>
                <a:lnTo>
                  <a:pt x="5459" y="662"/>
                </a:lnTo>
                <a:lnTo>
                  <a:pt x="5459" y="654"/>
                </a:lnTo>
                <a:lnTo>
                  <a:pt x="5499" y="654"/>
                </a:lnTo>
                <a:lnTo>
                  <a:pt x="5499" y="662"/>
                </a:lnTo>
                <a:moveTo>
                  <a:pt x="5435" y="662"/>
                </a:moveTo>
                <a:lnTo>
                  <a:pt x="5395" y="662"/>
                </a:lnTo>
                <a:lnTo>
                  <a:pt x="5395" y="654"/>
                </a:lnTo>
                <a:lnTo>
                  <a:pt x="5435" y="654"/>
                </a:lnTo>
                <a:lnTo>
                  <a:pt x="5435" y="662"/>
                </a:lnTo>
                <a:moveTo>
                  <a:pt x="5371" y="662"/>
                </a:moveTo>
                <a:lnTo>
                  <a:pt x="5331" y="662"/>
                </a:lnTo>
                <a:lnTo>
                  <a:pt x="5331" y="654"/>
                </a:lnTo>
                <a:lnTo>
                  <a:pt x="5371" y="654"/>
                </a:lnTo>
                <a:lnTo>
                  <a:pt x="5371" y="662"/>
                </a:lnTo>
                <a:moveTo>
                  <a:pt x="5307" y="662"/>
                </a:moveTo>
                <a:lnTo>
                  <a:pt x="5268" y="662"/>
                </a:lnTo>
                <a:lnTo>
                  <a:pt x="5268" y="654"/>
                </a:lnTo>
                <a:lnTo>
                  <a:pt x="5307" y="654"/>
                </a:lnTo>
                <a:lnTo>
                  <a:pt x="5307" y="662"/>
                </a:lnTo>
                <a:moveTo>
                  <a:pt x="5244" y="662"/>
                </a:moveTo>
                <a:lnTo>
                  <a:pt x="5204" y="662"/>
                </a:lnTo>
                <a:lnTo>
                  <a:pt x="5204" y="654"/>
                </a:lnTo>
                <a:lnTo>
                  <a:pt x="5244" y="654"/>
                </a:lnTo>
                <a:lnTo>
                  <a:pt x="5244" y="662"/>
                </a:lnTo>
                <a:moveTo>
                  <a:pt x="5180" y="662"/>
                </a:moveTo>
                <a:lnTo>
                  <a:pt x="5140" y="662"/>
                </a:lnTo>
                <a:lnTo>
                  <a:pt x="5140" y="654"/>
                </a:lnTo>
                <a:lnTo>
                  <a:pt x="5180" y="654"/>
                </a:lnTo>
                <a:lnTo>
                  <a:pt x="5180" y="662"/>
                </a:lnTo>
                <a:moveTo>
                  <a:pt x="5116" y="662"/>
                </a:moveTo>
                <a:lnTo>
                  <a:pt x="5076" y="662"/>
                </a:lnTo>
                <a:lnTo>
                  <a:pt x="5076" y="654"/>
                </a:lnTo>
                <a:lnTo>
                  <a:pt x="5116" y="654"/>
                </a:lnTo>
                <a:lnTo>
                  <a:pt x="5116" y="662"/>
                </a:lnTo>
                <a:moveTo>
                  <a:pt x="5052" y="662"/>
                </a:moveTo>
                <a:lnTo>
                  <a:pt x="5012" y="662"/>
                </a:lnTo>
                <a:lnTo>
                  <a:pt x="5012" y="654"/>
                </a:lnTo>
                <a:lnTo>
                  <a:pt x="5052" y="654"/>
                </a:lnTo>
                <a:lnTo>
                  <a:pt x="5052" y="662"/>
                </a:lnTo>
                <a:moveTo>
                  <a:pt x="4988" y="662"/>
                </a:moveTo>
                <a:lnTo>
                  <a:pt x="4948" y="662"/>
                </a:lnTo>
                <a:lnTo>
                  <a:pt x="4948" y="654"/>
                </a:lnTo>
                <a:lnTo>
                  <a:pt x="4988" y="654"/>
                </a:lnTo>
                <a:lnTo>
                  <a:pt x="4988" y="662"/>
                </a:lnTo>
                <a:moveTo>
                  <a:pt x="4924" y="662"/>
                </a:moveTo>
                <a:lnTo>
                  <a:pt x="4884" y="662"/>
                </a:lnTo>
                <a:lnTo>
                  <a:pt x="4884" y="654"/>
                </a:lnTo>
                <a:lnTo>
                  <a:pt x="4924" y="654"/>
                </a:lnTo>
                <a:lnTo>
                  <a:pt x="4924" y="662"/>
                </a:lnTo>
                <a:moveTo>
                  <a:pt x="4860" y="662"/>
                </a:moveTo>
                <a:lnTo>
                  <a:pt x="4820" y="662"/>
                </a:lnTo>
                <a:lnTo>
                  <a:pt x="4820" y="654"/>
                </a:lnTo>
                <a:lnTo>
                  <a:pt x="4860" y="654"/>
                </a:lnTo>
                <a:lnTo>
                  <a:pt x="4860" y="662"/>
                </a:lnTo>
                <a:moveTo>
                  <a:pt x="4796" y="662"/>
                </a:moveTo>
                <a:lnTo>
                  <a:pt x="4756" y="662"/>
                </a:lnTo>
                <a:lnTo>
                  <a:pt x="4756" y="654"/>
                </a:lnTo>
                <a:lnTo>
                  <a:pt x="4796" y="654"/>
                </a:lnTo>
                <a:lnTo>
                  <a:pt x="4796" y="662"/>
                </a:lnTo>
                <a:moveTo>
                  <a:pt x="4732" y="662"/>
                </a:moveTo>
                <a:lnTo>
                  <a:pt x="4693" y="662"/>
                </a:lnTo>
                <a:lnTo>
                  <a:pt x="4693" y="654"/>
                </a:lnTo>
                <a:lnTo>
                  <a:pt x="4732" y="654"/>
                </a:lnTo>
                <a:lnTo>
                  <a:pt x="4732" y="662"/>
                </a:lnTo>
                <a:moveTo>
                  <a:pt x="4669" y="662"/>
                </a:moveTo>
                <a:lnTo>
                  <a:pt x="4629" y="662"/>
                </a:lnTo>
                <a:lnTo>
                  <a:pt x="4629" y="654"/>
                </a:lnTo>
                <a:lnTo>
                  <a:pt x="4669" y="654"/>
                </a:lnTo>
                <a:lnTo>
                  <a:pt x="4669" y="662"/>
                </a:lnTo>
                <a:moveTo>
                  <a:pt x="4605" y="662"/>
                </a:moveTo>
                <a:lnTo>
                  <a:pt x="4565" y="662"/>
                </a:lnTo>
                <a:lnTo>
                  <a:pt x="4565" y="654"/>
                </a:lnTo>
                <a:lnTo>
                  <a:pt x="4605" y="654"/>
                </a:lnTo>
                <a:lnTo>
                  <a:pt x="4605" y="662"/>
                </a:lnTo>
                <a:moveTo>
                  <a:pt x="4541" y="662"/>
                </a:moveTo>
                <a:lnTo>
                  <a:pt x="4501" y="662"/>
                </a:lnTo>
                <a:lnTo>
                  <a:pt x="4501" y="654"/>
                </a:lnTo>
                <a:lnTo>
                  <a:pt x="4541" y="654"/>
                </a:lnTo>
                <a:lnTo>
                  <a:pt x="4541" y="662"/>
                </a:lnTo>
                <a:moveTo>
                  <a:pt x="4477" y="662"/>
                </a:moveTo>
                <a:lnTo>
                  <a:pt x="4437" y="662"/>
                </a:lnTo>
                <a:lnTo>
                  <a:pt x="4437" y="654"/>
                </a:lnTo>
                <a:lnTo>
                  <a:pt x="4477" y="654"/>
                </a:lnTo>
                <a:lnTo>
                  <a:pt x="4477" y="662"/>
                </a:lnTo>
                <a:moveTo>
                  <a:pt x="4413" y="662"/>
                </a:moveTo>
                <a:lnTo>
                  <a:pt x="4373" y="662"/>
                </a:lnTo>
                <a:lnTo>
                  <a:pt x="4373" y="654"/>
                </a:lnTo>
                <a:lnTo>
                  <a:pt x="4413" y="654"/>
                </a:lnTo>
                <a:lnTo>
                  <a:pt x="4413" y="662"/>
                </a:lnTo>
                <a:moveTo>
                  <a:pt x="4349" y="662"/>
                </a:moveTo>
                <a:lnTo>
                  <a:pt x="4309" y="662"/>
                </a:lnTo>
                <a:lnTo>
                  <a:pt x="4309" y="654"/>
                </a:lnTo>
                <a:lnTo>
                  <a:pt x="4349" y="654"/>
                </a:lnTo>
                <a:lnTo>
                  <a:pt x="4349" y="662"/>
                </a:lnTo>
                <a:moveTo>
                  <a:pt x="4285" y="662"/>
                </a:moveTo>
                <a:lnTo>
                  <a:pt x="4245" y="662"/>
                </a:lnTo>
                <a:lnTo>
                  <a:pt x="4245" y="654"/>
                </a:lnTo>
                <a:lnTo>
                  <a:pt x="4285" y="654"/>
                </a:lnTo>
                <a:lnTo>
                  <a:pt x="4285" y="662"/>
                </a:lnTo>
                <a:moveTo>
                  <a:pt x="4221" y="662"/>
                </a:moveTo>
                <a:lnTo>
                  <a:pt x="4181" y="662"/>
                </a:lnTo>
                <a:lnTo>
                  <a:pt x="4181" y="654"/>
                </a:lnTo>
                <a:lnTo>
                  <a:pt x="4221" y="654"/>
                </a:lnTo>
                <a:lnTo>
                  <a:pt x="4221" y="662"/>
                </a:lnTo>
                <a:moveTo>
                  <a:pt x="4157" y="662"/>
                </a:moveTo>
                <a:lnTo>
                  <a:pt x="4118" y="662"/>
                </a:lnTo>
                <a:lnTo>
                  <a:pt x="4118" y="654"/>
                </a:lnTo>
                <a:lnTo>
                  <a:pt x="4157" y="654"/>
                </a:lnTo>
                <a:lnTo>
                  <a:pt x="4157" y="662"/>
                </a:lnTo>
                <a:moveTo>
                  <a:pt x="4094" y="662"/>
                </a:moveTo>
                <a:lnTo>
                  <a:pt x="4054" y="662"/>
                </a:lnTo>
                <a:lnTo>
                  <a:pt x="4054" y="654"/>
                </a:lnTo>
                <a:lnTo>
                  <a:pt x="4094" y="654"/>
                </a:lnTo>
                <a:lnTo>
                  <a:pt x="4094" y="662"/>
                </a:lnTo>
                <a:moveTo>
                  <a:pt x="4030" y="662"/>
                </a:moveTo>
                <a:lnTo>
                  <a:pt x="3990" y="662"/>
                </a:lnTo>
                <a:lnTo>
                  <a:pt x="3990" y="654"/>
                </a:lnTo>
                <a:lnTo>
                  <a:pt x="4030" y="654"/>
                </a:lnTo>
                <a:lnTo>
                  <a:pt x="4030" y="662"/>
                </a:lnTo>
                <a:moveTo>
                  <a:pt x="3966" y="662"/>
                </a:moveTo>
                <a:lnTo>
                  <a:pt x="3926" y="662"/>
                </a:lnTo>
                <a:lnTo>
                  <a:pt x="3926" y="654"/>
                </a:lnTo>
                <a:lnTo>
                  <a:pt x="3966" y="654"/>
                </a:lnTo>
                <a:lnTo>
                  <a:pt x="3966" y="662"/>
                </a:lnTo>
                <a:moveTo>
                  <a:pt x="3902" y="662"/>
                </a:moveTo>
                <a:lnTo>
                  <a:pt x="3862" y="662"/>
                </a:lnTo>
                <a:lnTo>
                  <a:pt x="3862" y="654"/>
                </a:lnTo>
                <a:lnTo>
                  <a:pt x="3902" y="654"/>
                </a:lnTo>
                <a:lnTo>
                  <a:pt x="3902" y="662"/>
                </a:lnTo>
                <a:moveTo>
                  <a:pt x="3838" y="662"/>
                </a:moveTo>
                <a:lnTo>
                  <a:pt x="3798" y="662"/>
                </a:lnTo>
                <a:lnTo>
                  <a:pt x="3798" y="654"/>
                </a:lnTo>
                <a:lnTo>
                  <a:pt x="3838" y="654"/>
                </a:lnTo>
                <a:lnTo>
                  <a:pt x="3838" y="662"/>
                </a:lnTo>
                <a:moveTo>
                  <a:pt x="3774" y="662"/>
                </a:moveTo>
                <a:lnTo>
                  <a:pt x="3734" y="662"/>
                </a:lnTo>
                <a:lnTo>
                  <a:pt x="3734" y="654"/>
                </a:lnTo>
                <a:lnTo>
                  <a:pt x="3774" y="654"/>
                </a:lnTo>
                <a:lnTo>
                  <a:pt x="3774" y="662"/>
                </a:lnTo>
                <a:moveTo>
                  <a:pt x="3710" y="662"/>
                </a:moveTo>
                <a:lnTo>
                  <a:pt x="3670" y="662"/>
                </a:lnTo>
                <a:lnTo>
                  <a:pt x="3670" y="654"/>
                </a:lnTo>
                <a:lnTo>
                  <a:pt x="3710" y="654"/>
                </a:lnTo>
                <a:lnTo>
                  <a:pt x="3710" y="662"/>
                </a:lnTo>
                <a:moveTo>
                  <a:pt x="3646" y="662"/>
                </a:moveTo>
                <a:lnTo>
                  <a:pt x="3606" y="662"/>
                </a:lnTo>
                <a:lnTo>
                  <a:pt x="3606" y="654"/>
                </a:lnTo>
                <a:lnTo>
                  <a:pt x="3646" y="654"/>
                </a:lnTo>
                <a:lnTo>
                  <a:pt x="3646" y="662"/>
                </a:lnTo>
                <a:moveTo>
                  <a:pt x="3582" y="662"/>
                </a:moveTo>
                <a:lnTo>
                  <a:pt x="3542" y="662"/>
                </a:lnTo>
                <a:lnTo>
                  <a:pt x="3542" y="654"/>
                </a:lnTo>
                <a:lnTo>
                  <a:pt x="3582" y="654"/>
                </a:lnTo>
                <a:lnTo>
                  <a:pt x="3582" y="662"/>
                </a:lnTo>
                <a:moveTo>
                  <a:pt x="3519" y="662"/>
                </a:moveTo>
                <a:lnTo>
                  <a:pt x="3479" y="662"/>
                </a:lnTo>
                <a:lnTo>
                  <a:pt x="3479" y="654"/>
                </a:lnTo>
                <a:lnTo>
                  <a:pt x="3519" y="654"/>
                </a:lnTo>
                <a:lnTo>
                  <a:pt x="3519" y="662"/>
                </a:lnTo>
                <a:moveTo>
                  <a:pt x="3455" y="662"/>
                </a:moveTo>
                <a:lnTo>
                  <a:pt x="3415" y="662"/>
                </a:lnTo>
                <a:lnTo>
                  <a:pt x="3415" y="654"/>
                </a:lnTo>
                <a:lnTo>
                  <a:pt x="3455" y="654"/>
                </a:lnTo>
                <a:lnTo>
                  <a:pt x="3455" y="662"/>
                </a:lnTo>
                <a:moveTo>
                  <a:pt x="3391" y="662"/>
                </a:moveTo>
                <a:lnTo>
                  <a:pt x="3351" y="662"/>
                </a:lnTo>
                <a:lnTo>
                  <a:pt x="3351" y="654"/>
                </a:lnTo>
                <a:lnTo>
                  <a:pt x="3391" y="654"/>
                </a:lnTo>
                <a:lnTo>
                  <a:pt x="3391" y="662"/>
                </a:lnTo>
                <a:moveTo>
                  <a:pt x="3327" y="662"/>
                </a:moveTo>
                <a:lnTo>
                  <a:pt x="3287" y="662"/>
                </a:lnTo>
                <a:lnTo>
                  <a:pt x="3287" y="654"/>
                </a:lnTo>
                <a:lnTo>
                  <a:pt x="3327" y="654"/>
                </a:lnTo>
                <a:lnTo>
                  <a:pt x="3327" y="662"/>
                </a:lnTo>
                <a:moveTo>
                  <a:pt x="3263" y="662"/>
                </a:moveTo>
                <a:lnTo>
                  <a:pt x="3223" y="662"/>
                </a:lnTo>
                <a:lnTo>
                  <a:pt x="3223" y="654"/>
                </a:lnTo>
                <a:lnTo>
                  <a:pt x="3263" y="654"/>
                </a:lnTo>
                <a:lnTo>
                  <a:pt x="3263" y="662"/>
                </a:lnTo>
                <a:moveTo>
                  <a:pt x="3199" y="662"/>
                </a:moveTo>
                <a:lnTo>
                  <a:pt x="3159" y="662"/>
                </a:lnTo>
                <a:lnTo>
                  <a:pt x="3159" y="654"/>
                </a:lnTo>
                <a:lnTo>
                  <a:pt x="3199" y="654"/>
                </a:lnTo>
                <a:lnTo>
                  <a:pt x="3199" y="662"/>
                </a:lnTo>
                <a:moveTo>
                  <a:pt x="3135" y="662"/>
                </a:moveTo>
                <a:lnTo>
                  <a:pt x="3095" y="662"/>
                </a:lnTo>
                <a:lnTo>
                  <a:pt x="3095" y="654"/>
                </a:lnTo>
                <a:lnTo>
                  <a:pt x="3135" y="654"/>
                </a:lnTo>
                <a:lnTo>
                  <a:pt x="3135" y="662"/>
                </a:lnTo>
                <a:moveTo>
                  <a:pt x="3071" y="662"/>
                </a:moveTo>
                <a:lnTo>
                  <a:pt x="3031" y="662"/>
                </a:lnTo>
                <a:lnTo>
                  <a:pt x="3031" y="654"/>
                </a:lnTo>
                <a:lnTo>
                  <a:pt x="3071" y="654"/>
                </a:lnTo>
                <a:lnTo>
                  <a:pt x="3071" y="662"/>
                </a:lnTo>
                <a:moveTo>
                  <a:pt x="3007" y="662"/>
                </a:moveTo>
                <a:lnTo>
                  <a:pt x="2967" y="662"/>
                </a:lnTo>
                <a:lnTo>
                  <a:pt x="2967" y="654"/>
                </a:lnTo>
                <a:lnTo>
                  <a:pt x="3007" y="654"/>
                </a:lnTo>
                <a:lnTo>
                  <a:pt x="3007" y="662"/>
                </a:lnTo>
                <a:moveTo>
                  <a:pt x="2944" y="662"/>
                </a:moveTo>
                <a:lnTo>
                  <a:pt x="2904" y="662"/>
                </a:lnTo>
                <a:lnTo>
                  <a:pt x="2904" y="654"/>
                </a:lnTo>
                <a:lnTo>
                  <a:pt x="2944" y="654"/>
                </a:lnTo>
                <a:lnTo>
                  <a:pt x="2944" y="662"/>
                </a:lnTo>
                <a:moveTo>
                  <a:pt x="2880" y="662"/>
                </a:moveTo>
                <a:lnTo>
                  <a:pt x="2840" y="662"/>
                </a:lnTo>
                <a:lnTo>
                  <a:pt x="2840" y="654"/>
                </a:lnTo>
                <a:lnTo>
                  <a:pt x="2880" y="654"/>
                </a:lnTo>
                <a:lnTo>
                  <a:pt x="2880" y="662"/>
                </a:lnTo>
                <a:moveTo>
                  <a:pt x="2816" y="662"/>
                </a:moveTo>
                <a:lnTo>
                  <a:pt x="2776" y="662"/>
                </a:lnTo>
                <a:lnTo>
                  <a:pt x="2776" y="654"/>
                </a:lnTo>
                <a:lnTo>
                  <a:pt x="2816" y="654"/>
                </a:lnTo>
                <a:lnTo>
                  <a:pt x="2816" y="662"/>
                </a:lnTo>
                <a:moveTo>
                  <a:pt x="2752" y="662"/>
                </a:moveTo>
                <a:lnTo>
                  <a:pt x="2712" y="662"/>
                </a:lnTo>
                <a:lnTo>
                  <a:pt x="2712" y="654"/>
                </a:lnTo>
                <a:lnTo>
                  <a:pt x="2752" y="654"/>
                </a:lnTo>
                <a:lnTo>
                  <a:pt x="2752" y="662"/>
                </a:lnTo>
                <a:moveTo>
                  <a:pt x="2688" y="662"/>
                </a:moveTo>
                <a:lnTo>
                  <a:pt x="2648" y="662"/>
                </a:lnTo>
                <a:lnTo>
                  <a:pt x="2648" y="654"/>
                </a:lnTo>
                <a:lnTo>
                  <a:pt x="2688" y="654"/>
                </a:lnTo>
                <a:lnTo>
                  <a:pt x="2688" y="662"/>
                </a:lnTo>
                <a:moveTo>
                  <a:pt x="2624" y="662"/>
                </a:moveTo>
                <a:lnTo>
                  <a:pt x="2584" y="662"/>
                </a:lnTo>
                <a:lnTo>
                  <a:pt x="2584" y="654"/>
                </a:lnTo>
                <a:lnTo>
                  <a:pt x="2624" y="654"/>
                </a:lnTo>
                <a:lnTo>
                  <a:pt x="2624" y="662"/>
                </a:lnTo>
                <a:moveTo>
                  <a:pt x="2560" y="662"/>
                </a:moveTo>
                <a:lnTo>
                  <a:pt x="2520" y="662"/>
                </a:lnTo>
                <a:lnTo>
                  <a:pt x="2520" y="654"/>
                </a:lnTo>
                <a:lnTo>
                  <a:pt x="2560" y="654"/>
                </a:lnTo>
                <a:lnTo>
                  <a:pt x="2560" y="662"/>
                </a:lnTo>
                <a:moveTo>
                  <a:pt x="2496" y="662"/>
                </a:moveTo>
                <a:lnTo>
                  <a:pt x="2456" y="662"/>
                </a:lnTo>
                <a:lnTo>
                  <a:pt x="2456" y="654"/>
                </a:lnTo>
                <a:lnTo>
                  <a:pt x="2496" y="654"/>
                </a:lnTo>
                <a:lnTo>
                  <a:pt x="2496" y="662"/>
                </a:lnTo>
                <a:moveTo>
                  <a:pt x="2432" y="662"/>
                </a:moveTo>
                <a:lnTo>
                  <a:pt x="2392" y="662"/>
                </a:lnTo>
                <a:lnTo>
                  <a:pt x="2392" y="654"/>
                </a:lnTo>
                <a:lnTo>
                  <a:pt x="2432" y="654"/>
                </a:lnTo>
                <a:lnTo>
                  <a:pt x="2432" y="662"/>
                </a:lnTo>
                <a:moveTo>
                  <a:pt x="2369" y="662"/>
                </a:moveTo>
                <a:lnTo>
                  <a:pt x="2329" y="662"/>
                </a:lnTo>
                <a:lnTo>
                  <a:pt x="2329" y="654"/>
                </a:lnTo>
                <a:lnTo>
                  <a:pt x="2369" y="654"/>
                </a:lnTo>
                <a:lnTo>
                  <a:pt x="2369" y="662"/>
                </a:lnTo>
                <a:moveTo>
                  <a:pt x="2305" y="662"/>
                </a:moveTo>
                <a:lnTo>
                  <a:pt x="2265" y="662"/>
                </a:lnTo>
                <a:lnTo>
                  <a:pt x="2265" y="654"/>
                </a:lnTo>
                <a:lnTo>
                  <a:pt x="2305" y="654"/>
                </a:lnTo>
                <a:lnTo>
                  <a:pt x="2305" y="662"/>
                </a:lnTo>
                <a:moveTo>
                  <a:pt x="2241" y="662"/>
                </a:moveTo>
                <a:lnTo>
                  <a:pt x="2201" y="662"/>
                </a:lnTo>
                <a:lnTo>
                  <a:pt x="2201" y="654"/>
                </a:lnTo>
                <a:lnTo>
                  <a:pt x="2241" y="654"/>
                </a:lnTo>
                <a:lnTo>
                  <a:pt x="2241" y="662"/>
                </a:lnTo>
                <a:moveTo>
                  <a:pt x="2177" y="662"/>
                </a:moveTo>
                <a:lnTo>
                  <a:pt x="2137" y="662"/>
                </a:lnTo>
                <a:lnTo>
                  <a:pt x="2137" y="654"/>
                </a:lnTo>
                <a:lnTo>
                  <a:pt x="2177" y="654"/>
                </a:lnTo>
                <a:lnTo>
                  <a:pt x="2177" y="662"/>
                </a:lnTo>
                <a:moveTo>
                  <a:pt x="2113" y="662"/>
                </a:moveTo>
                <a:lnTo>
                  <a:pt x="2073" y="662"/>
                </a:lnTo>
                <a:lnTo>
                  <a:pt x="2073" y="654"/>
                </a:lnTo>
                <a:lnTo>
                  <a:pt x="2113" y="654"/>
                </a:lnTo>
                <a:lnTo>
                  <a:pt x="2113" y="662"/>
                </a:lnTo>
                <a:moveTo>
                  <a:pt x="2049" y="662"/>
                </a:moveTo>
                <a:lnTo>
                  <a:pt x="2009" y="662"/>
                </a:lnTo>
                <a:lnTo>
                  <a:pt x="2009" y="654"/>
                </a:lnTo>
                <a:lnTo>
                  <a:pt x="2049" y="654"/>
                </a:lnTo>
                <a:lnTo>
                  <a:pt x="2049" y="662"/>
                </a:lnTo>
                <a:moveTo>
                  <a:pt x="1985" y="662"/>
                </a:moveTo>
                <a:lnTo>
                  <a:pt x="1945" y="662"/>
                </a:lnTo>
                <a:lnTo>
                  <a:pt x="1945" y="654"/>
                </a:lnTo>
                <a:lnTo>
                  <a:pt x="1985" y="654"/>
                </a:lnTo>
                <a:lnTo>
                  <a:pt x="1985" y="662"/>
                </a:lnTo>
                <a:moveTo>
                  <a:pt x="1921" y="662"/>
                </a:moveTo>
                <a:lnTo>
                  <a:pt x="1881" y="662"/>
                </a:lnTo>
                <a:lnTo>
                  <a:pt x="1881" y="654"/>
                </a:lnTo>
                <a:lnTo>
                  <a:pt x="1921" y="654"/>
                </a:lnTo>
                <a:lnTo>
                  <a:pt x="1921" y="662"/>
                </a:lnTo>
                <a:moveTo>
                  <a:pt x="1857" y="662"/>
                </a:moveTo>
                <a:lnTo>
                  <a:pt x="1817" y="662"/>
                </a:lnTo>
                <a:lnTo>
                  <a:pt x="1817" y="654"/>
                </a:lnTo>
                <a:lnTo>
                  <a:pt x="1857" y="654"/>
                </a:lnTo>
                <a:lnTo>
                  <a:pt x="1857" y="662"/>
                </a:lnTo>
                <a:moveTo>
                  <a:pt x="1793" y="662"/>
                </a:moveTo>
                <a:lnTo>
                  <a:pt x="1754" y="662"/>
                </a:lnTo>
                <a:lnTo>
                  <a:pt x="1754" y="654"/>
                </a:lnTo>
                <a:lnTo>
                  <a:pt x="1793" y="654"/>
                </a:lnTo>
                <a:lnTo>
                  <a:pt x="1793" y="662"/>
                </a:lnTo>
                <a:moveTo>
                  <a:pt x="1730" y="662"/>
                </a:moveTo>
                <a:lnTo>
                  <a:pt x="1690" y="662"/>
                </a:lnTo>
                <a:lnTo>
                  <a:pt x="1690" y="654"/>
                </a:lnTo>
                <a:lnTo>
                  <a:pt x="1730" y="654"/>
                </a:lnTo>
                <a:lnTo>
                  <a:pt x="1730" y="662"/>
                </a:lnTo>
                <a:moveTo>
                  <a:pt x="1666" y="662"/>
                </a:moveTo>
                <a:lnTo>
                  <a:pt x="1626" y="662"/>
                </a:lnTo>
                <a:lnTo>
                  <a:pt x="1626" y="654"/>
                </a:lnTo>
                <a:lnTo>
                  <a:pt x="1666" y="654"/>
                </a:lnTo>
                <a:lnTo>
                  <a:pt x="1666" y="662"/>
                </a:lnTo>
                <a:moveTo>
                  <a:pt x="1601" y="662"/>
                </a:moveTo>
                <a:lnTo>
                  <a:pt x="1561" y="662"/>
                </a:lnTo>
                <a:lnTo>
                  <a:pt x="1561" y="654"/>
                </a:lnTo>
                <a:lnTo>
                  <a:pt x="1601" y="654"/>
                </a:lnTo>
                <a:lnTo>
                  <a:pt x="1601" y="662"/>
                </a:lnTo>
                <a:moveTo>
                  <a:pt x="1537" y="662"/>
                </a:moveTo>
                <a:lnTo>
                  <a:pt x="1497" y="662"/>
                </a:lnTo>
                <a:lnTo>
                  <a:pt x="1497" y="654"/>
                </a:lnTo>
                <a:lnTo>
                  <a:pt x="1537" y="654"/>
                </a:lnTo>
                <a:lnTo>
                  <a:pt x="1537" y="662"/>
                </a:lnTo>
                <a:moveTo>
                  <a:pt x="1473" y="662"/>
                </a:moveTo>
                <a:lnTo>
                  <a:pt x="1433" y="662"/>
                </a:lnTo>
                <a:lnTo>
                  <a:pt x="1433" y="654"/>
                </a:lnTo>
                <a:lnTo>
                  <a:pt x="1473" y="654"/>
                </a:lnTo>
                <a:lnTo>
                  <a:pt x="1473" y="662"/>
                </a:lnTo>
                <a:moveTo>
                  <a:pt x="1409" y="662"/>
                </a:moveTo>
                <a:lnTo>
                  <a:pt x="1369" y="662"/>
                </a:lnTo>
                <a:lnTo>
                  <a:pt x="1369" y="654"/>
                </a:lnTo>
                <a:lnTo>
                  <a:pt x="1409" y="654"/>
                </a:lnTo>
                <a:lnTo>
                  <a:pt x="1409" y="662"/>
                </a:lnTo>
                <a:moveTo>
                  <a:pt x="1345" y="662"/>
                </a:moveTo>
                <a:lnTo>
                  <a:pt x="1305" y="662"/>
                </a:lnTo>
                <a:lnTo>
                  <a:pt x="1305" y="654"/>
                </a:lnTo>
                <a:lnTo>
                  <a:pt x="1345" y="654"/>
                </a:lnTo>
                <a:lnTo>
                  <a:pt x="1345" y="662"/>
                </a:lnTo>
                <a:moveTo>
                  <a:pt x="1281" y="662"/>
                </a:moveTo>
                <a:lnTo>
                  <a:pt x="1241" y="662"/>
                </a:lnTo>
                <a:lnTo>
                  <a:pt x="1241" y="654"/>
                </a:lnTo>
                <a:lnTo>
                  <a:pt x="1281" y="654"/>
                </a:lnTo>
                <a:lnTo>
                  <a:pt x="1281" y="662"/>
                </a:lnTo>
                <a:moveTo>
                  <a:pt x="1217" y="662"/>
                </a:moveTo>
                <a:lnTo>
                  <a:pt x="1178" y="662"/>
                </a:lnTo>
                <a:lnTo>
                  <a:pt x="1178" y="654"/>
                </a:lnTo>
                <a:lnTo>
                  <a:pt x="1217" y="654"/>
                </a:lnTo>
                <a:lnTo>
                  <a:pt x="1217" y="662"/>
                </a:lnTo>
                <a:moveTo>
                  <a:pt x="1154" y="662"/>
                </a:moveTo>
                <a:lnTo>
                  <a:pt x="1114" y="662"/>
                </a:lnTo>
                <a:lnTo>
                  <a:pt x="1114" y="654"/>
                </a:lnTo>
                <a:lnTo>
                  <a:pt x="1154" y="654"/>
                </a:lnTo>
                <a:lnTo>
                  <a:pt x="1154" y="662"/>
                </a:lnTo>
                <a:moveTo>
                  <a:pt x="1090" y="662"/>
                </a:moveTo>
                <a:lnTo>
                  <a:pt x="1050" y="662"/>
                </a:lnTo>
                <a:lnTo>
                  <a:pt x="1050" y="654"/>
                </a:lnTo>
                <a:lnTo>
                  <a:pt x="1090" y="654"/>
                </a:lnTo>
                <a:lnTo>
                  <a:pt x="1090" y="662"/>
                </a:lnTo>
                <a:moveTo>
                  <a:pt x="1026" y="662"/>
                </a:moveTo>
                <a:lnTo>
                  <a:pt x="986" y="662"/>
                </a:lnTo>
                <a:lnTo>
                  <a:pt x="986" y="654"/>
                </a:lnTo>
                <a:lnTo>
                  <a:pt x="1026" y="654"/>
                </a:lnTo>
                <a:lnTo>
                  <a:pt x="1026" y="662"/>
                </a:lnTo>
                <a:moveTo>
                  <a:pt x="962" y="662"/>
                </a:moveTo>
                <a:lnTo>
                  <a:pt x="922" y="662"/>
                </a:lnTo>
                <a:lnTo>
                  <a:pt x="922" y="654"/>
                </a:lnTo>
                <a:lnTo>
                  <a:pt x="962" y="654"/>
                </a:lnTo>
                <a:lnTo>
                  <a:pt x="962" y="662"/>
                </a:lnTo>
                <a:moveTo>
                  <a:pt x="898" y="662"/>
                </a:moveTo>
                <a:lnTo>
                  <a:pt x="858" y="662"/>
                </a:lnTo>
                <a:lnTo>
                  <a:pt x="858" y="654"/>
                </a:lnTo>
                <a:lnTo>
                  <a:pt x="898" y="654"/>
                </a:lnTo>
                <a:lnTo>
                  <a:pt x="898" y="662"/>
                </a:lnTo>
                <a:moveTo>
                  <a:pt x="834" y="662"/>
                </a:moveTo>
                <a:lnTo>
                  <a:pt x="794" y="662"/>
                </a:lnTo>
                <a:lnTo>
                  <a:pt x="794" y="654"/>
                </a:lnTo>
                <a:lnTo>
                  <a:pt x="834" y="654"/>
                </a:lnTo>
                <a:lnTo>
                  <a:pt x="834" y="662"/>
                </a:lnTo>
                <a:moveTo>
                  <a:pt x="770" y="662"/>
                </a:moveTo>
                <a:lnTo>
                  <a:pt x="730" y="662"/>
                </a:lnTo>
                <a:lnTo>
                  <a:pt x="730" y="654"/>
                </a:lnTo>
                <a:lnTo>
                  <a:pt x="770" y="654"/>
                </a:lnTo>
                <a:lnTo>
                  <a:pt x="770" y="662"/>
                </a:lnTo>
                <a:moveTo>
                  <a:pt x="706" y="662"/>
                </a:moveTo>
                <a:lnTo>
                  <a:pt x="666" y="662"/>
                </a:lnTo>
                <a:lnTo>
                  <a:pt x="666" y="654"/>
                </a:lnTo>
                <a:lnTo>
                  <a:pt x="706" y="654"/>
                </a:lnTo>
                <a:lnTo>
                  <a:pt x="706" y="662"/>
                </a:lnTo>
                <a:moveTo>
                  <a:pt x="642" y="662"/>
                </a:moveTo>
                <a:lnTo>
                  <a:pt x="603" y="662"/>
                </a:lnTo>
                <a:lnTo>
                  <a:pt x="603" y="654"/>
                </a:lnTo>
                <a:lnTo>
                  <a:pt x="642" y="654"/>
                </a:lnTo>
                <a:lnTo>
                  <a:pt x="642" y="662"/>
                </a:lnTo>
                <a:moveTo>
                  <a:pt x="579" y="662"/>
                </a:moveTo>
                <a:lnTo>
                  <a:pt x="539" y="662"/>
                </a:lnTo>
                <a:lnTo>
                  <a:pt x="539" y="654"/>
                </a:lnTo>
                <a:lnTo>
                  <a:pt x="579" y="654"/>
                </a:lnTo>
                <a:lnTo>
                  <a:pt x="579" y="662"/>
                </a:lnTo>
                <a:moveTo>
                  <a:pt x="515" y="662"/>
                </a:moveTo>
                <a:lnTo>
                  <a:pt x="475" y="662"/>
                </a:lnTo>
                <a:lnTo>
                  <a:pt x="475" y="654"/>
                </a:lnTo>
                <a:lnTo>
                  <a:pt x="515" y="654"/>
                </a:lnTo>
                <a:lnTo>
                  <a:pt x="515" y="662"/>
                </a:lnTo>
                <a:moveTo>
                  <a:pt x="451" y="662"/>
                </a:moveTo>
                <a:lnTo>
                  <a:pt x="411" y="662"/>
                </a:lnTo>
                <a:lnTo>
                  <a:pt x="411" y="654"/>
                </a:lnTo>
                <a:lnTo>
                  <a:pt x="451" y="654"/>
                </a:lnTo>
                <a:lnTo>
                  <a:pt x="451" y="662"/>
                </a:lnTo>
                <a:moveTo>
                  <a:pt x="387" y="662"/>
                </a:moveTo>
                <a:lnTo>
                  <a:pt x="347" y="662"/>
                </a:lnTo>
                <a:lnTo>
                  <a:pt x="347" y="654"/>
                </a:lnTo>
                <a:lnTo>
                  <a:pt x="387" y="654"/>
                </a:lnTo>
                <a:lnTo>
                  <a:pt x="387" y="662"/>
                </a:lnTo>
                <a:moveTo>
                  <a:pt x="323" y="662"/>
                </a:moveTo>
                <a:lnTo>
                  <a:pt x="283" y="662"/>
                </a:lnTo>
                <a:lnTo>
                  <a:pt x="283" y="654"/>
                </a:lnTo>
                <a:lnTo>
                  <a:pt x="323" y="654"/>
                </a:lnTo>
                <a:lnTo>
                  <a:pt x="323" y="662"/>
                </a:lnTo>
                <a:moveTo>
                  <a:pt x="259" y="662"/>
                </a:moveTo>
                <a:lnTo>
                  <a:pt x="219" y="662"/>
                </a:lnTo>
                <a:lnTo>
                  <a:pt x="219" y="654"/>
                </a:lnTo>
                <a:lnTo>
                  <a:pt x="259" y="654"/>
                </a:lnTo>
                <a:lnTo>
                  <a:pt x="259" y="662"/>
                </a:lnTo>
                <a:moveTo>
                  <a:pt x="195" y="662"/>
                </a:moveTo>
                <a:lnTo>
                  <a:pt x="155" y="662"/>
                </a:lnTo>
                <a:lnTo>
                  <a:pt x="155" y="654"/>
                </a:lnTo>
                <a:lnTo>
                  <a:pt x="195" y="654"/>
                </a:lnTo>
                <a:lnTo>
                  <a:pt x="195" y="662"/>
                </a:lnTo>
                <a:moveTo>
                  <a:pt x="131" y="662"/>
                </a:moveTo>
                <a:lnTo>
                  <a:pt x="91" y="662"/>
                </a:lnTo>
                <a:lnTo>
                  <a:pt x="91" y="654"/>
                </a:lnTo>
                <a:lnTo>
                  <a:pt x="131" y="654"/>
                </a:lnTo>
                <a:lnTo>
                  <a:pt x="131" y="662"/>
                </a:lnTo>
                <a:moveTo>
                  <a:pt x="67" y="662"/>
                </a:moveTo>
                <a:lnTo>
                  <a:pt x="28" y="662"/>
                </a:lnTo>
                <a:lnTo>
                  <a:pt x="28" y="654"/>
                </a:lnTo>
                <a:lnTo>
                  <a:pt x="67" y="654"/>
                </a:lnTo>
                <a:lnTo>
                  <a:pt x="67" y="662"/>
                </a:lnTo>
                <a:moveTo>
                  <a:pt x="0" y="658"/>
                </a:moveTo>
                <a:lnTo>
                  <a:pt x="0" y="618"/>
                </a:lnTo>
                <a:lnTo>
                  <a:pt x="8" y="618"/>
                </a:lnTo>
                <a:lnTo>
                  <a:pt x="8" y="658"/>
                </a:lnTo>
                <a:lnTo>
                  <a:pt x="0" y="658"/>
                </a:lnTo>
                <a:moveTo>
                  <a:pt x="0" y="594"/>
                </a:moveTo>
                <a:lnTo>
                  <a:pt x="0" y="554"/>
                </a:lnTo>
                <a:lnTo>
                  <a:pt x="8" y="554"/>
                </a:lnTo>
                <a:lnTo>
                  <a:pt x="8" y="594"/>
                </a:lnTo>
                <a:lnTo>
                  <a:pt x="0" y="594"/>
                </a:lnTo>
                <a:moveTo>
                  <a:pt x="0" y="530"/>
                </a:moveTo>
                <a:lnTo>
                  <a:pt x="0" y="491"/>
                </a:lnTo>
                <a:lnTo>
                  <a:pt x="8" y="491"/>
                </a:lnTo>
                <a:lnTo>
                  <a:pt x="8" y="530"/>
                </a:lnTo>
                <a:lnTo>
                  <a:pt x="0" y="530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3"/>
                </a:lnTo>
                <a:lnTo>
                  <a:pt x="8" y="363"/>
                </a:lnTo>
                <a:lnTo>
                  <a:pt x="8" y="403"/>
                </a:lnTo>
                <a:lnTo>
                  <a:pt x="0" y="403"/>
                </a:lnTo>
                <a:moveTo>
                  <a:pt x="0" y="338"/>
                </a:moveTo>
                <a:lnTo>
                  <a:pt x="0" y="299"/>
                </a:lnTo>
                <a:lnTo>
                  <a:pt x="8" y="299"/>
                </a:lnTo>
                <a:lnTo>
                  <a:pt x="8" y="338"/>
                </a:lnTo>
                <a:lnTo>
                  <a:pt x="0" y="338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7"/>
                </a:moveTo>
                <a:lnTo>
                  <a:pt x="0" y="108"/>
                </a:lnTo>
                <a:lnTo>
                  <a:pt x="8" y="108"/>
                </a:lnTo>
                <a:lnTo>
                  <a:pt x="8" y="147"/>
                </a:lnTo>
                <a:lnTo>
                  <a:pt x="0" y="147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5833080" y="1440000"/>
            <a:ext cx="34560" cy="28800"/>
          </a:xfrm>
          <a:custGeom>
            <a:avLst/>
            <a:gdLst/>
            <a:ahLst/>
            <a:rect l="0" t="0" r="r" b="b"/>
            <a:pathLst>
              <a:path w="96" h="80">
                <a:moveTo>
                  <a:pt x="0" y="0"/>
                </a:moveTo>
                <a:lnTo>
                  <a:pt x="96" y="0"/>
                </a:lnTo>
                <a:lnTo>
                  <a:pt x="96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5833080" y="145008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3334680" y="1265040"/>
            <a:ext cx="16588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3334680" y="1436760"/>
            <a:ext cx="1468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3334680" y="1483200"/>
            <a:ext cx="17290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3334680" y="1537200"/>
            <a:ext cx="863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3305880" y="1732320"/>
            <a:ext cx="1475280" cy="186480"/>
          </a:xfrm>
          <a:custGeom>
            <a:avLst/>
            <a:gdLst/>
            <a:ahLst/>
            <a:rect l="0" t="0" r="r" b="b"/>
            <a:pathLst>
              <a:path w="4098" h="518">
                <a:moveTo>
                  <a:pt x="0" y="0"/>
                </a:moveTo>
                <a:lnTo>
                  <a:pt x="4098" y="0"/>
                </a:lnTo>
                <a:lnTo>
                  <a:pt x="4098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3304440" y="1730880"/>
            <a:ext cx="1478160" cy="189360"/>
          </a:xfrm>
          <a:custGeom>
            <a:avLst/>
            <a:gdLst/>
            <a:ahLst/>
            <a:rect l="0" t="0" r="r" b="b"/>
            <a:pathLst>
              <a:path w="4106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06" y="0"/>
                </a:lnTo>
                <a:lnTo>
                  <a:pt x="4106" y="36"/>
                </a:lnTo>
                <a:lnTo>
                  <a:pt x="4098" y="36"/>
                </a:lnTo>
                <a:lnTo>
                  <a:pt x="4098" y="4"/>
                </a:lnTo>
                <a:lnTo>
                  <a:pt x="4102" y="4"/>
                </a:lnTo>
                <a:lnTo>
                  <a:pt x="4102" y="8"/>
                </a:lnTo>
                <a:lnTo>
                  <a:pt x="4094" y="8"/>
                </a:lnTo>
                <a:lnTo>
                  <a:pt x="4094" y="0"/>
                </a:lnTo>
                <a:moveTo>
                  <a:pt x="4106" y="59"/>
                </a:moveTo>
                <a:lnTo>
                  <a:pt x="4106" y="99"/>
                </a:lnTo>
                <a:lnTo>
                  <a:pt x="4098" y="99"/>
                </a:lnTo>
                <a:lnTo>
                  <a:pt x="4098" y="59"/>
                </a:lnTo>
                <a:lnTo>
                  <a:pt x="4106" y="59"/>
                </a:lnTo>
                <a:moveTo>
                  <a:pt x="4106" y="123"/>
                </a:moveTo>
                <a:lnTo>
                  <a:pt x="4106" y="163"/>
                </a:lnTo>
                <a:lnTo>
                  <a:pt x="4098" y="163"/>
                </a:lnTo>
                <a:lnTo>
                  <a:pt x="4098" y="123"/>
                </a:lnTo>
                <a:lnTo>
                  <a:pt x="4106" y="123"/>
                </a:lnTo>
                <a:moveTo>
                  <a:pt x="4106" y="188"/>
                </a:moveTo>
                <a:lnTo>
                  <a:pt x="4106" y="228"/>
                </a:lnTo>
                <a:lnTo>
                  <a:pt x="4098" y="228"/>
                </a:lnTo>
                <a:lnTo>
                  <a:pt x="4098" y="188"/>
                </a:lnTo>
                <a:lnTo>
                  <a:pt x="4106" y="188"/>
                </a:lnTo>
                <a:moveTo>
                  <a:pt x="4106" y="252"/>
                </a:moveTo>
                <a:lnTo>
                  <a:pt x="4106" y="291"/>
                </a:lnTo>
                <a:lnTo>
                  <a:pt x="4098" y="291"/>
                </a:lnTo>
                <a:lnTo>
                  <a:pt x="4098" y="252"/>
                </a:lnTo>
                <a:lnTo>
                  <a:pt x="4106" y="252"/>
                </a:lnTo>
                <a:moveTo>
                  <a:pt x="4106" y="315"/>
                </a:moveTo>
                <a:lnTo>
                  <a:pt x="4106" y="355"/>
                </a:lnTo>
                <a:lnTo>
                  <a:pt x="4098" y="355"/>
                </a:lnTo>
                <a:lnTo>
                  <a:pt x="4098" y="315"/>
                </a:lnTo>
                <a:lnTo>
                  <a:pt x="4106" y="315"/>
                </a:lnTo>
                <a:moveTo>
                  <a:pt x="4106" y="379"/>
                </a:moveTo>
                <a:lnTo>
                  <a:pt x="4106" y="419"/>
                </a:lnTo>
                <a:lnTo>
                  <a:pt x="4098" y="419"/>
                </a:lnTo>
                <a:lnTo>
                  <a:pt x="4098" y="379"/>
                </a:lnTo>
                <a:lnTo>
                  <a:pt x="4106" y="379"/>
                </a:lnTo>
                <a:moveTo>
                  <a:pt x="4106" y="443"/>
                </a:moveTo>
                <a:lnTo>
                  <a:pt x="4106" y="482"/>
                </a:lnTo>
                <a:lnTo>
                  <a:pt x="4098" y="482"/>
                </a:lnTo>
                <a:lnTo>
                  <a:pt x="4098" y="443"/>
                </a:lnTo>
                <a:lnTo>
                  <a:pt x="4106" y="443"/>
                </a:lnTo>
                <a:moveTo>
                  <a:pt x="4106" y="506"/>
                </a:moveTo>
                <a:lnTo>
                  <a:pt x="4106" y="526"/>
                </a:lnTo>
                <a:lnTo>
                  <a:pt x="4078" y="526"/>
                </a:lnTo>
                <a:lnTo>
                  <a:pt x="4078" y="518"/>
                </a:lnTo>
                <a:lnTo>
                  <a:pt x="4102" y="518"/>
                </a:lnTo>
                <a:lnTo>
                  <a:pt x="4102" y="522"/>
                </a:lnTo>
                <a:lnTo>
                  <a:pt x="4098" y="522"/>
                </a:lnTo>
                <a:lnTo>
                  <a:pt x="4098" y="506"/>
                </a:lnTo>
                <a:lnTo>
                  <a:pt x="4106" y="506"/>
                </a:lnTo>
                <a:moveTo>
                  <a:pt x="4054" y="526"/>
                </a:moveTo>
                <a:lnTo>
                  <a:pt x="4014" y="526"/>
                </a:lnTo>
                <a:lnTo>
                  <a:pt x="4014" y="518"/>
                </a:lnTo>
                <a:lnTo>
                  <a:pt x="4054" y="518"/>
                </a:lnTo>
                <a:lnTo>
                  <a:pt x="4054" y="526"/>
                </a:lnTo>
                <a:moveTo>
                  <a:pt x="3990" y="526"/>
                </a:moveTo>
                <a:lnTo>
                  <a:pt x="3950" y="526"/>
                </a:lnTo>
                <a:lnTo>
                  <a:pt x="3950" y="518"/>
                </a:lnTo>
                <a:lnTo>
                  <a:pt x="3990" y="518"/>
                </a:lnTo>
                <a:lnTo>
                  <a:pt x="3990" y="526"/>
                </a:lnTo>
                <a:moveTo>
                  <a:pt x="3926" y="526"/>
                </a:moveTo>
                <a:lnTo>
                  <a:pt x="3886" y="526"/>
                </a:lnTo>
                <a:lnTo>
                  <a:pt x="3886" y="518"/>
                </a:lnTo>
                <a:lnTo>
                  <a:pt x="3926" y="518"/>
                </a:lnTo>
                <a:lnTo>
                  <a:pt x="3926" y="526"/>
                </a:lnTo>
                <a:moveTo>
                  <a:pt x="3862" y="526"/>
                </a:moveTo>
                <a:lnTo>
                  <a:pt x="3822" y="526"/>
                </a:lnTo>
                <a:lnTo>
                  <a:pt x="3822" y="518"/>
                </a:lnTo>
                <a:lnTo>
                  <a:pt x="3862" y="518"/>
                </a:lnTo>
                <a:lnTo>
                  <a:pt x="3862" y="526"/>
                </a:lnTo>
                <a:moveTo>
                  <a:pt x="3798" y="526"/>
                </a:moveTo>
                <a:lnTo>
                  <a:pt x="3758" y="526"/>
                </a:lnTo>
                <a:lnTo>
                  <a:pt x="3758" y="518"/>
                </a:lnTo>
                <a:lnTo>
                  <a:pt x="3798" y="518"/>
                </a:lnTo>
                <a:lnTo>
                  <a:pt x="3798" y="526"/>
                </a:lnTo>
                <a:moveTo>
                  <a:pt x="3734" y="526"/>
                </a:moveTo>
                <a:lnTo>
                  <a:pt x="3694" y="526"/>
                </a:lnTo>
                <a:lnTo>
                  <a:pt x="3694" y="518"/>
                </a:lnTo>
                <a:lnTo>
                  <a:pt x="3734" y="518"/>
                </a:lnTo>
                <a:lnTo>
                  <a:pt x="3734" y="526"/>
                </a:lnTo>
                <a:moveTo>
                  <a:pt x="3670" y="526"/>
                </a:moveTo>
                <a:lnTo>
                  <a:pt x="3630" y="526"/>
                </a:lnTo>
                <a:lnTo>
                  <a:pt x="3630" y="518"/>
                </a:lnTo>
                <a:lnTo>
                  <a:pt x="3670" y="518"/>
                </a:lnTo>
                <a:lnTo>
                  <a:pt x="3670" y="526"/>
                </a:lnTo>
                <a:moveTo>
                  <a:pt x="3606" y="526"/>
                </a:moveTo>
                <a:lnTo>
                  <a:pt x="3566" y="526"/>
                </a:lnTo>
                <a:lnTo>
                  <a:pt x="3566" y="518"/>
                </a:lnTo>
                <a:lnTo>
                  <a:pt x="3606" y="518"/>
                </a:lnTo>
                <a:lnTo>
                  <a:pt x="3606" y="526"/>
                </a:lnTo>
                <a:moveTo>
                  <a:pt x="3543" y="526"/>
                </a:moveTo>
                <a:lnTo>
                  <a:pt x="3503" y="526"/>
                </a:lnTo>
                <a:lnTo>
                  <a:pt x="3503" y="518"/>
                </a:lnTo>
                <a:lnTo>
                  <a:pt x="3543" y="518"/>
                </a:lnTo>
                <a:lnTo>
                  <a:pt x="3543" y="526"/>
                </a:lnTo>
                <a:moveTo>
                  <a:pt x="3479" y="526"/>
                </a:moveTo>
                <a:lnTo>
                  <a:pt x="3439" y="526"/>
                </a:lnTo>
                <a:lnTo>
                  <a:pt x="3439" y="518"/>
                </a:lnTo>
                <a:lnTo>
                  <a:pt x="3479" y="518"/>
                </a:lnTo>
                <a:lnTo>
                  <a:pt x="3479" y="526"/>
                </a:lnTo>
                <a:moveTo>
                  <a:pt x="3415" y="526"/>
                </a:moveTo>
                <a:lnTo>
                  <a:pt x="3375" y="526"/>
                </a:lnTo>
                <a:lnTo>
                  <a:pt x="3375" y="518"/>
                </a:lnTo>
                <a:lnTo>
                  <a:pt x="3415" y="518"/>
                </a:lnTo>
                <a:lnTo>
                  <a:pt x="3415" y="526"/>
                </a:lnTo>
                <a:moveTo>
                  <a:pt x="3351" y="526"/>
                </a:moveTo>
                <a:lnTo>
                  <a:pt x="3311" y="526"/>
                </a:lnTo>
                <a:lnTo>
                  <a:pt x="3311" y="518"/>
                </a:lnTo>
                <a:lnTo>
                  <a:pt x="3351" y="518"/>
                </a:lnTo>
                <a:lnTo>
                  <a:pt x="3351" y="526"/>
                </a:lnTo>
                <a:moveTo>
                  <a:pt x="3287" y="526"/>
                </a:moveTo>
                <a:lnTo>
                  <a:pt x="3247" y="526"/>
                </a:lnTo>
                <a:lnTo>
                  <a:pt x="3247" y="518"/>
                </a:lnTo>
                <a:lnTo>
                  <a:pt x="3287" y="518"/>
                </a:lnTo>
                <a:lnTo>
                  <a:pt x="3287" y="526"/>
                </a:lnTo>
                <a:moveTo>
                  <a:pt x="3223" y="526"/>
                </a:moveTo>
                <a:lnTo>
                  <a:pt x="3183" y="526"/>
                </a:lnTo>
                <a:lnTo>
                  <a:pt x="3183" y="518"/>
                </a:lnTo>
                <a:lnTo>
                  <a:pt x="3223" y="518"/>
                </a:lnTo>
                <a:lnTo>
                  <a:pt x="3223" y="526"/>
                </a:lnTo>
                <a:moveTo>
                  <a:pt x="3159" y="526"/>
                </a:moveTo>
                <a:lnTo>
                  <a:pt x="3119" y="526"/>
                </a:lnTo>
                <a:lnTo>
                  <a:pt x="3119" y="518"/>
                </a:lnTo>
                <a:lnTo>
                  <a:pt x="3159" y="518"/>
                </a:lnTo>
                <a:lnTo>
                  <a:pt x="3159" y="526"/>
                </a:lnTo>
                <a:moveTo>
                  <a:pt x="3095" y="526"/>
                </a:moveTo>
                <a:lnTo>
                  <a:pt x="3055" y="526"/>
                </a:lnTo>
                <a:lnTo>
                  <a:pt x="3055" y="518"/>
                </a:lnTo>
                <a:lnTo>
                  <a:pt x="3095" y="518"/>
                </a:lnTo>
                <a:lnTo>
                  <a:pt x="3095" y="526"/>
                </a:lnTo>
                <a:moveTo>
                  <a:pt x="3031" y="526"/>
                </a:moveTo>
                <a:lnTo>
                  <a:pt x="2991" y="526"/>
                </a:lnTo>
                <a:lnTo>
                  <a:pt x="2991" y="518"/>
                </a:lnTo>
                <a:lnTo>
                  <a:pt x="3031" y="518"/>
                </a:lnTo>
                <a:lnTo>
                  <a:pt x="3031" y="526"/>
                </a:lnTo>
                <a:moveTo>
                  <a:pt x="2967" y="526"/>
                </a:moveTo>
                <a:lnTo>
                  <a:pt x="2928" y="526"/>
                </a:lnTo>
                <a:lnTo>
                  <a:pt x="2928" y="518"/>
                </a:lnTo>
                <a:lnTo>
                  <a:pt x="2967" y="518"/>
                </a:lnTo>
                <a:lnTo>
                  <a:pt x="2967" y="526"/>
                </a:lnTo>
                <a:moveTo>
                  <a:pt x="2904" y="526"/>
                </a:moveTo>
                <a:lnTo>
                  <a:pt x="2864" y="526"/>
                </a:lnTo>
                <a:lnTo>
                  <a:pt x="2864" y="518"/>
                </a:lnTo>
                <a:lnTo>
                  <a:pt x="2904" y="518"/>
                </a:lnTo>
                <a:lnTo>
                  <a:pt x="2904" y="526"/>
                </a:lnTo>
                <a:moveTo>
                  <a:pt x="2840" y="526"/>
                </a:moveTo>
                <a:lnTo>
                  <a:pt x="2800" y="526"/>
                </a:lnTo>
                <a:lnTo>
                  <a:pt x="2800" y="518"/>
                </a:lnTo>
                <a:lnTo>
                  <a:pt x="2840" y="518"/>
                </a:lnTo>
                <a:lnTo>
                  <a:pt x="2840" y="526"/>
                </a:lnTo>
                <a:moveTo>
                  <a:pt x="2776" y="526"/>
                </a:moveTo>
                <a:lnTo>
                  <a:pt x="2736" y="526"/>
                </a:lnTo>
                <a:lnTo>
                  <a:pt x="2736" y="518"/>
                </a:lnTo>
                <a:lnTo>
                  <a:pt x="2776" y="518"/>
                </a:lnTo>
                <a:lnTo>
                  <a:pt x="2776" y="526"/>
                </a:lnTo>
                <a:moveTo>
                  <a:pt x="2712" y="526"/>
                </a:moveTo>
                <a:lnTo>
                  <a:pt x="2672" y="526"/>
                </a:lnTo>
                <a:lnTo>
                  <a:pt x="2672" y="518"/>
                </a:lnTo>
                <a:lnTo>
                  <a:pt x="2712" y="518"/>
                </a:lnTo>
                <a:lnTo>
                  <a:pt x="2712" y="526"/>
                </a:lnTo>
                <a:moveTo>
                  <a:pt x="2648" y="526"/>
                </a:moveTo>
                <a:lnTo>
                  <a:pt x="2608" y="526"/>
                </a:lnTo>
                <a:lnTo>
                  <a:pt x="2608" y="518"/>
                </a:lnTo>
                <a:lnTo>
                  <a:pt x="2648" y="518"/>
                </a:lnTo>
                <a:lnTo>
                  <a:pt x="2648" y="526"/>
                </a:lnTo>
                <a:moveTo>
                  <a:pt x="2584" y="526"/>
                </a:moveTo>
                <a:lnTo>
                  <a:pt x="2544" y="526"/>
                </a:lnTo>
                <a:lnTo>
                  <a:pt x="2544" y="518"/>
                </a:lnTo>
                <a:lnTo>
                  <a:pt x="2584" y="518"/>
                </a:lnTo>
                <a:lnTo>
                  <a:pt x="2584" y="526"/>
                </a:lnTo>
                <a:moveTo>
                  <a:pt x="2520" y="526"/>
                </a:moveTo>
                <a:lnTo>
                  <a:pt x="2480" y="526"/>
                </a:lnTo>
                <a:lnTo>
                  <a:pt x="2480" y="518"/>
                </a:lnTo>
                <a:lnTo>
                  <a:pt x="2520" y="518"/>
                </a:lnTo>
                <a:lnTo>
                  <a:pt x="2520" y="526"/>
                </a:lnTo>
                <a:moveTo>
                  <a:pt x="2456" y="526"/>
                </a:moveTo>
                <a:lnTo>
                  <a:pt x="2416" y="526"/>
                </a:lnTo>
                <a:lnTo>
                  <a:pt x="2416" y="518"/>
                </a:lnTo>
                <a:lnTo>
                  <a:pt x="2456" y="518"/>
                </a:lnTo>
                <a:lnTo>
                  <a:pt x="2456" y="526"/>
                </a:lnTo>
                <a:moveTo>
                  <a:pt x="2392" y="526"/>
                </a:moveTo>
                <a:lnTo>
                  <a:pt x="2353" y="526"/>
                </a:lnTo>
                <a:lnTo>
                  <a:pt x="2353" y="518"/>
                </a:lnTo>
                <a:lnTo>
                  <a:pt x="2392" y="518"/>
                </a:lnTo>
                <a:lnTo>
                  <a:pt x="2392" y="526"/>
                </a:lnTo>
                <a:moveTo>
                  <a:pt x="2329" y="526"/>
                </a:moveTo>
                <a:lnTo>
                  <a:pt x="2289" y="526"/>
                </a:lnTo>
                <a:lnTo>
                  <a:pt x="2289" y="518"/>
                </a:lnTo>
                <a:lnTo>
                  <a:pt x="2329" y="518"/>
                </a:lnTo>
                <a:lnTo>
                  <a:pt x="2329" y="526"/>
                </a:lnTo>
                <a:moveTo>
                  <a:pt x="2265" y="526"/>
                </a:moveTo>
                <a:lnTo>
                  <a:pt x="2225" y="526"/>
                </a:lnTo>
                <a:lnTo>
                  <a:pt x="2225" y="518"/>
                </a:lnTo>
                <a:lnTo>
                  <a:pt x="2265" y="518"/>
                </a:lnTo>
                <a:lnTo>
                  <a:pt x="2265" y="526"/>
                </a:lnTo>
                <a:moveTo>
                  <a:pt x="2201" y="526"/>
                </a:moveTo>
                <a:lnTo>
                  <a:pt x="2161" y="526"/>
                </a:lnTo>
                <a:lnTo>
                  <a:pt x="2161" y="518"/>
                </a:lnTo>
                <a:lnTo>
                  <a:pt x="2201" y="518"/>
                </a:lnTo>
                <a:lnTo>
                  <a:pt x="2201" y="526"/>
                </a:lnTo>
                <a:moveTo>
                  <a:pt x="2137" y="526"/>
                </a:moveTo>
                <a:lnTo>
                  <a:pt x="2097" y="526"/>
                </a:lnTo>
                <a:lnTo>
                  <a:pt x="2097" y="518"/>
                </a:lnTo>
                <a:lnTo>
                  <a:pt x="2137" y="518"/>
                </a:lnTo>
                <a:lnTo>
                  <a:pt x="2137" y="526"/>
                </a:lnTo>
                <a:moveTo>
                  <a:pt x="2073" y="526"/>
                </a:moveTo>
                <a:lnTo>
                  <a:pt x="2033" y="526"/>
                </a:lnTo>
                <a:lnTo>
                  <a:pt x="2033" y="518"/>
                </a:lnTo>
                <a:lnTo>
                  <a:pt x="2073" y="518"/>
                </a:lnTo>
                <a:lnTo>
                  <a:pt x="2073" y="526"/>
                </a:lnTo>
                <a:moveTo>
                  <a:pt x="2009" y="526"/>
                </a:moveTo>
                <a:lnTo>
                  <a:pt x="1969" y="526"/>
                </a:lnTo>
                <a:lnTo>
                  <a:pt x="1969" y="518"/>
                </a:lnTo>
                <a:lnTo>
                  <a:pt x="2009" y="518"/>
                </a:lnTo>
                <a:lnTo>
                  <a:pt x="2009" y="526"/>
                </a:lnTo>
                <a:moveTo>
                  <a:pt x="1945" y="526"/>
                </a:moveTo>
                <a:lnTo>
                  <a:pt x="1905" y="526"/>
                </a:lnTo>
                <a:lnTo>
                  <a:pt x="1905" y="518"/>
                </a:lnTo>
                <a:lnTo>
                  <a:pt x="1945" y="518"/>
                </a:lnTo>
                <a:lnTo>
                  <a:pt x="1945" y="526"/>
                </a:lnTo>
                <a:moveTo>
                  <a:pt x="1881" y="526"/>
                </a:moveTo>
                <a:lnTo>
                  <a:pt x="1841" y="526"/>
                </a:lnTo>
                <a:lnTo>
                  <a:pt x="1841" y="518"/>
                </a:lnTo>
                <a:lnTo>
                  <a:pt x="1881" y="518"/>
                </a:lnTo>
                <a:lnTo>
                  <a:pt x="1881" y="526"/>
                </a:lnTo>
                <a:moveTo>
                  <a:pt x="1817" y="526"/>
                </a:moveTo>
                <a:lnTo>
                  <a:pt x="1778" y="526"/>
                </a:lnTo>
                <a:lnTo>
                  <a:pt x="1778" y="518"/>
                </a:lnTo>
                <a:lnTo>
                  <a:pt x="1817" y="518"/>
                </a:lnTo>
                <a:lnTo>
                  <a:pt x="1817" y="526"/>
                </a:lnTo>
                <a:moveTo>
                  <a:pt x="1754" y="526"/>
                </a:moveTo>
                <a:lnTo>
                  <a:pt x="1714" y="526"/>
                </a:lnTo>
                <a:lnTo>
                  <a:pt x="1714" y="518"/>
                </a:lnTo>
                <a:lnTo>
                  <a:pt x="1754" y="518"/>
                </a:lnTo>
                <a:lnTo>
                  <a:pt x="1754" y="526"/>
                </a:lnTo>
                <a:moveTo>
                  <a:pt x="1690" y="526"/>
                </a:moveTo>
                <a:lnTo>
                  <a:pt x="1650" y="526"/>
                </a:lnTo>
                <a:lnTo>
                  <a:pt x="1650" y="518"/>
                </a:lnTo>
                <a:lnTo>
                  <a:pt x="1690" y="518"/>
                </a:lnTo>
                <a:lnTo>
                  <a:pt x="1690" y="526"/>
                </a:lnTo>
                <a:moveTo>
                  <a:pt x="1626" y="526"/>
                </a:moveTo>
                <a:lnTo>
                  <a:pt x="1586" y="526"/>
                </a:lnTo>
                <a:lnTo>
                  <a:pt x="1586" y="518"/>
                </a:lnTo>
                <a:lnTo>
                  <a:pt x="1626" y="518"/>
                </a:lnTo>
                <a:lnTo>
                  <a:pt x="1626" y="526"/>
                </a:lnTo>
                <a:moveTo>
                  <a:pt x="1562" y="526"/>
                </a:moveTo>
                <a:lnTo>
                  <a:pt x="1522" y="526"/>
                </a:lnTo>
                <a:lnTo>
                  <a:pt x="1522" y="518"/>
                </a:lnTo>
                <a:lnTo>
                  <a:pt x="1562" y="518"/>
                </a:lnTo>
                <a:lnTo>
                  <a:pt x="1562" y="526"/>
                </a:lnTo>
                <a:moveTo>
                  <a:pt x="1498" y="526"/>
                </a:moveTo>
                <a:lnTo>
                  <a:pt x="1458" y="526"/>
                </a:lnTo>
                <a:lnTo>
                  <a:pt x="1458" y="518"/>
                </a:lnTo>
                <a:lnTo>
                  <a:pt x="1498" y="518"/>
                </a:lnTo>
                <a:lnTo>
                  <a:pt x="1498" y="526"/>
                </a:lnTo>
                <a:moveTo>
                  <a:pt x="1434" y="526"/>
                </a:moveTo>
                <a:lnTo>
                  <a:pt x="1394" y="526"/>
                </a:lnTo>
                <a:lnTo>
                  <a:pt x="1394" y="518"/>
                </a:lnTo>
                <a:lnTo>
                  <a:pt x="1434" y="518"/>
                </a:lnTo>
                <a:lnTo>
                  <a:pt x="1434" y="526"/>
                </a:lnTo>
                <a:moveTo>
                  <a:pt x="1370" y="526"/>
                </a:moveTo>
                <a:lnTo>
                  <a:pt x="1330" y="526"/>
                </a:lnTo>
                <a:lnTo>
                  <a:pt x="1330" y="518"/>
                </a:lnTo>
                <a:lnTo>
                  <a:pt x="1370" y="518"/>
                </a:lnTo>
                <a:lnTo>
                  <a:pt x="1370" y="526"/>
                </a:lnTo>
                <a:moveTo>
                  <a:pt x="1306" y="526"/>
                </a:moveTo>
                <a:lnTo>
                  <a:pt x="1266" y="526"/>
                </a:lnTo>
                <a:lnTo>
                  <a:pt x="1266" y="518"/>
                </a:lnTo>
                <a:lnTo>
                  <a:pt x="1306" y="518"/>
                </a:lnTo>
                <a:lnTo>
                  <a:pt x="1306" y="526"/>
                </a:lnTo>
                <a:moveTo>
                  <a:pt x="1242" y="526"/>
                </a:moveTo>
                <a:lnTo>
                  <a:pt x="1203" y="526"/>
                </a:lnTo>
                <a:lnTo>
                  <a:pt x="1203" y="518"/>
                </a:lnTo>
                <a:lnTo>
                  <a:pt x="1242" y="518"/>
                </a:lnTo>
                <a:lnTo>
                  <a:pt x="1242" y="526"/>
                </a:lnTo>
                <a:moveTo>
                  <a:pt x="1179" y="526"/>
                </a:moveTo>
                <a:lnTo>
                  <a:pt x="1139" y="526"/>
                </a:lnTo>
                <a:lnTo>
                  <a:pt x="1139" y="518"/>
                </a:lnTo>
                <a:lnTo>
                  <a:pt x="1179" y="518"/>
                </a:lnTo>
                <a:lnTo>
                  <a:pt x="1179" y="526"/>
                </a:lnTo>
                <a:moveTo>
                  <a:pt x="1115" y="526"/>
                </a:moveTo>
                <a:lnTo>
                  <a:pt x="1074" y="526"/>
                </a:lnTo>
                <a:lnTo>
                  <a:pt x="1074" y="518"/>
                </a:lnTo>
                <a:lnTo>
                  <a:pt x="1115" y="518"/>
                </a:lnTo>
                <a:lnTo>
                  <a:pt x="1115" y="526"/>
                </a:lnTo>
                <a:moveTo>
                  <a:pt x="1050" y="526"/>
                </a:moveTo>
                <a:lnTo>
                  <a:pt x="1010" y="526"/>
                </a:lnTo>
                <a:lnTo>
                  <a:pt x="1010" y="518"/>
                </a:lnTo>
                <a:lnTo>
                  <a:pt x="1050" y="518"/>
                </a:lnTo>
                <a:lnTo>
                  <a:pt x="1050" y="526"/>
                </a:lnTo>
                <a:moveTo>
                  <a:pt x="986" y="526"/>
                </a:moveTo>
                <a:lnTo>
                  <a:pt x="946" y="526"/>
                </a:lnTo>
                <a:lnTo>
                  <a:pt x="946" y="518"/>
                </a:lnTo>
                <a:lnTo>
                  <a:pt x="986" y="518"/>
                </a:lnTo>
                <a:lnTo>
                  <a:pt x="986" y="526"/>
                </a:lnTo>
                <a:moveTo>
                  <a:pt x="922" y="526"/>
                </a:moveTo>
                <a:lnTo>
                  <a:pt x="882" y="526"/>
                </a:lnTo>
                <a:lnTo>
                  <a:pt x="882" y="518"/>
                </a:lnTo>
                <a:lnTo>
                  <a:pt x="922" y="518"/>
                </a:lnTo>
                <a:lnTo>
                  <a:pt x="922" y="526"/>
                </a:lnTo>
                <a:moveTo>
                  <a:pt x="858" y="526"/>
                </a:moveTo>
                <a:lnTo>
                  <a:pt x="818" y="526"/>
                </a:lnTo>
                <a:lnTo>
                  <a:pt x="818" y="518"/>
                </a:lnTo>
                <a:lnTo>
                  <a:pt x="858" y="518"/>
                </a:lnTo>
                <a:lnTo>
                  <a:pt x="858" y="526"/>
                </a:lnTo>
                <a:moveTo>
                  <a:pt x="794" y="526"/>
                </a:moveTo>
                <a:lnTo>
                  <a:pt x="754" y="526"/>
                </a:lnTo>
                <a:lnTo>
                  <a:pt x="754" y="518"/>
                </a:lnTo>
                <a:lnTo>
                  <a:pt x="794" y="518"/>
                </a:lnTo>
                <a:lnTo>
                  <a:pt x="794" y="526"/>
                </a:lnTo>
                <a:moveTo>
                  <a:pt x="730" y="526"/>
                </a:moveTo>
                <a:lnTo>
                  <a:pt x="690" y="526"/>
                </a:lnTo>
                <a:lnTo>
                  <a:pt x="690" y="518"/>
                </a:lnTo>
                <a:lnTo>
                  <a:pt x="730" y="518"/>
                </a:lnTo>
                <a:lnTo>
                  <a:pt x="730" y="526"/>
                </a:lnTo>
                <a:moveTo>
                  <a:pt x="666" y="526"/>
                </a:moveTo>
                <a:lnTo>
                  <a:pt x="626" y="526"/>
                </a:lnTo>
                <a:lnTo>
                  <a:pt x="626" y="518"/>
                </a:lnTo>
                <a:lnTo>
                  <a:pt x="666" y="518"/>
                </a:lnTo>
                <a:lnTo>
                  <a:pt x="666" y="526"/>
                </a:lnTo>
                <a:moveTo>
                  <a:pt x="603" y="526"/>
                </a:moveTo>
                <a:lnTo>
                  <a:pt x="563" y="526"/>
                </a:lnTo>
                <a:lnTo>
                  <a:pt x="563" y="518"/>
                </a:lnTo>
                <a:lnTo>
                  <a:pt x="603" y="518"/>
                </a:lnTo>
                <a:lnTo>
                  <a:pt x="603" y="526"/>
                </a:lnTo>
                <a:moveTo>
                  <a:pt x="539" y="526"/>
                </a:moveTo>
                <a:lnTo>
                  <a:pt x="499" y="526"/>
                </a:lnTo>
                <a:lnTo>
                  <a:pt x="499" y="518"/>
                </a:lnTo>
                <a:lnTo>
                  <a:pt x="539" y="518"/>
                </a:lnTo>
                <a:lnTo>
                  <a:pt x="539" y="526"/>
                </a:lnTo>
                <a:moveTo>
                  <a:pt x="475" y="526"/>
                </a:moveTo>
                <a:lnTo>
                  <a:pt x="435" y="526"/>
                </a:lnTo>
                <a:lnTo>
                  <a:pt x="435" y="518"/>
                </a:lnTo>
                <a:lnTo>
                  <a:pt x="475" y="518"/>
                </a:lnTo>
                <a:lnTo>
                  <a:pt x="475" y="526"/>
                </a:lnTo>
                <a:moveTo>
                  <a:pt x="411" y="526"/>
                </a:moveTo>
                <a:lnTo>
                  <a:pt x="371" y="526"/>
                </a:lnTo>
                <a:lnTo>
                  <a:pt x="371" y="518"/>
                </a:lnTo>
                <a:lnTo>
                  <a:pt x="411" y="518"/>
                </a:lnTo>
                <a:lnTo>
                  <a:pt x="411" y="526"/>
                </a:lnTo>
                <a:moveTo>
                  <a:pt x="347" y="526"/>
                </a:moveTo>
                <a:lnTo>
                  <a:pt x="307" y="526"/>
                </a:lnTo>
                <a:lnTo>
                  <a:pt x="307" y="518"/>
                </a:lnTo>
                <a:lnTo>
                  <a:pt x="347" y="518"/>
                </a:lnTo>
                <a:lnTo>
                  <a:pt x="347" y="526"/>
                </a:lnTo>
                <a:moveTo>
                  <a:pt x="283" y="526"/>
                </a:moveTo>
                <a:lnTo>
                  <a:pt x="243" y="526"/>
                </a:lnTo>
                <a:lnTo>
                  <a:pt x="243" y="518"/>
                </a:lnTo>
                <a:lnTo>
                  <a:pt x="283" y="518"/>
                </a:lnTo>
                <a:lnTo>
                  <a:pt x="283" y="526"/>
                </a:lnTo>
                <a:moveTo>
                  <a:pt x="219" y="526"/>
                </a:moveTo>
                <a:lnTo>
                  <a:pt x="179" y="526"/>
                </a:lnTo>
                <a:lnTo>
                  <a:pt x="179" y="518"/>
                </a:lnTo>
                <a:lnTo>
                  <a:pt x="219" y="518"/>
                </a:lnTo>
                <a:lnTo>
                  <a:pt x="219" y="526"/>
                </a:lnTo>
                <a:moveTo>
                  <a:pt x="155" y="526"/>
                </a:moveTo>
                <a:lnTo>
                  <a:pt x="115" y="526"/>
                </a:lnTo>
                <a:lnTo>
                  <a:pt x="115" y="518"/>
                </a:lnTo>
                <a:lnTo>
                  <a:pt x="155" y="518"/>
                </a:lnTo>
                <a:lnTo>
                  <a:pt x="155" y="526"/>
                </a:lnTo>
                <a:moveTo>
                  <a:pt x="91" y="526"/>
                </a:moveTo>
                <a:lnTo>
                  <a:pt x="51" y="526"/>
                </a:lnTo>
                <a:lnTo>
                  <a:pt x="51" y="518"/>
                </a:lnTo>
                <a:lnTo>
                  <a:pt x="91" y="518"/>
                </a:lnTo>
                <a:lnTo>
                  <a:pt x="91" y="526"/>
                </a:lnTo>
                <a:moveTo>
                  <a:pt x="28" y="526"/>
                </a:moveTo>
                <a:lnTo>
                  <a:pt x="0" y="526"/>
                </a:lnTo>
                <a:lnTo>
                  <a:pt x="0" y="506"/>
                </a:lnTo>
                <a:lnTo>
                  <a:pt x="8" y="506"/>
                </a:lnTo>
                <a:lnTo>
                  <a:pt x="8" y="522"/>
                </a:lnTo>
                <a:lnTo>
                  <a:pt x="4" y="522"/>
                </a:lnTo>
                <a:lnTo>
                  <a:pt x="4" y="518"/>
                </a:lnTo>
                <a:lnTo>
                  <a:pt x="28" y="518"/>
                </a:lnTo>
                <a:lnTo>
                  <a:pt x="28" y="526"/>
                </a:lnTo>
                <a:moveTo>
                  <a:pt x="0" y="482"/>
                </a:moveTo>
                <a:lnTo>
                  <a:pt x="0" y="443"/>
                </a:lnTo>
                <a:lnTo>
                  <a:pt x="8" y="443"/>
                </a:lnTo>
                <a:lnTo>
                  <a:pt x="8" y="482"/>
                </a:lnTo>
                <a:lnTo>
                  <a:pt x="0" y="482"/>
                </a:lnTo>
                <a:moveTo>
                  <a:pt x="0" y="419"/>
                </a:moveTo>
                <a:lnTo>
                  <a:pt x="0" y="379"/>
                </a:lnTo>
                <a:lnTo>
                  <a:pt x="8" y="379"/>
                </a:lnTo>
                <a:lnTo>
                  <a:pt x="8" y="419"/>
                </a:lnTo>
                <a:lnTo>
                  <a:pt x="0" y="419"/>
                </a:lnTo>
                <a:moveTo>
                  <a:pt x="0" y="355"/>
                </a:moveTo>
                <a:lnTo>
                  <a:pt x="0" y="315"/>
                </a:lnTo>
                <a:lnTo>
                  <a:pt x="8" y="315"/>
                </a:lnTo>
                <a:lnTo>
                  <a:pt x="8" y="355"/>
                </a:lnTo>
                <a:lnTo>
                  <a:pt x="0" y="355"/>
                </a:lnTo>
                <a:moveTo>
                  <a:pt x="0" y="291"/>
                </a:moveTo>
                <a:lnTo>
                  <a:pt x="0" y="252"/>
                </a:lnTo>
                <a:lnTo>
                  <a:pt x="8" y="252"/>
                </a:lnTo>
                <a:lnTo>
                  <a:pt x="8" y="291"/>
                </a:lnTo>
                <a:lnTo>
                  <a:pt x="0" y="291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99"/>
                </a:moveTo>
                <a:lnTo>
                  <a:pt x="0" y="59"/>
                </a:lnTo>
                <a:lnTo>
                  <a:pt x="8" y="59"/>
                </a:lnTo>
                <a:lnTo>
                  <a:pt x="8" y="99"/>
                </a:lnTo>
                <a:lnTo>
                  <a:pt x="0" y="99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4723200" y="17550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4723200" y="17650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3334680" y="1585800"/>
            <a:ext cx="21373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3334680" y="1752120"/>
            <a:ext cx="45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3334680" y="1798200"/>
            <a:ext cx="12045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3305880" y="1998720"/>
            <a:ext cx="2193840" cy="137880"/>
          </a:xfrm>
          <a:custGeom>
            <a:avLst/>
            <a:gdLst/>
            <a:ahLst/>
            <a:rect l="0" t="0" r="r" b="b"/>
            <a:pathLst>
              <a:path w="6094" h="383">
                <a:moveTo>
                  <a:pt x="0" y="0"/>
                </a:moveTo>
                <a:lnTo>
                  <a:pt x="6094" y="0"/>
                </a:lnTo>
                <a:lnTo>
                  <a:pt x="6094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3304440" y="1997280"/>
            <a:ext cx="2196720" cy="140760"/>
          </a:xfrm>
          <a:custGeom>
            <a:avLst/>
            <a:gdLst/>
            <a:ahLst/>
            <a:rect l="0" t="0" r="r" b="b"/>
            <a:pathLst>
              <a:path w="6102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2" y="0"/>
                </a:lnTo>
                <a:lnTo>
                  <a:pt x="4452" y="8"/>
                </a:lnTo>
                <a:lnTo>
                  <a:pt x="4412" y="8"/>
                </a:lnTo>
                <a:lnTo>
                  <a:pt x="4412" y="0"/>
                </a:lnTo>
                <a:moveTo>
                  <a:pt x="4476" y="0"/>
                </a:moveTo>
                <a:lnTo>
                  <a:pt x="4516" y="0"/>
                </a:lnTo>
                <a:lnTo>
                  <a:pt x="4516" y="8"/>
                </a:lnTo>
                <a:lnTo>
                  <a:pt x="4476" y="8"/>
                </a:lnTo>
                <a:lnTo>
                  <a:pt x="4476" y="0"/>
                </a:lnTo>
                <a:moveTo>
                  <a:pt x="4540" y="0"/>
                </a:moveTo>
                <a:lnTo>
                  <a:pt x="4580" y="0"/>
                </a:lnTo>
                <a:lnTo>
                  <a:pt x="4580" y="8"/>
                </a:lnTo>
                <a:lnTo>
                  <a:pt x="4540" y="8"/>
                </a:lnTo>
                <a:lnTo>
                  <a:pt x="4540" y="0"/>
                </a:lnTo>
                <a:moveTo>
                  <a:pt x="4604" y="0"/>
                </a:moveTo>
                <a:lnTo>
                  <a:pt x="4644" y="0"/>
                </a:lnTo>
                <a:lnTo>
                  <a:pt x="4644" y="8"/>
                </a:lnTo>
                <a:lnTo>
                  <a:pt x="4604" y="8"/>
                </a:lnTo>
                <a:lnTo>
                  <a:pt x="4604" y="0"/>
                </a:lnTo>
                <a:moveTo>
                  <a:pt x="4668" y="0"/>
                </a:moveTo>
                <a:lnTo>
                  <a:pt x="4708" y="0"/>
                </a:lnTo>
                <a:lnTo>
                  <a:pt x="4708" y="8"/>
                </a:lnTo>
                <a:lnTo>
                  <a:pt x="4668" y="8"/>
                </a:lnTo>
                <a:lnTo>
                  <a:pt x="4668" y="0"/>
                </a:lnTo>
                <a:moveTo>
                  <a:pt x="4731" y="0"/>
                </a:moveTo>
                <a:lnTo>
                  <a:pt x="4771" y="0"/>
                </a:lnTo>
                <a:lnTo>
                  <a:pt x="4771" y="8"/>
                </a:lnTo>
                <a:lnTo>
                  <a:pt x="4731" y="8"/>
                </a:lnTo>
                <a:lnTo>
                  <a:pt x="4731" y="0"/>
                </a:lnTo>
                <a:moveTo>
                  <a:pt x="4795" y="0"/>
                </a:moveTo>
                <a:lnTo>
                  <a:pt x="4835" y="0"/>
                </a:lnTo>
                <a:lnTo>
                  <a:pt x="4835" y="8"/>
                </a:lnTo>
                <a:lnTo>
                  <a:pt x="4795" y="8"/>
                </a:lnTo>
                <a:lnTo>
                  <a:pt x="4795" y="0"/>
                </a:lnTo>
                <a:moveTo>
                  <a:pt x="4859" y="0"/>
                </a:moveTo>
                <a:lnTo>
                  <a:pt x="4899" y="0"/>
                </a:lnTo>
                <a:lnTo>
                  <a:pt x="4899" y="8"/>
                </a:lnTo>
                <a:lnTo>
                  <a:pt x="4859" y="8"/>
                </a:lnTo>
                <a:lnTo>
                  <a:pt x="4859" y="0"/>
                </a:lnTo>
                <a:moveTo>
                  <a:pt x="4923" y="0"/>
                </a:moveTo>
                <a:lnTo>
                  <a:pt x="4963" y="0"/>
                </a:lnTo>
                <a:lnTo>
                  <a:pt x="4963" y="8"/>
                </a:lnTo>
                <a:lnTo>
                  <a:pt x="4923" y="8"/>
                </a:lnTo>
                <a:lnTo>
                  <a:pt x="4923" y="0"/>
                </a:lnTo>
                <a:moveTo>
                  <a:pt x="4987" y="0"/>
                </a:moveTo>
                <a:lnTo>
                  <a:pt x="5027" y="0"/>
                </a:lnTo>
                <a:lnTo>
                  <a:pt x="5027" y="8"/>
                </a:lnTo>
                <a:lnTo>
                  <a:pt x="4987" y="8"/>
                </a:lnTo>
                <a:lnTo>
                  <a:pt x="4987" y="0"/>
                </a:lnTo>
                <a:moveTo>
                  <a:pt x="5051" y="0"/>
                </a:moveTo>
                <a:lnTo>
                  <a:pt x="5091" y="0"/>
                </a:lnTo>
                <a:lnTo>
                  <a:pt x="5091" y="8"/>
                </a:lnTo>
                <a:lnTo>
                  <a:pt x="5051" y="8"/>
                </a:lnTo>
                <a:lnTo>
                  <a:pt x="5051" y="0"/>
                </a:lnTo>
                <a:moveTo>
                  <a:pt x="5115" y="0"/>
                </a:moveTo>
                <a:lnTo>
                  <a:pt x="5155" y="0"/>
                </a:lnTo>
                <a:lnTo>
                  <a:pt x="5155" y="8"/>
                </a:lnTo>
                <a:lnTo>
                  <a:pt x="5115" y="8"/>
                </a:lnTo>
                <a:lnTo>
                  <a:pt x="5115" y="0"/>
                </a:lnTo>
                <a:moveTo>
                  <a:pt x="5179" y="0"/>
                </a:moveTo>
                <a:lnTo>
                  <a:pt x="5219" y="0"/>
                </a:lnTo>
                <a:lnTo>
                  <a:pt x="5219" y="8"/>
                </a:lnTo>
                <a:lnTo>
                  <a:pt x="5179" y="8"/>
                </a:lnTo>
                <a:lnTo>
                  <a:pt x="5179" y="0"/>
                </a:lnTo>
                <a:moveTo>
                  <a:pt x="5243" y="0"/>
                </a:moveTo>
                <a:lnTo>
                  <a:pt x="5283" y="0"/>
                </a:lnTo>
                <a:lnTo>
                  <a:pt x="5283" y="8"/>
                </a:lnTo>
                <a:lnTo>
                  <a:pt x="5243" y="8"/>
                </a:lnTo>
                <a:lnTo>
                  <a:pt x="5243" y="0"/>
                </a:lnTo>
                <a:moveTo>
                  <a:pt x="5306" y="0"/>
                </a:moveTo>
                <a:lnTo>
                  <a:pt x="5346" y="0"/>
                </a:lnTo>
                <a:lnTo>
                  <a:pt x="5346" y="8"/>
                </a:lnTo>
                <a:lnTo>
                  <a:pt x="5306" y="8"/>
                </a:lnTo>
                <a:lnTo>
                  <a:pt x="5306" y="0"/>
                </a:lnTo>
                <a:moveTo>
                  <a:pt x="5370" y="0"/>
                </a:moveTo>
                <a:lnTo>
                  <a:pt x="5410" y="0"/>
                </a:lnTo>
                <a:lnTo>
                  <a:pt x="5410" y="8"/>
                </a:lnTo>
                <a:lnTo>
                  <a:pt x="5370" y="8"/>
                </a:lnTo>
                <a:lnTo>
                  <a:pt x="5370" y="0"/>
                </a:lnTo>
                <a:moveTo>
                  <a:pt x="5434" y="0"/>
                </a:moveTo>
                <a:lnTo>
                  <a:pt x="5474" y="0"/>
                </a:lnTo>
                <a:lnTo>
                  <a:pt x="5474" y="8"/>
                </a:lnTo>
                <a:lnTo>
                  <a:pt x="5434" y="8"/>
                </a:lnTo>
                <a:lnTo>
                  <a:pt x="5434" y="0"/>
                </a:lnTo>
                <a:moveTo>
                  <a:pt x="5498" y="0"/>
                </a:moveTo>
                <a:lnTo>
                  <a:pt x="5538" y="0"/>
                </a:lnTo>
                <a:lnTo>
                  <a:pt x="5538" y="8"/>
                </a:lnTo>
                <a:lnTo>
                  <a:pt x="5498" y="8"/>
                </a:lnTo>
                <a:lnTo>
                  <a:pt x="5498" y="0"/>
                </a:lnTo>
                <a:moveTo>
                  <a:pt x="5562" y="0"/>
                </a:moveTo>
                <a:lnTo>
                  <a:pt x="5602" y="0"/>
                </a:lnTo>
                <a:lnTo>
                  <a:pt x="5602" y="8"/>
                </a:lnTo>
                <a:lnTo>
                  <a:pt x="5562" y="8"/>
                </a:lnTo>
                <a:lnTo>
                  <a:pt x="5562" y="0"/>
                </a:lnTo>
                <a:moveTo>
                  <a:pt x="5626" y="0"/>
                </a:moveTo>
                <a:lnTo>
                  <a:pt x="5666" y="0"/>
                </a:lnTo>
                <a:lnTo>
                  <a:pt x="5666" y="8"/>
                </a:lnTo>
                <a:lnTo>
                  <a:pt x="5626" y="8"/>
                </a:lnTo>
                <a:lnTo>
                  <a:pt x="5626" y="0"/>
                </a:lnTo>
                <a:moveTo>
                  <a:pt x="5690" y="0"/>
                </a:moveTo>
                <a:lnTo>
                  <a:pt x="5730" y="0"/>
                </a:lnTo>
                <a:lnTo>
                  <a:pt x="5730" y="8"/>
                </a:lnTo>
                <a:lnTo>
                  <a:pt x="5690" y="8"/>
                </a:lnTo>
                <a:lnTo>
                  <a:pt x="5690" y="0"/>
                </a:lnTo>
                <a:moveTo>
                  <a:pt x="5754" y="0"/>
                </a:moveTo>
                <a:lnTo>
                  <a:pt x="5794" y="0"/>
                </a:lnTo>
                <a:lnTo>
                  <a:pt x="5794" y="8"/>
                </a:lnTo>
                <a:lnTo>
                  <a:pt x="5754" y="8"/>
                </a:lnTo>
                <a:lnTo>
                  <a:pt x="5754" y="0"/>
                </a:lnTo>
                <a:moveTo>
                  <a:pt x="5818" y="0"/>
                </a:moveTo>
                <a:lnTo>
                  <a:pt x="5858" y="0"/>
                </a:lnTo>
                <a:lnTo>
                  <a:pt x="5858" y="8"/>
                </a:lnTo>
                <a:lnTo>
                  <a:pt x="5818" y="8"/>
                </a:lnTo>
                <a:lnTo>
                  <a:pt x="5818" y="0"/>
                </a:lnTo>
                <a:moveTo>
                  <a:pt x="5881" y="0"/>
                </a:moveTo>
                <a:lnTo>
                  <a:pt x="5921" y="0"/>
                </a:lnTo>
                <a:lnTo>
                  <a:pt x="5921" y="8"/>
                </a:lnTo>
                <a:lnTo>
                  <a:pt x="5881" y="8"/>
                </a:lnTo>
                <a:lnTo>
                  <a:pt x="5881" y="0"/>
                </a:lnTo>
                <a:moveTo>
                  <a:pt x="5945" y="0"/>
                </a:moveTo>
                <a:lnTo>
                  <a:pt x="5985" y="0"/>
                </a:lnTo>
                <a:lnTo>
                  <a:pt x="5985" y="8"/>
                </a:lnTo>
                <a:lnTo>
                  <a:pt x="5945" y="8"/>
                </a:lnTo>
                <a:lnTo>
                  <a:pt x="5945" y="0"/>
                </a:lnTo>
                <a:moveTo>
                  <a:pt x="6009" y="0"/>
                </a:moveTo>
                <a:lnTo>
                  <a:pt x="6049" y="0"/>
                </a:lnTo>
                <a:lnTo>
                  <a:pt x="6049" y="8"/>
                </a:lnTo>
                <a:lnTo>
                  <a:pt x="6009" y="8"/>
                </a:lnTo>
                <a:lnTo>
                  <a:pt x="6009" y="0"/>
                </a:lnTo>
                <a:moveTo>
                  <a:pt x="6073" y="0"/>
                </a:moveTo>
                <a:lnTo>
                  <a:pt x="6102" y="0"/>
                </a:lnTo>
                <a:lnTo>
                  <a:pt x="6102" y="20"/>
                </a:lnTo>
                <a:lnTo>
                  <a:pt x="6094" y="20"/>
                </a:lnTo>
                <a:lnTo>
                  <a:pt x="6094" y="4"/>
                </a:lnTo>
                <a:lnTo>
                  <a:pt x="6098" y="4"/>
                </a:lnTo>
                <a:lnTo>
                  <a:pt x="6098" y="8"/>
                </a:lnTo>
                <a:lnTo>
                  <a:pt x="6073" y="8"/>
                </a:lnTo>
                <a:lnTo>
                  <a:pt x="6073" y="0"/>
                </a:lnTo>
                <a:moveTo>
                  <a:pt x="6102" y="44"/>
                </a:moveTo>
                <a:lnTo>
                  <a:pt x="6102" y="84"/>
                </a:lnTo>
                <a:lnTo>
                  <a:pt x="6094" y="84"/>
                </a:lnTo>
                <a:lnTo>
                  <a:pt x="6094" y="44"/>
                </a:lnTo>
                <a:lnTo>
                  <a:pt x="6102" y="44"/>
                </a:lnTo>
                <a:moveTo>
                  <a:pt x="6102" y="109"/>
                </a:moveTo>
                <a:lnTo>
                  <a:pt x="6102" y="148"/>
                </a:lnTo>
                <a:lnTo>
                  <a:pt x="6094" y="148"/>
                </a:lnTo>
                <a:lnTo>
                  <a:pt x="6094" y="109"/>
                </a:lnTo>
                <a:lnTo>
                  <a:pt x="6102" y="109"/>
                </a:lnTo>
                <a:moveTo>
                  <a:pt x="6102" y="172"/>
                </a:moveTo>
                <a:lnTo>
                  <a:pt x="6102" y="212"/>
                </a:lnTo>
                <a:lnTo>
                  <a:pt x="6094" y="212"/>
                </a:lnTo>
                <a:lnTo>
                  <a:pt x="6094" y="172"/>
                </a:lnTo>
                <a:lnTo>
                  <a:pt x="6102" y="172"/>
                </a:lnTo>
                <a:moveTo>
                  <a:pt x="6102" y="236"/>
                </a:moveTo>
                <a:lnTo>
                  <a:pt x="6102" y="276"/>
                </a:lnTo>
                <a:lnTo>
                  <a:pt x="6094" y="276"/>
                </a:lnTo>
                <a:lnTo>
                  <a:pt x="6094" y="236"/>
                </a:lnTo>
                <a:lnTo>
                  <a:pt x="6102" y="236"/>
                </a:lnTo>
                <a:moveTo>
                  <a:pt x="6102" y="300"/>
                </a:moveTo>
                <a:lnTo>
                  <a:pt x="6102" y="340"/>
                </a:lnTo>
                <a:lnTo>
                  <a:pt x="6094" y="340"/>
                </a:lnTo>
                <a:lnTo>
                  <a:pt x="6094" y="300"/>
                </a:lnTo>
                <a:lnTo>
                  <a:pt x="6102" y="300"/>
                </a:lnTo>
                <a:moveTo>
                  <a:pt x="6102" y="363"/>
                </a:moveTo>
                <a:lnTo>
                  <a:pt x="6102" y="391"/>
                </a:lnTo>
                <a:lnTo>
                  <a:pt x="6082" y="391"/>
                </a:lnTo>
                <a:lnTo>
                  <a:pt x="6082" y="383"/>
                </a:lnTo>
                <a:lnTo>
                  <a:pt x="6098" y="383"/>
                </a:lnTo>
                <a:lnTo>
                  <a:pt x="6098" y="387"/>
                </a:lnTo>
                <a:lnTo>
                  <a:pt x="6094" y="387"/>
                </a:lnTo>
                <a:lnTo>
                  <a:pt x="6094" y="363"/>
                </a:lnTo>
                <a:lnTo>
                  <a:pt x="6102" y="363"/>
                </a:lnTo>
                <a:moveTo>
                  <a:pt x="6057" y="391"/>
                </a:moveTo>
                <a:lnTo>
                  <a:pt x="6017" y="391"/>
                </a:lnTo>
                <a:lnTo>
                  <a:pt x="6017" y="383"/>
                </a:lnTo>
                <a:lnTo>
                  <a:pt x="6057" y="383"/>
                </a:lnTo>
                <a:lnTo>
                  <a:pt x="6057" y="391"/>
                </a:lnTo>
                <a:moveTo>
                  <a:pt x="5993" y="391"/>
                </a:moveTo>
                <a:lnTo>
                  <a:pt x="5953" y="391"/>
                </a:lnTo>
                <a:lnTo>
                  <a:pt x="5953" y="383"/>
                </a:lnTo>
                <a:lnTo>
                  <a:pt x="5993" y="383"/>
                </a:lnTo>
                <a:lnTo>
                  <a:pt x="5993" y="391"/>
                </a:lnTo>
                <a:moveTo>
                  <a:pt x="5929" y="391"/>
                </a:moveTo>
                <a:lnTo>
                  <a:pt x="5889" y="391"/>
                </a:lnTo>
                <a:lnTo>
                  <a:pt x="5889" y="383"/>
                </a:lnTo>
                <a:lnTo>
                  <a:pt x="5929" y="383"/>
                </a:lnTo>
                <a:lnTo>
                  <a:pt x="5929" y="391"/>
                </a:lnTo>
                <a:moveTo>
                  <a:pt x="5866" y="391"/>
                </a:moveTo>
                <a:lnTo>
                  <a:pt x="5826" y="391"/>
                </a:lnTo>
                <a:lnTo>
                  <a:pt x="5826" y="383"/>
                </a:lnTo>
                <a:lnTo>
                  <a:pt x="5866" y="383"/>
                </a:lnTo>
                <a:lnTo>
                  <a:pt x="5866" y="391"/>
                </a:lnTo>
                <a:moveTo>
                  <a:pt x="5802" y="391"/>
                </a:moveTo>
                <a:lnTo>
                  <a:pt x="5762" y="391"/>
                </a:lnTo>
                <a:lnTo>
                  <a:pt x="5762" y="383"/>
                </a:lnTo>
                <a:lnTo>
                  <a:pt x="5802" y="383"/>
                </a:lnTo>
                <a:lnTo>
                  <a:pt x="5802" y="391"/>
                </a:lnTo>
                <a:moveTo>
                  <a:pt x="5738" y="391"/>
                </a:moveTo>
                <a:lnTo>
                  <a:pt x="5698" y="391"/>
                </a:lnTo>
                <a:lnTo>
                  <a:pt x="5698" y="383"/>
                </a:lnTo>
                <a:lnTo>
                  <a:pt x="5738" y="383"/>
                </a:lnTo>
                <a:lnTo>
                  <a:pt x="5738" y="391"/>
                </a:lnTo>
                <a:moveTo>
                  <a:pt x="5674" y="391"/>
                </a:moveTo>
                <a:lnTo>
                  <a:pt x="5634" y="391"/>
                </a:lnTo>
                <a:lnTo>
                  <a:pt x="5634" y="383"/>
                </a:lnTo>
                <a:lnTo>
                  <a:pt x="5674" y="383"/>
                </a:lnTo>
                <a:lnTo>
                  <a:pt x="5674" y="391"/>
                </a:lnTo>
                <a:moveTo>
                  <a:pt x="5610" y="391"/>
                </a:moveTo>
                <a:lnTo>
                  <a:pt x="5570" y="391"/>
                </a:lnTo>
                <a:lnTo>
                  <a:pt x="5570" y="383"/>
                </a:lnTo>
                <a:lnTo>
                  <a:pt x="5610" y="383"/>
                </a:lnTo>
                <a:lnTo>
                  <a:pt x="5610" y="391"/>
                </a:lnTo>
                <a:moveTo>
                  <a:pt x="5546" y="391"/>
                </a:moveTo>
                <a:lnTo>
                  <a:pt x="5506" y="391"/>
                </a:lnTo>
                <a:lnTo>
                  <a:pt x="5506" y="383"/>
                </a:lnTo>
                <a:lnTo>
                  <a:pt x="5546" y="383"/>
                </a:lnTo>
                <a:lnTo>
                  <a:pt x="5546" y="391"/>
                </a:lnTo>
                <a:moveTo>
                  <a:pt x="5482" y="391"/>
                </a:moveTo>
                <a:lnTo>
                  <a:pt x="5442" y="391"/>
                </a:lnTo>
                <a:lnTo>
                  <a:pt x="5442" y="383"/>
                </a:lnTo>
                <a:lnTo>
                  <a:pt x="5482" y="383"/>
                </a:lnTo>
                <a:lnTo>
                  <a:pt x="5482" y="391"/>
                </a:lnTo>
                <a:moveTo>
                  <a:pt x="5418" y="391"/>
                </a:moveTo>
                <a:lnTo>
                  <a:pt x="5378" y="391"/>
                </a:lnTo>
                <a:lnTo>
                  <a:pt x="5378" y="383"/>
                </a:lnTo>
                <a:lnTo>
                  <a:pt x="5418" y="383"/>
                </a:lnTo>
                <a:lnTo>
                  <a:pt x="5418" y="391"/>
                </a:lnTo>
                <a:moveTo>
                  <a:pt x="5354" y="391"/>
                </a:moveTo>
                <a:lnTo>
                  <a:pt x="5314" y="391"/>
                </a:lnTo>
                <a:lnTo>
                  <a:pt x="5314" y="383"/>
                </a:lnTo>
                <a:lnTo>
                  <a:pt x="5354" y="383"/>
                </a:lnTo>
                <a:lnTo>
                  <a:pt x="5354" y="391"/>
                </a:lnTo>
                <a:moveTo>
                  <a:pt x="5291" y="391"/>
                </a:moveTo>
                <a:lnTo>
                  <a:pt x="5251" y="391"/>
                </a:lnTo>
                <a:lnTo>
                  <a:pt x="5251" y="383"/>
                </a:lnTo>
                <a:lnTo>
                  <a:pt x="5291" y="383"/>
                </a:lnTo>
                <a:lnTo>
                  <a:pt x="5291" y="391"/>
                </a:lnTo>
                <a:moveTo>
                  <a:pt x="5227" y="391"/>
                </a:moveTo>
                <a:lnTo>
                  <a:pt x="5187" y="391"/>
                </a:lnTo>
                <a:lnTo>
                  <a:pt x="5187" y="383"/>
                </a:lnTo>
                <a:lnTo>
                  <a:pt x="5227" y="383"/>
                </a:lnTo>
                <a:lnTo>
                  <a:pt x="5227" y="391"/>
                </a:lnTo>
                <a:moveTo>
                  <a:pt x="5163" y="391"/>
                </a:moveTo>
                <a:lnTo>
                  <a:pt x="5123" y="391"/>
                </a:lnTo>
                <a:lnTo>
                  <a:pt x="5123" y="383"/>
                </a:lnTo>
                <a:lnTo>
                  <a:pt x="5163" y="383"/>
                </a:lnTo>
                <a:lnTo>
                  <a:pt x="5163" y="391"/>
                </a:lnTo>
                <a:moveTo>
                  <a:pt x="5099" y="391"/>
                </a:moveTo>
                <a:lnTo>
                  <a:pt x="5059" y="391"/>
                </a:lnTo>
                <a:lnTo>
                  <a:pt x="5059" y="383"/>
                </a:lnTo>
                <a:lnTo>
                  <a:pt x="5099" y="383"/>
                </a:lnTo>
                <a:lnTo>
                  <a:pt x="5099" y="391"/>
                </a:lnTo>
                <a:moveTo>
                  <a:pt x="5035" y="391"/>
                </a:moveTo>
                <a:lnTo>
                  <a:pt x="4995" y="391"/>
                </a:lnTo>
                <a:lnTo>
                  <a:pt x="4995" y="383"/>
                </a:lnTo>
                <a:lnTo>
                  <a:pt x="5035" y="383"/>
                </a:lnTo>
                <a:lnTo>
                  <a:pt x="5035" y="391"/>
                </a:lnTo>
                <a:moveTo>
                  <a:pt x="4971" y="391"/>
                </a:moveTo>
                <a:lnTo>
                  <a:pt x="4931" y="391"/>
                </a:lnTo>
                <a:lnTo>
                  <a:pt x="4931" y="383"/>
                </a:lnTo>
                <a:lnTo>
                  <a:pt x="4971" y="383"/>
                </a:lnTo>
                <a:lnTo>
                  <a:pt x="4971" y="391"/>
                </a:lnTo>
                <a:moveTo>
                  <a:pt x="4907" y="391"/>
                </a:moveTo>
                <a:lnTo>
                  <a:pt x="4867" y="391"/>
                </a:lnTo>
                <a:lnTo>
                  <a:pt x="4867" y="383"/>
                </a:lnTo>
                <a:lnTo>
                  <a:pt x="4907" y="383"/>
                </a:lnTo>
                <a:lnTo>
                  <a:pt x="4907" y="391"/>
                </a:lnTo>
                <a:moveTo>
                  <a:pt x="4843" y="391"/>
                </a:moveTo>
                <a:lnTo>
                  <a:pt x="4803" y="391"/>
                </a:lnTo>
                <a:lnTo>
                  <a:pt x="4803" y="383"/>
                </a:lnTo>
                <a:lnTo>
                  <a:pt x="4843" y="383"/>
                </a:lnTo>
                <a:lnTo>
                  <a:pt x="4843" y="391"/>
                </a:lnTo>
                <a:moveTo>
                  <a:pt x="4779" y="391"/>
                </a:moveTo>
                <a:lnTo>
                  <a:pt x="4739" y="391"/>
                </a:lnTo>
                <a:lnTo>
                  <a:pt x="4739" y="383"/>
                </a:lnTo>
                <a:lnTo>
                  <a:pt x="4779" y="383"/>
                </a:lnTo>
                <a:lnTo>
                  <a:pt x="4779" y="391"/>
                </a:lnTo>
                <a:moveTo>
                  <a:pt x="4715" y="391"/>
                </a:moveTo>
                <a:lnTo>
                  <a:pt x="4676" y="391"/>
                </a:lnTo>
                <a:lnTo>
                  <a:pt x="4676" y="383"/>
                </a:lnTo>
                <a:lnTo>
                  <a:pt x="4715" y="383"/>
                </a:lnTo>
                <a:lnTo>
                  <a:pt x="4715" y="391"/>
                </a:lnTo>
                <a:moveTo>
                  <a:pt x="4652" y="391"/>
                </a:moveTo>
                <a:lnTo>
                  <a:pt x="4612" y="391"/>
                </a:lnTo>
                <a:lnTo>
                  <a:pt x="4612" y="383"/>
                </a:lnTo>
                <a:lnTo>
                  <a:pt x="4652" y="383"/>
                </a:lnTo>
                <a:lnTo>
                  <a:pt x="4652" y="391"/>
                </a:lnTo>
                <a:moveTo>
                  <a:pt x="4588" y="391"/>
                </a:moveTo>
                <a:lnTo>
                  <a:pt x="4548" y="391"/>
                </a:lnTo>
                <a:lnTo>
                  <a:pt x="4548" y="383"/>
                </a:lnTo>
                <a:lnTo>
                  <a:pt x="4588" y="383"/>
                </a:lnTo>
                <a:lnTo>
                  <a:pt x="4588" y="391"/>
                </a:lnTo>
                <a:moveTo>
                  <a:pt x="4524" y="391"/>
                </a:moveTo>
                <a:lnTo>
                  <a:pt x="4484" y="391"/>
                </a:lnTo>
                <a:lnTo>
                  <a:pt x="4484" y="383"/>
                </a:lnTo>
                <a:lnTo>
                  <a:pt x="4524" y="383"/>
                </a:lnTo>
                <a:lnTo>
                  <a:pt x="4524" y="391"/>
                </a:lnTo>
                <a:moveTo>
                  <a:pt x="4460" y="391"/>
                </a:moveTo>
                <a:lnTo>
                  <a:pt x="4420" y="391"/>
                </a:lnTo>
                <a:lnTo>
                  <a:pt x="4420" y="383"/>
                </a:lnTo>
                <a:lnTo>
                  <a:pt x="4460" y="383"/>
                </a:lnTo>
                <a:lnTo>
                  <a:pt x="4460" y="391"/>
                </a:lnTo>
                <a:moveTo>
                  <a:pt x="4396" y="391"/>
                </a:moveTo>
                <a:lnTo>
                  <a:pt x="4356" y="391"/>
                </a:lnTo>
                <a:lnTo>
                  <a:pt x="4356" y="383"/>
                </a:lnTo>
                <a:lnTo>
                  <a:pt x="4396" y="383"/>
                </a:lnTo>
                <a:lnTo>
                  <a:pt x="4396" y="391"/>
                </a:lnTo>
                <a:moveTo>
                  <a:pt x="4332" y="391"/>
                </a:moveTo>
                <a:lnTo>
                  <a:pt x="4292" y="391"/>
                </a:lnTo>
                <a:lnTo>
                  <a:pt x="4292" y="383"/>
                </a:lnTo>
                <a:lnTo>
                  <a:pt x="4332" y="383"/>
                </a:lnTo>
                <a:lnTo>
                  <a:pt x="4332" y="391"/>
                </a:lnTo>
                <a:moveTo>
                  <a:pt x="4268" y="391"/>
                </a:moveTo>
                <a:lnTo>
                  <a:pt x="4228" y="391"/>
                </a:lnTo>
                <a:lnTo>
                  <a:pt x="4228" y="383"/>
                </a:lnTo>
                <a:lnTo>
                  <a:pt x="4268" y="383"/>
                </a:lnTo>
                <a:lnTo>
                  <a:pt x="4268" y="391"/>
                </a:lnTo>
                <a:moveTo>
                  <a:pt x="4204" y="391"/>
                </a:moveTo>
                <a:lnTo>
                  <a:pt x="4164" y="391"/>
                </a:lnTo>
                <a:lnTo>
                  <a:pt x="4164" y="383"/>
                </a:lnTo>
                <a:lnTo>
                  <a:pt x="4204" y="383"/>
                </a:lnTo>
                <a:lnTo>
                  <a:pt x="4204" y="391"/>
                </a:lnTo>
                <a:moveTo>
                  <a:pt x="4140" y="391"/>
                </a:moveTo>
                <a:lnTo>
                  <a:pt x="4101" y="391"/>
                </a:lnTo>
                <a:lnTo>
                  <a:pt x="4101" y="383"/>
                </a:lnTo>
                <a:lnTo>
                  <a:pt x="4140" y="383"/>
                </a:lnTo>
                <a:lnTo>
                  <a:pt x="4140" y="391"/>
                </a:lnTo>
                <a:moveTo>
                  <a:pt x="4077" y="391"/>
                </a:moveTo>
                <a:lnTo>
                  <a:pt x="4037" y="391"/>
                </a:lnTo>
                <a:lnTo>
                  <a:pt x="4037" y="383"/>
                </a:lnTo>
                <a:lnTo>
                  <a:pt x="4077" y="383"/>
                </a:lnTo>
                <a:lnTo>
                  <a:pt x="4077" y="391"/>
                </a:lnTo>
                <a:moveTo>
                  <a:pt x="4013" y="391"/>
                </a:moveTo>
                <a:lnTo>
                  <a:pt x="3973" y="391"/>
                </a:lnTo>
                <a:lnTo>
                  <a:pt x="3973" y="383"/>
                </a:lnTo>
                <a:lnTo>
                  <a:pt x="4013" y="383"/>
                </a:lnTo>
                <a:lnTo>
                  <a:pt x="4013" y="391"/>
                </a:lnTo>
                <a:moveTo>
                  <a:pt x="3949" y="391"/>
                </a:moveTo>
                <a:lnTo>
                  <a:pt x="3909" y="391"/>
                </a:lnTo>
                <a:lnTo>
                  <a:pt x="3909" y="383"/>
                </a:lnTo>
                <a:lnTo>
                  <a:pt x="3949" y="383"/>
                </a:lnTo>
                <a:lnTo>
                  <a:pt x="3949" y="391"/>
                </a:lnTo>
                <a:moveTo>
                  <a:pt x="3885" y="391"/>
                </a:moveTo>
                <a:lnTo>
                  <a:pt x="3845" y="391"/>
                </a:lnTo>
                <a:lnTo>
                  <a:pt x="3845" y="383"/>
                </a:lnTo>
                <a:lnTo>
                  <a:pt x="3885" y="383"/>
                </a:lnTo>
                <a:lnTo>
                  <a:pt x="3885" y="391"/>
                </a:lnTo>
                <a:moveTo>
                  <a:pt x="3821" y="391"/>
                </a:moveTo>
                <a:lnTo>
                  <a:pt x="3781" y="391"/>
                </a:lnTo>
                <a:lnTo>
                  <a:pt x="3781" y="383"/>
                </a:lnTo>
                <a:lnTo>
                  <a:pt x="3821" y="383"/>
                </a:lnTo>
                <a:lnTo>
                  <a:pt x="3821" y="391"/>
                </a:lnTo>
                <a:moveTo>
                  <a:pt x="3757" y="391"/>
                </a:moveTo>
                <a:lnTo>
                  <a:pt x="3717" y="391"/>
                </a:lnTo>
                <a:lnTo>
                  <a:pt x="3717" y="383"/>
                </a:lnTo>
                <a:lnTo>
                  <a:pt x="3757" y="383"/>
                </a:lnTo>
                <a:lnTo>
                  <a:pt x="3757" y="391"/>
                </a:lnTo>
                <a:moveTo>
                  <a:pt x="3693" y="391"/>
                </a:moveTo>
                <a:lnTo>
                  <a:pt x="3653" y="391"/>
                </a:lnTo>
                <a:lnTo>
                  <a:pt x="3653" y="383"/>
                </a:lnTo>
                <a:lnTo>
                  <a:pt x="3693" y="383"/>
                </a:lnTo>
                <a:lnTo>
                  <a:pt x="3693" y="391"/>
                </a:lnTo>
                <a:moveTo>
                  <a:pt x="3629" y="391"/>
                </a:moveTo>
                <a:lnTo>
                  <a:pt x="3589" y="391"/>
                </a:lnTo>
                <a:lnTo>
                  <a:pt x="3589" y="383"/>
                </a:lnTo>
                <a:lnTo>
                  <a:pt x="3629" y="383"/>
                </a:lnTo>
                <a:lnTo>
                  <a:pt x="3629" y="391"/>
                </a:lnTo>
                <a:moveTo>
                  <a:pt x="3565" y="391"/>
                </a:moveTo>
                <a:lnTo>
                  <a:pt x="3526" y="391"/>
                </a:lnTo>
                <a:lnTo>
                  <a:pt x="3526" y="383"/>
                </a:lnTo>
                <a:lnTo>
                  <a:pt x="3565" y="383"/>
                </a:lnTo>
                <a:lnTo>
                  <a:pt x="3565" y="391"/>
                </a:lnTo>
                <a:moveTo>
                  <a:pt x="3502" y="391"/>
                </a:moveTo>
                <a:lnTo>
                  <a:pt x="3462" y="391"/>
                </a:lnTo>
                <a:lnTo>
                  <a:pt x="3462" y="383"/>
                </a:lnTo>
                <a:lnTo>
                  <a:pt x="3502" y="383"/>
                </a:lnTo>
                <a:lnTo>
                  <a:pt x="3502" y="391"/>
                </a:lnTo>
                <a:moveTo>
                  <a:pt x="3438" y="391"/>
                </a:moveTo>
                <a:lnTo>
                  <a:pt x="3398" y="391"/>
                </a:lnTo>
                <a:lnTo>
                  <a:pt x="3398" y="383"/>
                </a:lnTo>
                <a:lnTo>
                  <a:pt x="3438" y="383"/>
                </a:lnTo>
                <a:lnTo>
                  <a:pt x="3438" y="391"/>
                </a:lnTo>
                <a:moveTo>
                  <a:pt x="3374" y="391"/>
                </a:moveTo>
                <a:lnTo>
                  <a:pt x="3334" y="391"/>
                </a:lnTo>
                <a:lnTo>
                  <a:pt x="3334" y="383"/>
                </a:lnTo>
                <a:lnTo>
                  <a:pt x="3374" y="383"/>
                </a:lnTo>
                <a:lnTo>
                  <a:pt x="3374" y="391"/>
                </a:lnTo>
                <a:moveTo>
                  <a:pt x="3310" y="391"/>
                </a:moveTo>
                <a:lnTo>
                  <a:pt x="3270" y="391"/>
                </a:lnTo>
                <a:lnTo>
                  <a:pt x="3270" y="383"/>
                </a:lnTo>
                <a:lnTo>
                  <a:pt x="3310" y="383"/>
                </a:lnTo>
                <a:lnTo>
                  <a:pt x="3310" y="391"/>
                </a:lnTo>
                <a:moveTo>
                  <a:pt x="3246" y="391"/>
                </a:moveTo>
                <a:lnTo>
                  <a:pt x="3206" y="391"/>
                </a:lnTo>
                <a:lnTo>
                  <a:pt x="3206" y="383"/>
                </a:lnTo>
                <a:lnTo>
                  <a:pt x="3246" y="383"/>
                </a:lnTo>
                <a:lnTo>
                  <a:pt x="3246" y="391"/>
                </a:lnTo>
                <a:moveTo>
                  <a:pt x="3182" y="391"/>
                </a:moveTo>
                <a:lnTo>
                  <a:pt x="3142" y="391"/>
                </a:lnTo>
                <a:lnTo>
                  <a:pt x="3142" y="383"/>
                </a:lnTo>
                <a:lnTo>
                  <a:pt x="3182" y="383"/>
                </a:lnTo>
                <a:lnTo>
                  <a:pt x="3182" y="391"/>
                </a:lnTo>
                <a:moveTo>
                  <a:pt x="3118" y="391"/>
                </a:moveTo>
                <a:lnTo>
                  <a:pt x="3078" y="391"/>
                </a:lnTo>
                <a:lnTo>
                  <a:pt x="3078" y="383"/>
                </a:lnTo>
                <a:lnTo>
                  <a:pt x="3118" y="383"/>
                </a:lnTo>
                <a:lnTo>
                  <a:pt x="3118" y="391"/>
                </a:lnTo>
                <a:moveTo>
                  <a:pt x="3054" y="391"/>
                </a:moveTo>
                <a:lnTo>
                  <a:pt x="3014" y="391"/>
                </a:lnTo>
                <a:lnTo>
                  <a:pt x="3014" y="383"/>
                </a:lnTo>
                <a:lnTo>
                  <a:pt x="3054" y="383"/>
                </a:lnTo>
                <a:lnTo>
                  <a:pt x="3054" y="391"/>
                </a:lnTo>
                <a:moveTo>
                  <a:pt x="2990" y="391"/>
                </a:moveTo>
                <a:lnTo>
                  <a:pt x="2951" y="391"/>
                </a:lnTo>
                <a:lnTo>
                  <a:pt x="2951" y="383"/>
                </a:lnTo>
                <a:lnTo>
                  <a:pt x="2990" y="383"/>
                </a:lnTo>
                <a:lnTo>
                  <a:pt x="2990" y="391"/>
                </a:lnTo>
                <a:moveTo>
                  <a:pt x="2927" y="391"/>
                </a:moveTo>
                <a:lnTo>
                  <a:pt x="2887" y="391"/>
                </a:lnTo>
                <a:lnTo>
                  <a:pt x="2887" y="383"/>
                </a:lnTo>
                <a:lnTo>
                  <a:pt x="2927" y="383"/>
                </a:lnTo>
                <a:lnTo>
                  <a:pt x="2927" y="391"/>
                </a:lnTo>
                <a:moveTo>
                  <a:pt x="2863" y="391"/>
                </a:moveTo>
                <a:lnTo>
                  <a:pt x="2823" y="391"/>
                </a:lnTo>
                <a:lnTo>
                  <a:pt x="2823" y="383"/>
                </a:lnTo>
                <a:lnTo>
                  <a:pt x="2863" y="383"/>
                </a:lnTo>
                <a:lnTo>
                  <a:pt x="2863" y="391"/>
                </a:lnTo>
                <a:moveTo>
                  <a:pt x="2799" y="391"/>
                </a:moveTo>
                <a:lnTo>
                  <a:pt x="2759" y="391"/>
                </a:lnTo>
                <a:lnTo>
                  <a:pt x="2759" y="383"/>
                </a:lnTo>
                <a:lnTo>
                  <a:pt x="2799" y="383"/>
                </a:lnTo>
                <a:lnTo>
                  <a:pt x="2799" y="391"/>
                </a:lnTo>
                <a:moveTo>
                  <a:pt x="2735" y="391"/>
                </a:moveTo>
                <a:lnTo>
                  <a:pt x="2695" y="391"/>
                </a:lnTo>
                <a:lnTo>
                  <a:pt x="2695" y="383"/>
                </a:lnTo>
                <a:lnTo>
                  <a:pt x="2735" y="383"/>
                </a:lnTo>
                <a:lnTo>
                  <a:pt x="2735" y="391"/>
                </a:lnTo>
                <a:moveTo>
                  <a:pt x="2671" y="391"/>
                </a:moveTo>
                <a:lnTo>
                  <a:pt x="2631" y="391"/>
                </a:lnTo>
                <a:lnTo>
                  <a:pt x="2631" y="383"/>
                </a:lnTo>
                <a:lnTo>
                  <a:pt x="2671" y="383"/>
                </a:lnTo>
                <a:lnTo>
                  <a:pt x="2671" y="391"/>
                </a:lnTo>
                <a:moveTo>
                  <a:pt x="2607" y="391"/>
                </a:moveTo>
                <a:lnTo>
                  <a:pt x="2567" y="391"/>
                </a:lnTo>
                <a:lnTo>
                  <a:pt x="2567" y="383"/>
                </a:lnTo>
                <a:lnTo>
                  <a:pt x="2607" y="383"/>
                </a:lnTo>
                <a:lnTo>
                  <a:pt x="2607" y="391"/>
                </a:lnTo>
                <a:moveTo>
                  <a:pt x="2543" y="391"/>
                </a:moveTo>
                <a:lnTo>
                  <a:pt x="2503" y="391"/>
                </a:lnTo>
                <a:lnTo>
                  <a:pt x="2503" y="383"/>
                </a:lnTo>
                <a:lnTo>
                  <a:pt x="2543" y="383"/>
                </a:lnTo>
                <a:lnTo>
                  <a:pt x="2543" y="391"/>
                </a:lnTo>
                <a:moveTo>
                  <a:pt x="2479" y="391"/>
                </a:moveTo>
                <a:lnTo>
                  <a:pt x="2439" y="391"/>
                </a:lnTo>
                <a:lnTo>
                  <a:pt x="2439" y="383"/>
                </a:lnTo>
                <a:lnTo>
                  <a:pt x="2479" y="383"/>
                </a:lnTo>
                <a:lnTo>
                  <a:pt x="2479" y="391"/>
                </a:lnTo>
                <a:moveTo>
                  <a:pt x="2415" y="391"/>
                </a:moveTo>
                <a:lnTo>
                  <a:pt x="2375" y="391"/>
                </a:lnTo>
                <a:lnTo>
                  <a:pt x="2375" y="383"/>
                </a:lnTo>
                <a:lnTo>
                  <a:pt x="2415" y="383"/>
                </a:lnTo>
                <a:lnTo>
                  <a:pt x="2415" y="391"/>
                </a:lnTo>
                <a:moveTo>
                  <a:pt x="2352" y="391"/>
                </a:moveTo>
                <a:lnTo>
                  <a:pt x="2312" y="391"/>
                </a:lnTo>
                <a:lnTo>
                  <a:pt x="2312" y="383"/>
                </a:lnTo>
                <a:lnTo>
                  <a:pt x="2352" y="383"/>
                </a:lnTo>
                <a:lnTo>
                  <a:pt x="2352" y="391"/>
                </a:lnTo>
                <a:moveTo>
                  <a:pt x="2288" y="391"/>
                </a:moveTo>
                <a:lnTo>
                  <a:pt x="2248" y="391"/>
                </a:lnTo>
                <a:lnTo>
                  <a:pt x="2248" y="383"/>
                </a:lnTo>
                <a:lnTo>
                  <a:pt x="2288" y="383"/>
                </a:lnTo>
                <a:lnTo>
                  <a:pt x="2288" y="391"/>
                </a:lnTo>
                <a:moveTo>
                  <a:pt x="2224" y="391"/>
                </a:moveTo>
                <a:lnTo>
                  <a:pt x="2184" y="391"/>
                </a:lnTo>
                <a:lnTo>
                  <a:pt x="2184" y="383"/>
                </a:lnTo>
                <a:lnTo>
                  <a:pt x="2224" y="383"/>
                </a:lnTo>
                <a:lnTo>
                  <a:pt x="2224" y="391"/>
                </a:lnTo>
                <a:moveTo>
                  <a:pt x="2160" y="391"/>
                </a:moveTo>
                <a:lnTo>
                  <a:pt x="2120" y="391"/>
                </a:lnTo>
                <a:lnTo>
                  <a:pt x="2120" y="383"/>
                </a:lnTo>
                <a:lnTo>
                  <a:pt x="2160" y="383"/>
                </a:lnTo>
                <a:lnTo>
                  <a:pt x="2160" y="391"/>
                </a:lnTo>
                <a:moveTo>
                  <a:pt x="2096" y="391"/>
                </a:moveTo>
                <a:lnTo>
                  <a:pt x="2056" y="391"/>
                </a:lnTo>
                <a:lnTo>
                  <a:pt x="2056" y="383"/>
                </a:lnTo>
                <a:lnTo>
                  <a:pt x="2096" y="383"/>
                </a:lnTo>
                <a:lnTo>
                  <a:pt x="2096" y="391"/>
                </a:lnTo>
                <a:moveTo>
                  <a:pt x="2032" y="391"/>
                </a:moveTo>
                <a:lnTo>
                  <a:pt x="1992" y="391"/>
                </a:lnTo>
                <a:lnTo>
                  <a:pt x="1992" y="383"/>
                </a:lnTo>
                <a:lnTo>
                  <a:pt x="2032" y="383"/>
                </a:lnTo>
                <a:lnTo>
                  <a:pt x="2032" y="391"/>
                </a:lnTo>
                <a:moveTo>
                  <a:pt x="1968" y="391"/>
                </a:moveTo>
                <a:lnTo>
                  <a:pt x="1928" y="391"/>
                </a:lnTo>
                <a:lnTo>
                  <a:pt x="1928" y="383"/>
                </a:lnTo>
                <a:lnTo>
                  <a:pt x="1968" y="383"/>
                </a:lnTo>
                <a:lnTo>
                  <a:pt x="1968" y="391"/>
                </a:lnTo>
                <a:moveTo>
                  <a:pt x="1904" y="391"/>
                </a:moveTo>
                <a:lnTo>
                  <a:pt x="1864" y="391"/>
                </a:lnTo>
                <a:lnTo>
                  <a:pt x="1864" y="383"/>
                </a:lnTo>
                <a:lnTo>
                  <a:pt x="1904" y="383"/>
                </a:lnTo>
                <a:lnTo>
                  <a:pt x="1904" y="391"/>
                </a:lnTo>
                <a:moveTo>
                  <a:pt x="1840" y="391"/>
                </a:moveTo>
                <a:lnTo>
                  <a:pt x="1800" y="391"/>
                </a:lnTo>
                <a:lnTo>
                  <a:pt x="1800" y="383"/>
                </a:lnTo>
                <a:lnTo>
                  <a:pt x="1840" y="383"/>
                </a:lnTo>
                <a:lnTo>
                  <a:pt x="1840" y="391"/>
                </a:lnTo>
                <a:moveTo>
                  <a:pt x="1777" y="391"/>
                </a:moveTo>
                <a:lnTo>
                  <a:pt x="1737" y="391"/>
                </a:lnTo>
                <a:lnTo>
                  <a:pt x="1737" y="383"/>
                </a:lnTo>
                <a:lnTo>
                  <a:pt x="1777" y="383"/>
                </a:lnTo>
                <a:lnTo>
                  <a:pt x="1777" y="391"/>
                </a:lnTo>
                <a:moveTo>
                  <a:pt x="1713" y="391"/>
                </a:moveTo>
                <a:lnTo>
                  <a:pt x="1673" y="391"/>
                </a:lnTo>
                <a:lnTo>
                  <a:pt x="1673" y="383"/>
                </a:lnTo>
                <a:lnTo>
                  <a:pt x="1713" y="383"/>
                </a:lnTo>
                <a:lnTo>
                  <a:pt x="1713" y="391"/>
                </a:lnTo>
                <a:moveTo>
                  <a:pt x="1649" y="391"/>
                </a:moveTo>
                <a:lnTo>
                  <a:pt x="1609" y="391"/>
                </a:lnTo>
                <a:lnTo>
                  <a:pt x="1609" y="383"/>
                </a:lnTo>
                <a:lnTo>
                  <a:pt x="1649" y="383"/>
                </a:lnTo>
                <a:lnTo>
                  <a:pt x="1649" y="391"/>
                </a:lnTo>
                <a:moveTo>
                  <a:pt x="1585" y="391"/>
                </a:moveTo>
                <a:lnTo>
                  <a:pt x="1545" y="391"/>
                </a:lnTo>
                <a:lnTo>
                  <a:pt x="1545" y="383"/>
                </a:lnTo>
                <a:lnTo>
                  <a:pt x="1585" y="383"/>
                </a:lnTo>
                <a:lnTo>
                  <a:pt x="1585" y="391"/>
                </a:lnTo>
                <a:moveTo>
                  <a:pt x="1521" y="391"/>
                </a:moveTo>
                <a:lnTo>
                  <a:pt x="1481" y="391"/>
                </a:lnTo>
                <a:lnTo>
                  <a:pt x="1481" y="383"/>
                </a:lnTo>
                <a:lnTo>
                  <a:pt x="1521" y="383"/>
                </a:lnTo>
                <a:lnTo>
                  <a:pt x="1521" y="391"/>
                </a:lnTo>
                <a:moveTo>
                  <a:pt x="1457" y="391"/>
                </a:moveTo>
                <a:lnTo>
                  <a:pt x="1417" y="391"/>
                </a:lnTo>
                <a:lnTo>
                  <a:pt x="1417" y="383"/>
                </a:lnTo>
                <a:lnTo>
                  <a:pt x="1457" y="383"/>
                </a:lnTo>
                <a:lnTo>
                  <a:pt x="1457" y="391"/>
                </a:lnTo>
                <a:moveTo>
                  <a:pt x="1393" y="391"/>
                </a:moveTo>
                <a:lnTo>
                  <a:pt x="1353" y="391"/>
                </a:lnTo>
                <a:lnTo>
                  <a:pt x="1353" y="383"/>
                </a:lnTo>
                <a:lnTo>
                  <a:pt x="1393" y="383"/>
                </a:lnTo>
                <a:lnTo>
                  <a:pt x="1393" y="391"/>
                </a:lnTo>
                <a:moveTo>
                  <a:pt x="1329" y="391"/>
                </a:moveTo>
                <a:lnTo>
                  <a:pt x="1289" y="391"/>
                </a:lnTo>
                <a:lnTo>
                  <a:pt x="1289" y="383"/>
                </a:lnTo>
                <a:lnTo>
                  <a:pt x="1329" y="383"/>
                </a:lnTo>
                <a:lnTo>
                  <a:pt x="1329" y="391"/>
                </a:lnTo>
                <a:moveTo>
                  <a:pt x="1265" y="391"/>
                </a:moveTo>
                <a:lnTo>
                  <a:pt x="1225" y="391"/>
                </a:lnTo>
                <a:lnTo>
                  <a:pt x="1225" y="383"/>
                </a:lnTo>
                <a:lnTo>
                  <a:pt x="1265" y="383"/>
                </a:lnTo>
                <a:lnTo>
                  <a:pt x="1265" y="391"/>
                </a:lnTo>
                <a:moveTo>
                  <a:pt x="1202" y="391"/>
                </a:moveTo>
                <a:lnTo>
                  <a:pt x="1162" y="391"/>
                </a:lnTo>
                <a:lnTo>
                  <a:pt x="1162" y="383"/>
                </a:lnTo>
                <a:lnTo>
                  <a:pt x="1202" y="383"/>
                </a:lnTo>
                <a:lnTo>
                  <a:pt x="1202" y="391"/>
                </a:lnTo>
                <a:moveTo>
                  <a:pt x="1138" y="391"/>
                </a:moveTo>
                <a:lnTo>
                  <a:pt x="1098" y="391"/>
                </a:lnTo>
                <a:lnTo>
                  <a:pt x="1098" y="383"/>
                </a:lnTo>
                <a:lnTo>
                  <a:pt x="1138" y="383"/>
                </a:lnTo>
                <a:lnTo>
                  <a:pt x="1138" y="391"/>
                </a:lnTo>
                <a:moveTo>
                  <a:pt x="1074" y="391"/>
                </a:moveTo>
                <a:lnTo>
                  <a:pt x="1034" y="391"/>
                </a:lnTo>
                <a:lnTo>
                  <a:pt x="1034" y="383"/>
                </a:lnTo>
                <a:lnTo>
                  <a:pt x="1074" y="383"/>
                </a:lnTo>
                <a:lnTo>
                  <a:pt x="1074" y="391"/>
                </a:lnTo>
                <a:moveTo>
                  <a:pt x="1010" y="391"/>
                </a:moveTo>
                <a:lnTo>
                  <a:pt x="970" y="391"/>
                </a:lnTo>
                <a:lnTo>
                  <a:pt x="970" y="383"/>
                </a:lnTo>
                <a:lnTo>
                  <a:pt x="1010" y="383"/>
                </a:lnTo>
                <a:lnTo>
                  <a:pt x="1010" y="391"/>
                </a:lnTo>
                <a:moveTo>
                  <a:pt x="946" y="391"/>
                </a:moveTo>
                <a:lnTo>
                  <a:pt x="906" y="391"/>
                </a:lnTo>
                <a:lnTo>
                  <a:pt x="906" y="383"/>
                </a:lnTo>
                <a:lnTo>
                  <a:pt x="946" y="383"/>
                </a:lnTo>
                <a:lnTo>
                  <a:pt x="946" y="391"/>
                </a:lnTo>
                <a:moveTo>
                  <a:pt x="882" y="391"/>
                </a:moveTo>
                <a:lnTo>
                  <a:pt x="842" y="391"/>
                </a:lnTo>
                <a:lnTo>
                  <a:pt x="842" y="383"/>
                </a:lnTo>
                <a:lnTo>
                  <a:pt x="882" y="383"/>
                </a:lnTo>
                <a:lnTo>
                  <a:pt x="882" y="391"/>
                </a:lnTo>
                <a:moveTo>
                  <a:pt x="818" y="391"/>
                </a:moveTo>
                <a:lnTo>
                  <a:pt x="778" y="391"/>
                </a:lnTo>
                <a:lnTo>
                  <a:pt x="778" y="383"/>
                </a:lnTo>
                <a:lnTo>
                  <a:pt x="818" y="383"/>
                </a:lnTo>
                <a:lnTo>
                  <a:pt x="818" y="391"/>
                </a:lnTo>
                <a:moveTo>
                  <a:pt x="754" y="391"/>
                </a:moveTo>
                <a:lnTo>
                  <a:pt x="714" y="391"/>
                </a:lnTo>
                <a:lnTo>
                  <a:pt x="714" y="383"/>
                </a:lnTo>
                <a:lnTo>
                  <a:pt x="754" y="383"/>
                </a:lnTo>
                <a:lnTo>
                  <a:pt x="754" y="391"/>
                </a:lnTo>
                <a:moveTo>
                  <a:pt x="690" y="391"/>
                </a:moveTo>
                <a:lnTo>
                  <a:pt x="650" y="391"/>
                </a:lnTo>
                <a:lnTo>
                  <a:pt x="650" y="383"/>
                </a:lnTo>
                <a:lnTo>
                  <a:pt x="690" y="383"/>
                </a:lnTo>
                <a:lnTo>
                  <a:pt x="690" y="391"/>
                </a:lnTo>
                <a:moveTo>
                  <a:pt x="626" y="391"/>
                </a:moveTo>
                <a:lnTo>
                  <a:pt x="587" y="391"/>
                </a:lnTo>
                <a:lnTo>
                  <a:pt x="587" y="383"/>
                </a:lnTo>
                <a:lnTo>
                  <a:pt x="626" y="383"/>
                </a:lnTo>
                <a:lnTo>
                  <a:pt x="626" y="391"/>
                </a:lnTo>
                <a:moveTo>
                  <a:pt x="563" y="391"/>
                </a:moveTo>
                <a:lnTo>
                  <a:pt x="523" y="391"/>
                </a:lnTo>
                <a:lnTo>
                  <a:pt x="523" y="383"/>
                </a:lnTo>
                <a:lnTo>
                  <a:pt x="563" y="383"/>
                </a:lnTo>
                <a:lnTo>
                  <a:pt x="563" y="391"/>
                </a:lnTo>
                <a:moveTo>
                  <a:pt x="499" y="391"/>
                </a:moveTo>
                <a:lnTo>
                  <a:pt x="459" y="391"/>
                </a:lnTo>
                <a:lnTo>
                  <a:pt x="459" y="383"/>
                </a:lnTo>
                <a:lnTo>
                  <a:pt x="499" y="383"/>
                </a:lnTo>
                <a:lnTo>
                  <a:pt x="499" y="391"/>
                </a:lnTo>
                <a:moveTo>
                  <a:pt x="435" y="391"/>
                </a:moveTo>
                <a:lnTo>
                  <a:pt x="395" y="391"/>
                </a:lnTo>
                <a:lnTo>
                  <a:pt x="395" y="383"/>
                </a:lnTo>
                <a:lnTo>
                  <a:pt x="435" y="383"/>
                </a:lnTo>
                <a:lnTo>
                  <a:pt x="435" y="391"/>
                </a:lnTo>
                <a:moveTo>
                  <a:pt x="371" y="391"/>
                </a:moveTo>
                <a:lnTo>
                  <a:pt x="331" y="391"/>
                </a:lnTo>
                <a:lnTo>
                  <a:pt x="331" y="383"/>
                </a:lnTo>
                <a:lnTo>
                  <a:pt x="371" y="383"/>
                </a:lnTo>
                <a:lnTo>
                  <a:pt x="371" y="391"/>
                </a:lnTo>
                <a:moveTo>
                  <a:pt x="307" y="391"/>
                </a:moveTo>
                <a:lnTo>
                  <a:pt x="267" y="391"/>
                </a:lnTo>
                <a:lnTo>
                  <a:pt x="267" y="383"/>
                </a:lnTo>
                <a:lnTo>
                  <a:pt x="307" y="383"/>
                </a:lnTo>
                <a:lnTo>
                  <a:pt x="307" y="391"/>
                </a:lnTo>
                <a:moveTo>
                  <a:pt x="243" y="391"/>
                </a:moveTo>
                <a:lnTo>
                  <a:pt x="203" y="391"/>
                </a:lnTo>
                <a:lnTo>
                  <a:pt x="203" y="383"/>
                </a:lnTo>
                <a:lnTo>
                  <a:pt x="243" y="383"/>
                </a:lnTo>
                <a:lnTo>
                  <a:pt x="243" y="391"/>
                </a:lnTo>
                <a:moveTo>
                  <a:pt x="179" y="391"/>
                </a:moveTo>
                <a:lnTo>
                  <a:pt x="139" y="391"/>
                </a:lnTo>
                <a:lnTo>
                  <a:pt x="139" y="383"/>
                </a:lnTo>
                <a:lnTo>
                  <a:pt x="179" y="383"/>
                </a:lnTo>
                <a:lnTo>
                  <a:pt x="179" y="391"/>
                </a:lnTo>
                <a:moveTo>
                  <a:pt x="115" y="391"/>
                </a:moveTo>
                <a:lnTo>
                  <a:pt x="75" y="391"/>
                </a:lnTo>
                <a:lnTo>
                  <a:pt x="75" y="383"/>
                </a:lnTo>
                <a:lnTo>
                  <a:pt x="115" y="383"/>
                </a:lnTo>
                <a:lnTo>
                  <a:pt x="115" y="391"/>
                </a:lnTo>
                <a:moveTo>
                  <a:pt x="51" y="391"/>
                </a:moveTo>
                <a:lnTo>
                  <a:pt x="12" y="391"/>
                </a:lnTo>
                <a:lnTo>
                  <a:pt x="12" y="383"/>
                </a:lnTo>
                <a:lnTo>
                  <a:pt x="51" y="383"/>
                </a:lnTo>
                <a:lnTo>
                  <a:pt x="51" y="391"/>
                </a:lnTo>
                <a:moveTo>
                  <a:pt x="0" y="371"/>
                </a:moveTo>
                <a:lnTo>
                  <a:pt x="0" y="332"/>
                </a:lnTo>
                <a:lnTo>
                  <a:pt x="8" y="332"/>
                </a:lnTo>
                <a:lnTo>
                  <a:pt x="8" y="371"/>
                </a:lnTo>
                <a:lnTo>
                  <a:pt x="0" y="371"/>
                </a:lnTo>
                <a:moveTo>
                  <a:pt x="0" y="308"/>
                </a:moveTo>
                <a:lnTo>
                  <a:pt x="0" y="268"/>
                </a:lnTo>
                <a:lnTo>
                  <a:pt x="8" y="268"/>
                </a:lnTo>
                <a:lnTo>
                  <a:pt x="8" y="308"/>
                </a:lnTo>
                <a:lnTo>
                  <a:pt x="0" y="308"/>
                </a:lnTo>
                <a:moveTo>
                  <a:pt x="0" y="244"/>
                </a:moveTo>
                <a:lnTo>
                  <a:pt x="0" y="204"/>
                </a:lnTo>
                <a:lnTo>
                  <a:pt x="8" y="204"/>
                </a:lnTo>
                <a:lnTo>
                  <a:pt x="8" y="244"/>
                </a:lnTo>
                <a:lnTo>
                  <a:pt x="0" y="244"/>
                </a:lnTo>
                <a:moveTo>
                  <a:pt x="0" y="180"/>
                </a:moveTo>
                <a:lnTo>
                  <a:pt x="0" y="140"/>
                </a:lnTo>
                <a:lnTo>
                  <a:pt x="8" y="140"/>
                </a:lnTo>
                <a:lnTo>
                  <a:pt x="8" y="180"/>
                </a:lnTo>
                <a:lnTo>
                  <a:pt x="0" y="180"/>
                </a:lnTo>
                <a:moveTo>
                  <a:pt x="0" y="117"/>
                </a:moveTo>
                <a:lnTo>
                  <a:pt x="0" y="76"/>
                </a:lnTo>
                <a:lnTo>
                  <a:pt x="8" y="76"/>
                </a:lnTo>
                <a:lnTo>
                  <a:pt x="8" y="117"/>
                </a:lnTo>
                <a:lnTo>
                  <a:pt x="0" y="117"/>
                </a:lnTo>
                <a:moveTo>
                  <a:pt x="0" y="52"/>
                </a:moveTo>
                <a:lnTo>
                  <a:pt x="0" y="12"/>
                </a:lnTo>
                <a:lnTo>
                  <a:pt x="8" y="12"/>
                </a:lnTo>
                <a:lnTo>
                  <a:pt x="8" y="52"/>
                </a:lnTo>
                <a:lnTo>
                  <a:pt x="0" y="52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5441760" y="20217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5441760" y="2031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3334680" y="1852200"/>
            <a:ext cx="4014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334680" y="2018520"/>
            <a:ext cx="7336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3305880" y="2216520"/>
            <a:ext cx="1322640" cy="186840"/>
          </a:xfrm>
          <a:custGeom>
            <a:avLst/>
            <a:gdLst/>
            <a:ahLst/>
            <a:rect l="0" t="0" r="r" b="b"/>
            <a:pathLst>
              <a:path w="3674" h="519">
                <a:moveTo>
                  <a:pt x="0" y="0"/>
                </a:moveTo>
                <a:lnTo>
                  <a:pt x="3674" y="0"/>
                </a:lnTo>
                <a:lnTo>
                  <a:pt x="3674" y="519"/>
                </a:lnTo>
                <a:lnTo>
                  <a:pt x="0" y="51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3304440" y="2215080"/>
            <a:ext cx="1325520" cy="189720"/>
          </a:xfrm>
          <a:custGeom>
            <a:avLst/>
            <a:gdLst/>
            <a:ahLst/>
            <a:rect l="0" t="0" r="r" b="b"/>
            <a:pathLst>
              <a:path w="3682" h="527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6" y="0"/>
                </a:moveTo>
                <a:lnTo>
                  <a:pt x="556" y="0"/>
                </a:lnTo>
                <a:lnTo>
                  <a:pt x="556" y="8"/>
                </a:lnTo>
                <a:lnTo>
                  <a:pt x="516" y="8"/>
                </a:lnTo>
                <a:lnTo>
                  <a:pt x="516" y="0"/>
                </a:lnTo>
                <a:moveTo>
                  <a:pt x="580" y="0"/>
                </a:moveTo>
                <a:lnTo>
                  <a:pt x="620" y="0"/>
                </a:lnTo>
                <a:lnTo>
                  <a:pt x="620" y="8"/>
                </a:lnTo>
                <a:lnTo>
                  <a:pt x="580" y="8"/>
                </a:lnTo>
                <a:lnTo>
                  <a:pt x="580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2" y="0"/>
                </a:lnTo>
                <a:lnTo>
                  <a:pt x="3682" y="12"/>
                </a:lnTo>
                <a:lnTo>
                  <a:pt x="3674" y="12"/>
                </a:lnTo>
                <a:lnTo>
                  <a:pt x="3674" y="4"/>
                </a:lnTo>
                <a:lnTo>
                  <a:pt x="3678" y="4"/>
                </a:lnTo>
                <a:lnTo>
                  <a:pt x="3678" y="8"/>
                </a:lnTo>
                <a:lnTo>
                  <a:pt x="3646" y="8"/>
                </a:lnTo>
                <a:lnTo>
                  <a:pt x="3646" y="0"/>
                </a:lnTo>
                <a:moveTo>
                  <a:pt x="3682" y="36"/>
                </a:moveTo>
                <a:lnTo>
                  <a:pt x="3682" y="76"/>
                </a:lnTo>
                <a:lnTo>
                  <a:pt x="3674" y="76"/>
                </a:lnTo>
                <a:lnTo>
                  <a:pt x="3674" y="36"/>
                </a:lnTo>
                <a:lnTo>
                  <a:pt x="3682" y="36"/>
                </a:lnTo>
                <a:moveTo>
                  <a:pt x="3682" y="100"/>
                </a:moveTo>
                <a:lnTo>
                  <a:pt x="3682" y="140"/>
                </a:lnTo>
                <a:lnTo>
                  <a:pt x="3674" y="140"/>
                </a:lnTo>
                <a:lnTo>
                  <a:pt x="3674" y="100"/>
                </a:lnTo>
                <a:lnTo>
                  <a:pt x="3682" y="100"/>
                </a:lnTo>
                <a:moveTo>
                  <a:pt x="3682" y="163"/>
                </a:moveTo>
                <a:lnTo>
                  <a:pt x="3682" y="203"/>
                </a:lnTo>
                <a:lnTo>
                  <a:pt x="3674" y="203"/>
                </a:lnTo>
                <a:lnTo>
                  <a:pt x="3674" y="163"/>
                </a:lnTo>
                <a:lnTo>
                  <a:pt x="3682" y="163"/>
                </a:lnTo>
                <a:moveTo>
                  <a:pt x="3682" y="227"/>
                </a:moveTo>
                <a:lnTo>
                  <a:pt x="3682" y="267"/>
                </a:lnTo>
                <a:lnTo>
                  <a:pt x="3674" y="267"/>
                </a:lnTo>
                <a:lnTo>
                  <a:pt x="3674" y="227"/>
                </a:lnTo>
                <a:lnTo>
                  <a:pt x="3682" y="227"/>
                </a:lnTo>
                <a:moveTo>
                  <a:pt x="3682" y="291"/>
                </a:moveTo>
                <a:lnTo>
                  <a:pt x="3682" y="331"/>
                </a:lnTo>
                <a:lnTo>
                  <a:pt x="3674" y="331"/>
                </a:lnTo>
                <a:lnTo>
                  <a:pt x="3674" y="291"/>
                </a:lnTo>
                <a:lnTo>
                  <a:pt x="3682" y="291"/>
                </a:lnTo>
                <a:moveTo>
                  <a:pt x="3682" y="355"/>
                </a:moveTo>
                <a:lnTo>
                  <a:pt x="3682" y="394"/>
                </a:lnTo>
                <a:lnTo>
                  <a:pt x="3674" y="394"/>
                </a:lnTo>
                <a:lnTo>
                  <a:pt x="3674" y="355"/>
                </a:lnTo>
                <a:lnTo>
                  <a:pt x="3682" y="355"/>
                </a:lnTo>
                <a:moveTo>
                  <a:pt x="3682" y="419"/>
                </a:moveTo>
                <a:lnTo>
                  <a:pt x="3682" y="459"/>
                </a:lnTo>
                <a:lnTo>
                  <a:pt x="3674" y="459"/>
                </a:lnTo>
                <a:lnTo>
                  <a:pt x="3674" y="419"/>
                </a:lnTo>
                <a:lnTo>
                  <a:pt x="3682" y="419"/>
                </a:lnTo>
                <a:moveTo>
                  <a:pt x="3682" y="483"/>
                </a:moveTo>
                <a:lnTo>
                  <a:pt x="3682" y="523"/>
                </a:lnTo>
                <a:lnTo>
                  <a:pt x="3674" y="523"/>
                </a:lnTo>
                <a:lnTo>
                  <a:pt x="3674" y="483"/>
                </a:lnTo>
                <a:lnTo>
                  <a:pt x="3682" y="483"/>
                </a:lnTo>
                <a:moveTo>
                  <a:pt x="3654" y="527"/>
                </a:moveTo>
                <a:lnTo>
                  <a:pt x="3614" y="527"/>
                </a:lnTo>
                <a:lnTo>
                  <a:pt x="3614" y="519"/>
                </a:lnTo>
                <a:lnTo>
                  <a:pt x="3654" y="519"/>
                </a:lnTo>
                <a:lnTo>
                  <a:pt x="3654" y="527"/>
                </a:lnTo>
                <a:moveTo>
                  <a:pt x="3590" y="527"/>
                </a:moveTo>
                <a:lnTo>
                  <a:pt x="3550" y="527"/>
                </a:lnTo>
                <a:lnTo>
                  <a:pt x="3550" y="519"/>
                </a:lnTo>
                <a:lnTo>
                  <a:pt x="3590" y="519"/>
                </a:lnTo>
                <a:lnTo>
                  <a:pt x="3590" y="527"/>
                </a:lnTo>
                <a:moveTo>
                  <a:pt x="3527" y="527"/>
                </a:moveTo>
                <a:lnTo>
                  <a:pt x="3487" y="527"/>
                </a:lnTo>
                <a:lnTo>
                  <a:pt x="3487" y="519"/>
                </a:lnTo>
                <a:lnTo>
                  <a:pt x="3527" y="519"/>
                </a:lnTo>
                <a:lnTo>
                  <a:pt x="3527" y="527"/>
                </a:lnTo>
                <a:moveTo>
                  <a:pt x="3463" y="527"/>
                </a:moveTo>
                <a:lnTo>
                  <a:pt x="3423" y="527"/>
                </a:lnTo>
                <a:lnTo>
                  <a:pt x="3423" y="519"/>
                </a:lnTo>
                <a:lnTo>
                  <a:pt x="3463" y="519"/>
                </a:lnTo>
                <a:lnTo>
                  <a:pt x="3463" y="527"/>
                </a:lnTo>
                <a:moveTo>
                  <a:pt x="3399" y="527"/>
                </a:moveTo>
                <a:lnTo>
                  <a:pt x="3359" y="527"/>
                </a:lnTo>
                <a:lnTo>
                  <a:pt x="3359" y="519"/>
                </a:lnTo>
                <a:lnTo>
                  <a:pt x="3399" y="519"/>
                </a:lnTo>
                <a:lnTo>
                  <a:pt x="3399" y="527"/>
                </a:lnTo>
                <a:moveTo>
                  <a:pt x="3335" y="527"/>
                </a:moveTo>
                <a:lnTo>
                  <a:pt x="3295" y="527"/>
                </a:lnTo>
                <a:lnTo>
                  <a:pt x="3295" y="519"/>
                </a:lnTo>
                <a:lnTo>
                  <a:pt x="3335" y="519"/>
                </a:lnTo>
                <a:lnTo>
                  <a:pt x="3335" y="527"/>
                </a:lnTo>
                <a:moveTo>
                  <a:pt x="3271" y="527"/>
                </a:moveTo>
                <a:lnTo>
                  <a:pt x="3231" y="527"/>
                </a:lnTo>
                <a:lnTo>
                  <a:pt x="3231" y="519"/>
                </a:lnTo>
                <a:lnTo>
                  <a:pt x="3271" y="519"/>
                </a:lnTo>
                <a:lnTo>
                  <a:pt x="3271" y="527"/>
                </a:lnTo>
                <a:moveTo>
                  <a:pt x="3207" y="527"/>
                </a:moveTo>
                <a:lnTo>
                  <a:pt x="3167" y="527"/>
                </a:lnTo>
                <a:lnTo>
                  <a:pt x="3167" y="519"/>
                </a:lnTo>
                <a:lnTo>
                  <a:pt x="3207" y="519"/>
                </a:lnTo>
                <a:lnTo>
                  <a:pt x="3207" y="527"/>
                </a:lnTo>
                <a:moveTo>
                  <a:pt x="3143" y="527"/>
                </a:moveTo>
                <a:lnTo>
                  <a:pt x="3103" y="527"/>
                </a:lnTo>
                <a:lnTo>
                  <a:pt x="3103" y="519"/>
                </a:lnTo>
                <a:lnTo>
                  <a:pt x="3143" y="519"/>
                </a:lnTo>
                <a:lnTo>
                  <a:pt x="3143" y="527"/>
                </a:lnTo>
                <a:moveTo>
                  <a:pt x="3079" y="527"/>
                </a:moveTo>
                <a:lnTo>
                  <a:pt x="3039" y="527"/>
                </a:lnTo>
                <a:lnTo>
                  <a:pt x="3039" y="519"/>
                </a:lnTo>
                <a:lnTo>
                  <a:pt x="3079" y="519"/>
                </a:lnTo>
                <a:lnTo>
                  <a:pt x="3079" y="527"/>
                </a:lnTo>
                <a:moveTo>
                  <a:pt x="3015" y="527"/>
                </a:moveTo>
                <a:lnTo>
                  <a:pt x="2975" y="527"/>
                </a:lnTo>
                <a:lnTo>
                  <a:pt x="2975" y="519"/>
                </a:lnTo>
                <a:lnTo>
                  <a:pt x="3015" y="519"/>
                </a:lnTo>
                <a:lnTo>
                  <a:pt x="3015" y="527"/>
                </a:lnTo>
                <a:moveTo>
                  <a:pt x="2952" y="527"/>
                </a:moveTo>
                <a:lnTo>
                  <a:pt x="2912" y="527"/>
                </a:lnTo>
                <a:lnTo>
                  <a:pt x="2912" y="519"/>
                </a:lnTo>
                <a:lnTo>
                  <a:pt x="2952" y="519"/>
                </a:lnTo>
                <a:lnTo>
                  <a:pt x="2952" y="527"/>
                </a:lnTo>
                <a:moveTo>
                  <a:pt x="2888" y="527"/>
                </a:moveTo>
                <a:lnTo>
                  <a:pt x="2848" y="527"/>
                </a:lnTo>
                <a:lnTo>
                  <a:pt x="2848" y="519"/>
                </a:lnTo>
                <a:lnTo>
                  <a:pt x="2888" y="519"/>
                </a:lnTo>
                <a:lnTo>
                  <a:pt x="2888" y="527"/>
                </a:lnTo>
                <a:moveTo>
                  <a:pt x="2824" y="527"/>
                </a:moveTo>
                <a:lnTo>
                  <a:pt x="2784" y="527"/>
                </a:lnTo>
                <a:lnTo>
                  <a:pt x="2784" y="519"/>
                </a:lnTo>
                <a:lnTo>
                  <a:pt x="2824" y="519"/>
                </a:lnTo>
                <a:lnTo>
                  <a:pt x="2824" y="527"/>
                </a:lnTo>
                <a:moveTo>
                  <a:pt x="2760" y="527"/>
                </a:moveTo>
                <a:lnTo>
                  <a:pt x="2720" y="527"/>
                </a:lnTo>
                <a:lnTo>
                  <a:pt x="2720" y="519"/>
                </a:lnTo>
                <a:lnTo>
                  <a:pt x="2760" y="519"/>
                </a:lnTo>
                <a:lnTo>
                  <a:pt x="2760" y="527"/>
                </a:lnTo>
                <a:moveTo>
                  <a:pt x="2696" y="527"/>
                </a:moveTo>
                <a:lnTo>
                  <a:pt x="2656" y="527"/>
                </a:lnTo>
                <a:lnTo>
                  <a:pt x="2656" y="519"/>
                </a:lnTo>
                <a:lnTo>
                  <a:pt x="2696" y="519"/>
                </a:lnTo>
                <a:lnTo>
                  <a:pt x="2696" y="527"/>
                </a:lnTo>
                <a:moveTo>
                  <a:pt x="2632" y="527"/>
                </a:moveTo>
                <a:lnTo>
                  <a:pt x="2592" y="527"/>
                </a:lnTo>
                <a:lnTo>
                  <a:pt x="2592" y="519"/>
                </a:lnTo>
                <a:lnTo>
                  <a:pt x="2632" y="519"/>
                </a:lnTo>
                <a:lnTo>
                  <a:pt x="2632" y="527"/>
                </a:lnTo>
                <a:moveTo>
                  <a:pt x="2568" y="527"/>
                </a:moveTo>
                <a:lnTo>
                  <a:pt x="2528" y="527"/>
                </a:lnTo>
                <a:lnTo>
                  <a:pt x="2528" y="519"/>
                </a:lnTo>
                <a:lnTo>
                  <a:pt x="2568" y="519"/>
                </a:lnTo>
                <a:lnTo>
                  <a:pt x="2568" y="527"/>
                </a:lnTo>
                <a:moveTo>
                  <a:pt x="2504" y="527"/>
                </a:moveTo>
                <a:lnTo>
                  <a:pt x="2464" y="527"/>
                </a:lnTo>
                <a:lnTo>
                  <a:pt x="2464" y="519"/>
                </a:lnTo>
                <a:lnTo>
                  <a:pt x="2504" y="519"/>
                </a:lnTo>
                <a:lnTo>
                  <a:pt x="2504" y="527"/>
                </a:lnTo>
                <a:moveTo>
                  <a:pt x="2440" y="527"/>
                </a:moveTo>
                <a:lnTo>
                  <a:pt x="2400" y="527"/>
                </a:lnTo>
                <a:lnTo>
                  <a:pt x="2400" y="519"/>
                </a:lnTo>
                <a:lnTo>
                  <a:pt x="2440" y="519"/>
                </a:lnTo>
                <a:lnTo>
                  <a:pt x="2440" y="527"/>
                </a:lnTo>
                <a:moveTo>
                  <a:pt x="2376" y="527"/>
                </a:moveTo>
                <a:lnTo>
                  <a:pt x="2337" y="527"/>
                </a:lnTo>
                <a:lnTo>
                  <a:pt x="2337" y="519"/>
                </a:lnTo>
                <a:lnTo>
                  <a:pt x="2376" y="519"/>
                </a:lnTo>
                <a:lnTo>
                  <a:pt x="2376" y="527"/>
                </a:lnTo>
                <a:moveTo>
                  <a:pt x="2313" y="527"/>
                </a:moveTo>
                <a:lnTo>
                  <a:pt x="2273" y="527"/>
                </a:lnTo>
                <a:lnTo>
                  <a:pt x="2273" y="519"/>
                </a:lnTo>
                <a:lnTo>
                  <a:pt x="2313" y="519"/>
                </a:lnTo>
                <a:lnTo>
                  <a:pt x="2313" y="527"/>
                </a:lnTo>
                <a:moveTo>
                  <a:pt x="2249" y="527"/>
                </a:moveTo>
                <a:lnTo>
                  <a:pt x="2209" y="527"/>
                </a:lnTo>
                <a:lnTo>
                  <a:pt x="2209" y="519"/>
                </a:lnTo>
                <a:lnTo>
                  <a:pt x="2249" y="519"/>
                </a:lnTo>
                <a:lnTo>
                  <a:pt x="2249" y="527"/>
                </a:lnTo>
                <a:moveTo>
                  <a:pt x="2185" y="527"/>
                </a:moveTo>
                <a:lnTo>
                  <a:pt x="2145" y="527"/>
                </a:lnTo>
                <a:lnTo>
                  <a:pt x="2145" y="519"/>
                </a:lnTo>
                <a:lnTo>
                  <a:pt x="2185" y="519"/>
                </a:lnTo>
                <a:lnTo>
                  <a:pt x="2185" y="527"/>
                </a:lnTo>
                <a:moveTo>
                  <a:pt x="2121" y="527"/>
                </a:moveTo>
                <a:lnTo>
                  <a:pt x="2081" y="527"/>
                </a:lnTo>
                <a:lnTo>
                  <a:pt x="2081" y="519"/>
                </a:lnTo>
                <a:lnTo>
                  <a:pt x="2121" y="519"/>
                </a:lnTo>
                <a:lnTo>
                  <a:pt x="2121" y="527"/>
                </a:lnTo>
                <a:moveTo>
                  <a:pt x="2057" y="527"/>
                </a:moveTo>
                <a:lnTo>
                  <a:pt x="2017" y="527"/>
                </a:lnTo>
                <a:lnTo>
                  <a:pt x="2017" y="519"/>
                </a:lnTo>
                <a:lnTo>
                  <a:pt x="2057" y="519"/>
                </a:lnTo>
                <a:lnTo>
                  <a:pt x="2057" y="527"/>
                </a:lnTo>
                <a:moveTo>
                  <a:pt x="1993" y="527"/>
                </a:moveTo>
                <a:lnTo>
                  <a:pt x="1953" y="527"/>
                </a:lnTo>
                <a:lnTo>
                  <a:pt x="1953" y="519"/>
                </a:lnTo>
                <a:lnTo>
                  <a:pt x="1993" y="519"/>
                </a:lnTo>
                <a:lnTo>
                  <a:pt x="1993" y="527"/>
                </a:lnTo>
                <a:moveTo>
                  <a:pt x="1929" y="527"/>
                </a:moveTo>
                <a:lnTo>
                  <a:pt x="1889" y="527"/>
                </a:lnTo>
                <a:lnTo>
                  <a:pt x="1889" y="519"/>
                </a:lnTo>
                <a:lnTo>
                  <a:pt x="1929" y="519"/>
                </a:lnTo>
                <a:lnTo>
                  <a:pt x="1929" y="527"/>
                </a:lnTo>
                <a:moveTo>
                  <a:pt x="1865" y="527"/>
                </a:moveTo>
                <a:lnTo>
                  <a:pt x="1825" y="527"/>
                </a:lnTo>
                <a:lnTo>
                  <a:pt x="1825" y="519"/>
                </a:lnTo>
                <a:lnTo>
                  <a:pt x="1865" y="519"/>
                </a:lnTo>
                <a:lnTo>
                  <a:pt x="1865" y="527"/>
                </a:lnTo>
                <a:moveTo>
                  <a:pt x="1801" y="527"/>
                </a:moveTo>
                <a:lnTo>
                  <a:pt x="1762" y="527"/>
                </a:lnTo>
                <a:lnTo>
                  <a:pt x="1762" y="519"/>
                </a:lnTo>
                <a:lnTo>
                  <a:pt x="1801" y="519"/>
                </a:lnTo>
                <a:lnTo>
                  <a:pt x="1801" y="527"/>
                </a:lnTo>
                <a:moveTo>
                  <a:pt x="1738" y="527"/>
                </a:moveTo>
                <a:lnTo>
                  <a:pt x="1698" y="527"/>
                </a:lnTo>
                <a:lnTo>
                  <a:pt x="1698" y="519"/>
                </a:lnTo>
                <a:lnTo>
                  <a:pt x="1738" y="519"/>
                </a:lnTo>
                <a:lnTo>
                  <a:pt x="1738" y="527"/>
                </a:lnTo>
                <a:moveTo>
                  <a:pt x="1674" y="527"/>
                </a:moveTo>
                <a:lnTo>
                  <a:pt x="1634" y="527"/>
                </a:lnTo>
                <a:lnTo>
                  <a:pt x="1634" y="519"/>
                </a:lnTo>
                <a:lnTo>
                  <a:pt x="1674" y="519"/>
                </a:lnTo>
                <a:lnTo>
                  <a:pt x="1674" y="527"/>
                </a:lnTo>
                <a:moveTo>
                  <a:pt x="1610" y="527"/>
                </a:moveTo>
                <a:lnTo>
                  <a:pt x="1570" y="527"/>
                </a:lnTo>
                <a:lnTo>
                  <a:pt x="1570" y="519"/>
                </a:lnTo>
                <a:lnTo>
                  <a:pt x="1610" y="519"/>
                </a:lnTo>
                <a:lnTo>
                  <a:pt x="1610" y="527"/>
                </a:lnTo>
                <a:moveTo>
                  <a:pt x="1546" y="527"/>
                </a:moveTo>
                <a:lnTo>
                  <a:pt x="1506" y="527"/>
                </a:lnTo>
                <a:lnTo>
                  <a:pt x="1506" y="519"/>
                </a:lnTo>
                <a:lnTo>
                  <a:pt x="1546" y="519"/>
                </a:lnTo>
                <a:lnTo>
                  <a:pt x="1546" y="527"/>
                </a:lnTo>
                <a:moveTo>
                  <a:pt x="1482" y="527"/>
                </a:moveTo>
                <a:lnTo>
                  <a:pt x="1442" y="527"/>
                </a:lnTo>
                <a:lnTo>
                  <a:pt x="1442" y="519"/>
                </a:lnTo>
                <a:lnTo>
                  <a:pt x="1482" y="519"/>
                </a:lnTo>
                <a:lnTo>
                  <a:pt x="1482" y="527"/>
                </a:lnTo>
                <a:moveTo>
                  <a:pt x="1418" y="527"/>
                </a:moveTo>
                <a:lnTo>
                  <a:pt x="1378" y="527"/>
                </a:lnTo>
                <a:lnTo>
                  <a:pt x="1378" y="519"/>
                </a:lnTo>
                <a:lnTo>
                  <a:pt x="1418" y="519"/>
                </a:lnTo>
                <a:lnTo>
                  <a:pt x="1418" y="527"/>
                </a:lnTo>
                <a:moveTo>
                  <a:pt x="1354" y="527"/>
                </a:moveTo>
                <a:lnTo>
                  <a:pt x="1314" y="527"/>
                </a:lnTo>
                <a:lnTo>
                  <a:pt x="1314" y="519"/>
                </a:lnTo>
                <a:lnTo>
                  <a:pt x="1354" y="519"/>
                </a:lnTo>
                <a:lnTo>
                  <a:pt x="1354" y="527"/>
                </a:lnTo>
                <a:moveTo>
                  <a:pt x="1290" y="527"/>
                </a:moveTo>
                <a:lnTo>
                  <a:pt x="1250" y="527"/>
                </a:lnTo>
                <a:lnTo>
                  <a:pt x="1250" y="519"/>
                </a:lnTo>
                <a:lnTo>
                  <a:pt x="1290" y="519"/>
                </a:lnTo>
                <a:lnTo>
                  <a:pt x="1290" y="527"/>
                </a:lnTo>
                <a:moveTo>
                  <a:pt x="1226" y="527"/>
                </a:moveTo>
                <a:lnTo>
                  <a:pt x="1187" y="527"/>
                </a:lnTo>
                <a:lnTo>
                  <a:pt x="1187" y="519"/>
                </a:lnTo>
                <a:lnTo>
                  <a:pt x="1226" y="519"/>
                </a:lnTo>
                <a:lnTo>
                  <a:pt x="1226" y="527"/>
                </a:lnTo>
                <a:moveTo>
                  <a:pt x="1163" y="527"/>
                </a:moveTo>
                <a:lnTo>
                  <a:pt x="1123" y="527"/>
                </a:lnTo>
                <a:lnTo>
                  <a:pt x="1123" y="519"/>
                </a:lnTo>
                <a:lnTo>
                  <a:pt x="1163" y="519"/>
                </a:lnTo>
                <a:lnTo>
                  <a:pt x="1163" y="527"/>
                </a:lnTo>
                <a:moveTo>
                  <a:pt x="1099" y="527"/>
                </a:moveTo>
                <a:lnTo>
                  <a:pt x="1059" y="527"/>
                </a:lnTo>
                <a:lnTo>
                  <a:pt x="1059" y="519"/>
                </a:lnTo>
                <a:lnTo>
                  <a:pt x="1099" y="519"/>
                </a:lnTo>
                <a:lnTo>
                  <a:pt x="1099" y="527"/>
                </a:lnTo>
                <a:moveTo>
                  <a:pt x="1035" y="527"/>
                </a:moveTo>
                <a:lnTo>
                  <a:pt x="995" y="527"/>
                </a:lnTo>
                <a:lnTo>
                  <a:pt x="995" y="519"/>
                </a:lnTo>
                <a:lnTo>
                  <a:pt x="1035" y="519"/>
                </a:lnTo>
                <a:lnTo>
                  <a:pt x="1035" y="527"/>
                </a:lnTo>
                <a:moveTo>
                  <a:pt x="971" y="527"/>
                </a:moveTo>
                <a:lnTo>
                  <a:pt x="931" y="527"/>
                </a:lnTo>
                <a:lnTo>
                  <a:pt x="931" y="519"/>
                </a:lnTo>
                <a:lnTo>
                  <a:pt x="971" y="519"/>
                </a:lnTo>
                <a:lnTo>
                  <a:pt x="971" y="527"/>
                </a:lnTo>
                <a:moveTo>
                  <a:pt x="907" y="527"/>
                </a:moveTo>
                <a:lnTo>
                  <a:pt x="867" y="527"/>
                </a:lnTo>
                <a:lnTo>
                  <a:pt x="867" y="519"/>
                </a:lnTo>
                <a:lnTo>
                  <a:pt x="907" y="519"/>
                </a:lnTo>
                <a:lnTo>
                  <a:pt x="907" y="527"/>
                </a:lnTo>
                <a:moveTo>
                  <a:pt x="843" y="527"/>
                </a:moveTo>
                <a:lnTo>
                  <a:pt x="803" y="527"/>
                </a:lnTo>
                <a:lnTo>
                  <a:pt x="803" y="519"/>
                </a:lnTo>
                <a:lnTo>
                  <a:pt x="843" y="519"/>
                </a:lnTo>
                <a:lnTo>
                  <a:pt x="843" y="527"/>
                </a:lnTo>
                <a:moveTo>
                  <a:pt x="779" y="527"/>
                </a:moveTo>
                <a:lnTo>
                  <a:pt x="739" y="527"/>
                </a:lnTo>
                <a:lnTo>
                  <a:pt x="739" y="519"/>
                </a:lnTo>
                <a:lnTo>
                  <a:pt x="779" y="519"/>
                </a:lnTo>
                <a:lnTo>
                  <a:pt x="779" y="527"/>
                </a:lnTo>
                <a:moveTo>
                  <a:pt x="715" y="527"/>
                </a:moveTo>
                <a:lnTo>
                  <a:pt x="675" y="527"/>
                </a:lnTo>
                <a:lnTo>
                  <a:pt x="675" y="519"/>
                </a:lnTo>
                <a:lnTo>
                  <a:pt x="715" y="519"/>
                </a:lnTo>
                <a:lnTo>
                  <a:pt x="715" y="527"/>
                </a:lnTo>
                <a:moveTo>
                  <a:pt x="651" y="527"/>
                </a:moveTo>
                <a:lnTo>
                  <a:pt x="612" y="527"/>
                </a:lnTo>
                <a:lnTo>
                  <a:pt x="612" y="519"/>
                </a:lnTo>
                <a:lnTo>
                  <a:pt x="651" y="519"/>
                </a:lnTo>
                <a:lnTo>
                  <a:pt x="651" y="527"/>
                </a:lnTo>
                <a:moveTo>
                  <a:pt x="588" y="527"/>
                </a:moveTo>
                <a:lnTo>
                  <a:pt x="548" y="527"/>
                </a:lnTo>
                <a:lnTo>
                  <a:pt x="548" y="519"/>
                </a:lnTo>
                <a:lnTo>
                  <a:pt x="588" y="519"/>
                </a:lnTo>
                <a:lnTo>
                  <a:pt x="588" y="527"/>
                </a:lnTo>
                <a:moveTo>
                  <a:pt x="524" y="527"/>
                </a:moveTo>
                <a:lnTo>
                  <a:pt x="484" y="527"/>
                </a:lnTo>
                <a:lnTo>
                  <a:pt x="484" y="519"/>
                </a:lnTo>
                <a:lnTo>
                  <a:pt x="524" y="519"/>
                </a:lnTo>
                <a:lnTo>
                  <a:pt x="524" y="527"/>
                </a:lnTo>
                <a:moveTo>
                  <a:pt x="460" y="527"/>
                </a:moveTo>
                <a:lnTo>
                  <a:pt x="420" y="527"/>
                </a:lnTo>
                <a:lnTo>
                  <a:pt x="420" y="519"/>
                </a:lnTo>
                <a:lnTo>
                  <a:pt x="460" y="519"/>
                </a:lnTo>
                <a:lnTo>
                  <a:pt x="460" y="527"/>
                </a:lnTo>
                <a:moveTo>
                  <a:pt x="396" y="527"/>
                </a:moveTo>
                <a:lnTo>
                  <a:pt x="356" y="527"/>
                </a:lnTo>
                <a:lnTo>
                  <a:pt x="356" y="519"/>
                </a:lnTo>
                <a:lnTo>
                  <a:pt x="396" y="519"/>
                </a:lnTo>
                <a:lnTo>
                  <a:pt x="396" y="527"/>
                </a:lnTo>
                <a:moveTo>
                  <a:pt x="332" y="527"/>
                </a:moveTo>
                <a:lnTo>
                  <a:pt x="292" y="527"/>
                </a:lnTo>
                <a:lnTo>
                  <a:pt x="292" y="519"/>
                </a:lnTo>
                <a:lnTo>
                  <a:pt x="332" y="519"/>
                </a:lnTo>
                <a:lnTo>
                  <a:pt x="332" y="527"/>
                </a:lnTo>
                <a:moveTo>
                  <a:pt x="268" y="527"/>
                </a:moveTo>
                <a:lnTo>
                  <a:pt x="228" y="527"/>
                </a:lnTo>
                <a:lnTo>
                  <a:pt x="228" y="519"/>
                </a:lnTo>
                <a:lnTo>
                  <a:pt x="268" y="519"/>
                </a:lnTo>
                <a:lnTo>
                  <a:pt x="268" y="527"/>
                </a:lnTo>
                <a:moveTo>
                  <a:pt x="204" y="527"/>
                </a:moveTo>
                <a:lnTo>
                  <a:pt x="164" y="527"/>
                </a:lnTo>
                <a:lnTo>
                  <a:pt x="164" y="519"/>
                </a:lnTo>
                <a:lnTo>
                  <a:pt x="204" y="519"/>
                </a:lnTo>
                <a:lnTo>
                  <a:pt x="204" y="527"/>
                </a:lnTo>
                <a:moveTo>
                  <a:pt x="140" y="527"/>
                </a:moveTo>
                <a:lnTo>
                  <a:pt x="100" y="527"/>
                </a:lnTo>
                <a:lnTo>
                  <a:pt x="100" y="519"/>
                </a:lnTo>
                <a:lnTo>
                  <a:pt x="140" y="519"/>
                </a:lnTo>
                <a:lnTo>
                  <a:pt x="140" y="527"/>
                </a:lnTo>
                <a:moveTo>
                  <a:pt x="76" y="527"/>
                </a:moveTo>
                <a:lnTo>
                  <a:pt x="37" y="527"/>
                </a:lnTo>
                <a:lnTo>
                  <a:pt x="37" y="519"/>
                </a:lnTo>
                <a:lnTo>
                  <a:pt x="76" y="519"/>
                </a:lnTo>
                <a:lnTo>
                  <a:pt x="76" y="527"/>
                </a:lnTo>
                <a:moveTo>
                  <a:pt x="12" y="527"/>
                </a:moveTo>
                <a:lnTo>
                  <a:pt x="0" y="527"/>
                </a:lnTo>
                <a:lnTo>
                  <a:pt x="0" y="491"/>
                </a:lnTo>
                <a:lnTo>
                  <a:pt x="8" y="491"/>
                </a:lnTo>
                <a:lnTo>
                  <a:pt x="8" y="523"/>
                </a:lnTo>
                <a:lnTo>
                  <a:pt x="4" y="523"/>
                </a:lnTo>
                <a:lnTo>
                  <a:pt x="4" y="519"/>
                </a:lnTo>
                <a:lnTo>
                  <a:pt x="12" y="519"/>
                </a:lnTo>
                <a:lnTo>
                  <a:pt x="12" y="527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2"/>
                </a:moveTo>
                <a:lnTo>
                  <a:pt x="0" y="362"/>
                </a:lnTo>
                <a:lnTo>
                  <a:pt x="8" y="362"/>
                </a:lnTo>
                <a:lnTo>
                  <a:pt x="8" y="402"/>
                </a:lnTo>
                <a:lnTo>
                  <a:pt x="0" y="402"/>
                </a:lnTo>
                <a:moveTo>
                  <a:pt x="0" y="339"/>
                </a:moveTo>
                <a:lnTo>
                  <a:pt x="0" y="299"/>
                </a:lnTo>
                <a:lnTo>
                  <a:pt x="8" y="299"/>
                </a:lnTo>
                <a:lnTo>
                  <a:pt x="8" y="339"/>
                </a:lnTo>
                <a:lnTo>
                  <a:pt x="0" y="339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4570920" y="2239560"/>
            <a:ext cx="34560" cy="29160"/>
          </a:xfrm>
          <a:custGeom>
            <a:avLst/>
            <a:gdLst/>
            <a:ahLst/>
            <a:rect l="0" t="0" r="r" b="b"/>
            <a:pathLst>
              <a:path w="96" h="81">
                <a:moveTo>
                  <a:pt x="0" y="0"/>
                </a:moveTo>
                <a:lnTo>
                  <a:pt x="96" y="0"/>
                </a:lnTo>
                <a:lnTo>
                  <a:pt x="9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4570920" y="224964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3334680" y="2064960"/>
            <a:ext cx="17809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3334680" y="2236320"/>
            <a:ext cx="3650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3334680" y="2282760"/>
            <a:ext cx="7567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3305880" y="2483280"/>
            <a:ext cx="1386000" cy="286920"/>
          </a:xfrm>
          <a:custGeom>
            <a:avLst/>
            <a:gdLst/>
            <a:ahLst/>
            <a:rect l="0" t="0" r="r" b="b"/>
            <a:pathLst>
              <a:path w="3850" h="797">
                <a:moveTo>
                  <a:pt x="0" y="0"/>
                </a:moveTo>
                <a:lnTo>
                  <a:pt x="3850" y="0"/>
                </a:lnTo>
                <a:lnTo>
                  <a:pt x="3850" y="797"/>
                </a:lnTo>
                <a:lnTo>
                  <a:pt x="0" y="7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3304440" y="2481840"/>
            <a:ext cx="1388880" cy="289800"/>
          </a:xfrm>
          <a:custGeom>
            <a:avLst/>
            <a:gdLst/>
            <a:ahLst/>
            <a:rect l="0" t="0" r="r" b="b"/>
            <a:pathLst>
              <a:path w="3858" h="805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2" y="0"/>
                </a:lnTo>
                <a:lnTo>
                  <a:pt x="492" y="8"/>
                </a:lnTo>
                <a:lnTo>
                  <a:pt x="451" y="8"/>
                </a:lnTo>
                <a:lnTo>
                  <a:pt x="451" y="0"/>
                </a:lnTo>
                <a:moveTo>
                  <a:pt x="516" y="0"/>
                </a:moveTo>
                <a:lnTo>
                  <a:pt x="556" y="0"/>
                </a:lnTo>
                <a:lnTo>
                  <a:pt x="556" y="8"/>
                </a:lnTo>
                <a:lnTo>
                  <a:pt x="516" y="8"/>
                </a:lnTo>
                <a:lnTo>
                  <a:pt x="516" y="0"/>
                </a:lnTo>
                <a:moveTo>
                  <a:pt x="580" y="0"/>
                </a:moveTo>
                <a:lnTo>
                  <a:pt x="620" y="0"/>
                </a:lnTo>
                <a:lnTo>
                  <a:pt x="620" y="8"/>
                </a:lnTo>
                <a:lnTo>
                  <a:pt x="580" y="8"/>
                </a:lnTo>
                <a:lnTo>
                  <a:pt x="580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58" y="0"/>
                </a:lnTo>
                <a:lnTo>
                  <a:pt x="3858" y="27"/>
                </a:lnTo>
                <a:lnTo>
                  <a:pt x="3850" y="27"/>
                </a:lnTo>
                <a:lnTo>
                  <a:pt x="3850" y="4"/>
                </a:lnTo>
                <a:lnTo>
                  <a:pt x="3854" y="4"/>
                </a:lnTo>
                <a:lnTo>
                  <a:pt x="3854" y="8"/>
                </a:lnTo>
                <a:lnTo>
                  <a:pt x="3838" y="8"/>
                </a:lnTo>
                <a:lnTo>
                  <a:pt x="3838" y="0"/>
                </a:lnTo>
                <a:moveTo>
                  <a:pt x="3858" y="51"/>
                </a:moveTo>
                <a:lnTo>
                  <a:pt x="3858" y="91"/>
                </a:lnTo>
                <a:lnTo>
                  <a:pt x="3850" y="91"/>
                </a:lnTo>
                <a:lnTo>
                  <a:pt x="3850" y="51"/>
                </a:lnTo>
                <a:lnTo>
                  <a:pt x="3858" y="51"/>
                </a:lnTo>
                <a:moveTo>
                  <a:pt x="3858" y="115"/>
                </a:moveTo>
                <a:lnTo>
                  <a:pt x="3858" y="155"/>
                </a:lnTo>
                <a:lnTo>
                  <a:pt x="3850" y="155"/>
                </a:lnTo>
                <a:lnTo>
                  <a:pt x="3850" y="115"/>
                </a:lnTo>
                <a:lnTo>
                  <a:pt x="3858" y="115"/>
                </a:lnTo>
                <a:moveTo>
                  <a:pt x="3858" y="179"/>
                </a:moveTo>
                <a:lnTo>
                  <a:pt x="3858" y="219"/>
                </a:lnTo>
                <a:lnTo>
                  <a:pt x="3850" y="219"/>
                </a:lnTo>
                <a:lnTo>
                  <a:pt x="3850" y="179"/>
                </a:lnTo>
                <a:lnTo>
                  <a:pt x="3858" y="179"/>
                </a:lnTo>
                <a:moveTo>
                  <a:pt x="3858" y="242"/>
                </a:moveTo>
                <a:lnTo>
                  <a:pt x="3858" y="282"/>
                </a:lnTo>
                <a:lnTo>
                  <a:pt x="3850" y="282"/>
                </a:lnTo>
                <a:lnTo>
                  <a:pt x="3850" y="242"/>
                </a:lnTo>
                <a:lnTo>
                  <a:pt x="3858" y="242"/>
                </a:lnTo>
                <a:moveTo>
                  <a:pt x="3858" y="306"/>
                </a:moveTo>
                <a:lnTo>
                  <a:pt x="3858" y="346"/>
                </a:lnTo>
                <a:lnTo>
                  <a:pt x="3850" y="346"/>
                </a:lnTo>
                <a:lnTo>
                  <a:pt x="3850" y="306"/>
                </a:lnTo>
                <a:lnTo>
                  <a:pt x="3858" y="306"/>
                </a:lnTo>
                <a:moveTo>
                  <a:pt x="3858" y="370"/>
                </a:moveTo>
                <a:lnTo>
                  <a:pt x="3858" y="410"/>
                </a:lnTo>
                <a:lnTo>
                  <a:pt x="3850" y="410"/>
                </a:lnTo>
                <a:lnTo>
                  <a:pt x="3850" y="370"/>
                </a:lnTo>
                <a:lnTo>
                  <a:pt x="3858" y="370"/>
                </a:lnTo>
                <a:moveTo>
                  <a:pt x="3858" y="434"/>
                </a:moveTo>
                <a:lnTo>
                  <a:pt x="3858" y="473"/>
                </a:lnTo>
                <a:lnTo>
                  <a:pt x="3850" y="473"/>
                </a:lnTo>
                <a:lnTo>
                  <a:pt x="3850" y="434"/>
                </a:lnTo>
                <a:lnTo>
                  <a:pt x="3858" y="434"/>
                </a:lnTo>
                <a:moveTo>
                  <a:pt x="3858" y="497"/>
                </a:moveTo>
                <a:lnTo>
                  <a:pt x="3858" y="537"/>
                </a:lnTo>
                <a:lnTo>
                  <a:pt x="3850" y="537"/>
                </a:lnTo>
                <a:lnTo>
                  <a:pt x="3850" y="497"/>
                </a:lnTo>
                <a:lnTo>
                  <a:pt x="3858" y="497"/>
                </a:lnTo>
                <a:moveTo>
                  <a:pt x="3858" y="561"/>
                </a:moveTo>
                <a:lnTo>
                  <a:pt x="3858" y="601"/>
                </a:lnTo>
                <a:lnTo>
                  <a:pt x="3850" y="601"/>
                </a:lnTo>
                <a:lnTo>
                  <a:pt x="3850" y="561"/>
                </a:lnTo>
                <a:lnTo>
                  <a:pt x="3858" y="561"/>
                </a:lnTo>
                <a:moveTo>
                  <a:pt x="3858" y="625"/>
                </a:moveTo>
                <a:lnTo>
                  <a:pt x="3858" y="664"/>
                </a:lnTo>
                <a:lnTo>
                  <a:pt x="3850" y="664"/>
                </a:lnTo>
                <a:lnTo>
                  <a:pt x="3850" y="625"/>
                </a:lnTo>
                <a:lnTo>
                  <a:pt x="3858" y="625"/>
                </a:lnTo>
                <a:moveTo>
                  <a:pt x="3858" y="688"/>
                </a:moveTo>
                <a:lnTo>
                  <a:pt x="3858" y="728"/>
                </a:lnTo>
                <a:lnTo>
                  <a:pt x="3850" y="728"/>
                </a:lnTo>
                <a:lnTo>
                  <a:pt x="3850" y="688"/>
                </a:lnTo>
                <a:lnTo>
                  <a:pt x="3858" y="688"/>
                </a:lnTo>
                <a:moveTo>
                  <a:pt x="3858" y="753"/>
                </a:moveTo>
                <a:lnTo>
                  <a:pt x="3858" y="793"/>
                </a:lnTo>
                <a:lnTo>
                  <a:pt x="3850" y="793"/>
                </a:lnTo>
                <a:lnTo>
                  <a:pt x="3850" y="753"/>
                </a:lnTo>
                <a:lnTo>
                  <a:pt x="3858" y="753"/>
                </a:lnTo>
                <a:moveTo>
                  <a:pt x="3838" y="805"/>
                </a:moveTo>
                <a:lnTo>
                  <a:pt x="3798" y="805"/>
                </a:lnTo>
                <a:lnTo>
                  <a:pt x="3798" y="797"/>
                </a:lnTo>
                <a:lnTo>
                  <a:pt x="3838" y="797"/>
                </a:lnTo>
                <a:lnTo>
                  <a:pt x="3838" y="805"/>
                </a:lnTo>
                <a:moveTo>
                  <a:pt x="3774" y="805"/>
                </a:moveTo>
                <a:lnTo>
                  <a:pt x="3734" y="805"/>
                </a:lnTo>
                <a:lnTo>
                  <a:pt x="3734" y="797"/>
                </a:lnTo>
                <a:lnTo>
                  <a:pt x="3774" y="797"/>
                </a:lnTo>
                <a:lnTo>
                  <a:pt x="3774" y="805"/>
                </a:lnTo>
                <a:moveTo>
                  <a:pt x="3710" y="805"/>
                </a:moveTo>
                <a:lnTo>
                  <a:pt x="3670" y="805"/>
                </a:lnTo>
                <a:lnTo>
                  <a:pt x="3670" y="797"/>
                </a:lnTo>
                <a:lnTo>
                  <a:pt x="3710" y="797"/>
                </a:lnTo>
                <a:lnTo>
                  <a:pt x="3710" y="805"/>
                </a:lnTo>
                <a:moveTo>
                  <a:pt x="3646" y="805"/>
                </a:moveTo>
                <a:lnTo>
                  <a:pt x="3606" y="805"/>
                </a:lnTo>
                <a:lnTo>
                  <a:pt x="3606" y="797"/>
                </a:lnTo>
                <a:lnTo>
                  <a:pt x="3646" y="797"/>
                </a:lnTo>
                <a:lnTo>
                  <a:pt x="3646" y="805"/>
                </a:lnTo>
                <a:moveTo>
                  <a:pt x="3582" y="805"/>
                </a:moveTo>
                <a:lnTo>
                  <a:pt x="3543" y="805"/>
                </a:lnTo>
                <a:lnTo>
                  <a:pt x="3543" y="797"/>
                </a:lnTo>
                <a:lnTo>
                  <a:pt x="3582" y="797"/>
                </a:lnTo>
                <a:lnTo>
                  <a:pt x="3582" y="805"/>
                </a:lnTo>
                <a:moveTo>
                  <a:pt x="3519" y="805"/>
                </a:moveTo>
                <a:lnTo>
                  <a:pt x="3479" y="805"/>
                </a:lnTo>
                <a:lnTo>
                  <a:pt x="3479" y="797"/>
                </a:lnTo>
                <a:lnTo>
                  <a:pt x="3519" y="797"/>
                </a:lnTo>
                <a:lnTo>
                  <a:pt x="3519" y="805"/>
                </a:lnTo>
                <a:moveTo>
                  <a:pt x="3455" y="805"/>
                </a:moveTo>
                <a:lnTo>
                  <a:pt x="3415" y="805"/>
                </a:lnTo>
                <a:lnTo>
                  <a:pt x="3415" y="797"/>
                </a:lnTo>
                <a:lnTo>
                  <a:pt x="3455" y="797"/>
                </a:lnTo>
                <a:lnTo>
                  <a:pt x="3455" y="805"/>
                </a:lnTo>
                <a:moveTo>
                  <a:pt x="3391" y="805"/>
                </a:moveTo>
                <a:lnTo>
                  <a:pt x="3351" y="805"/>
                </a:lnTo>
                <a:lnTo>
                  <a:pt x="3351" y="797"/>
                </a:lnTo>
                <a:lnTo>
                  <a:pt x="3391" y="797"/>
                </a:lnTo>
                <a:lnTo>
                  <a:pt x="3391" y="805"/>
                </a:lnTo>
                <a:moveTo>
                  <a:pt x="3327" y="805"/>
                </a:moveTo>
                <a:lnTo>
                  <a:pt x="3287" y="805"/>
                </a:lnTo>
                <a:lnTo>
                  <a:pt x="3287" y="797"/>
                </a:lnTo>
                <a:lnTo>
                  <a:pt x="3327" y="797"/>
                </a:lnTo>
                <a:lnTo>
                  <a:pt x="3327" y="805"/>
                </a:lnTo>
                <a:moveTo>
                  <a:pt x="3263" y="805"/>
                </a:moveTo>
                <a:lnTo>
                  <a:pt x="3223" y="805"/>
                </a:lnTo>
                <a:lnTo>
                  <a:pt x="3223" y="797"/>
                </a:lnTo>
                <a:lnTo>
                  <a:pt x="3263" y="797"/>
                </a:lnTo>
                <a:lnTo>
                  <a:pt x="3263" y="805"/>
                </a:lnTo>
                <a:moveTo>
                  <a:pt x="3199" y="805"/>
                </a:moveTo>
                <a:lnTo>
                  <a:pt x="3159" y="805"/>
                </a:lnTo>
                <a:lnTo>
                  <a:pt x="3159" y="797"/>
                </a:lnTo>
                <a:lnTo>
                  <a:pt x="3199" y="797"/>
                </a:lnTo>
                <a:lnTo>
                  <a:pt x="3199" y="805"/>
                </a:lnTo>
                <a:moveTo>
                  <a:pt x="3135" y="805"/>
                </a:moveTo>
                <a:lnTo>
                  <a:pt x="3095" y="805"/>
                </a:lnTo>
                <a:lnTo>
                  <a:pt x="3095" y="797"/>
                </a:lnTo>
                <a:lnTo>
                  <a:pt x="3135" y="797"/>
                </a:lnTo>
                <a:lnTo>
                  <a:pt x="3135" y="805"/>
                </a:lnTo>
                <a:moveTo>
                  <a:pt x="3071" y="805"/>
                </a:moveTo>
                <a:lnTo>
                  <a:pt x="3031" y="805"/>
                </a:lnTo>
                <a:lnTo>
                  <a:pt x="3031" y="797"/>
                </a:lnTo>
                <a:lnTo>
                  <a:pt x="3071" y="797"/>
                </a:lnTo>
                <a:lnTo>
                  <a:pt x="3071" y="805"/>
                </a:lnTo>
                <a:moveTo>
                  <a:pt x="3007" y="805"/>
                </a:moveTo>
                <a:lnTo>
                  <a:pt x="2967" y="805"/>
                </a:lnTo>
                <a:lnTo>
                  <a:pt x="2967" y="797"/>
                </a:lnTo>
                <a:lnTo>
                  <a:pt x="3007" y="797"/>
                </a:lnTo>
                <a:lnTo>
                  <a:pt x="3007" y="805"/>
                </a:lnTo>
                <a:moveTo>
                  <a:pt x="2944" y="805"/>
                </a:moveTo>
                <a:lnTo>
                  <a:pt x="2904" y="805"/>
                </a:lnTo>
                <a:lnTo>
                  <a:pt x="2904" y="797"/>
                </a:lnTo>
                <a:lnTo>
                  <a:pt x="2944" y="797"/>
                </a:lnTo>
                <a:lnTo>
                  <a:pt x="2944" y="805"/>
                </a:lnTo>
                <a:moveTo>
                  <a:pt x="2880" y="805"/>
                </a:moveTo>
                <a:lnTo>
                  <a:pt x="2840" y="805"/>
                </a:lnTo>
                <a:lnTo>
                  <a:pt x="2840" y="797"/>
                </a:lnTo>
                <a:lnTo>
                  <a:pt x="2880" y="797"/>
                </a:lnTo>
                <a:lnTo>
                  <a:pt x="2880" y="805"/>
                </a:lnTo>
                <a:moveTo>
                  <a:pt x="2816" y="805"/>
                </a:moveTo>
                <a:lnTo>
                  <a:pt x="2776" y="805"/>
                </a:lnTo>
                <a:lnTo>
                  <a:pt x="2776" y="797"/>
                </a:lnTo>
                <a:lnTo>
                  <a:pt x="2816" y="797"/>
                </a:lnTo>
                <a:lnTo>
                  <a:pt x="2816" y="805"/>
                </a:lnTo>
                <a:moveTo>
                  <a:pt x="2752" y="805"/>
                </a:moveTo>
                <a:lnTo>
                  <a:pt x="2712" y="805"/>
                </a:lnTo>
                <a:lnTo>
                  <a:pt x="2712" y="797"/>
                </a:lnTo>
                <a:lnTo>
                  <a:pt x="2752" y="797"/>
                </a:lnTo>
                <a:lnTo>
                  <a:pt x="2752" y="805"/>
                </a:lnTo>
                <a:moveTo>
                  <a:pt x="2688" y="805"/>
                </a:moveTo>
                <a:lnTo>
                  <a:pt x="2648" y="805"/>
                </a:lnTo>
                <a:lnTo>
                  <a:pt x="2648" y="797"/>
                </a:lnTo>
                <a:lnTo>
                  <a:pt x="2688" y="797"/>
                </a:lnTo>
                <a:lnTo>
                  <a:pt x="2688" y="805"/>
                </a:lnTo>
                <a:moveTo>
                  <a:pt x="2624" y="805"/>
                </a:moveTo>
                <a:lnTo>
                  <a:pt x="2584" y="805"/>
                </a:lnTo>
                <a:lnTo>
                  <a:pt x="2584" y="797"/>
                </a:lnTo>
                <a:lnTo>
                  <a:pt x="2624" y="797"/>
                </a:lnTo>
                <a:lnTo>
                  <a:pt x="2624" y="805"/>
                </a:lnTo>
                <a:moveTo>
                  <a:pt x="2560" y="805"/>
                </a:moveTo>
                <a:lnTo>
                  <a:pt x="2520" y="805"/>
                </a:lnTo>
                <a:lnTo>
                  <a:pt x="2520" y="797"/>
                </a:lnTo>
                <a:lnTo>
                  <a:pt x="2560" y="797"/>
                </a:lnTo>
                <a:lnTo>
                  <a:pt x="2560" y="805"/>
                </a:lnTo>
                <a:moveTo>
                  <a:pt x="2496" y="805"/>
                </a:moveTo>
                <a:lnTo>
                  <a:pt x="2456" y="805"/>
                </a:lnTo>
                <a:lnTo>
                  <a:pt x="2456" y="797"/>
                </a:lnTo>
                <a:lnTo>
                  <a:pt x="2496" y="797"/>
                </a:lnTo>
                <a:lnTo>
                  <a:pt x="2496" y="805"/>
                </a:lnTo>
                <a:moveTo>
                  <a:pt x="2432" y="805"/>
                </a:moveTo>
                <a:lnTo>
                  <a:pt x="2392" y="805"/>
                </a:lnTo>
                <a:lnTo>
                  <a:pt x="2392" y="797"/>
                </a:lnTo>
                <a:lnTo>
                  <a:pt x="2432" y="797"/>
                </a:lnTo>
                <a:lnTo>
                  <a:pt x="2432" y="805"/>
                </a:lnTo>
                <a:moveTo>
                  <a:pt x="2369" y="805"/>
                </a:moveTo>
                <a:lnTo>
                  <a:pt x="2329" y="805"/>
                </a:lnTo>
                <a:lnTo>
                  <a:pt x="2329" y="797"/>
                </a:lnTo>
                <a:lnTo>
                  <a:pt x="2369" y="797"/>
                </a:lnTo>
                <a:lnTo>
                  <a:pt x="2369" y="805"/>
                </a:lnTo>
                <a:moveTo>
                  <a:pt x="2305" y="805"/>
                </a:moveTo>
                <a:lnTo>
                  <a:pt x="2265" y="805"/>
                </a:lnTo>
                <a:lnTo>
                  <a:pt x="2265" y="797"/>
                </a:lnTo>
                <a:lnTo>
                  <a:pt x="2305" y="797"/>
                </a:lnTo>
                <a:lnTo>
                  <a:pt x="2305" y="805"/>
                </a:lnTo>
                <a:moveTo>
                  <a:pt x="2241" y="805"/>
                </a:moveTo>
                <a:lnTo>
                  <a:pt x="2201" y="805"/>
                </a:lnTo>
                <a:lnTo>
                  <a:pt x="2201" y="797"/>
                </a:lnTo>
                <a:lnTo>
                  <a:pt x="2241" y="797"/>
                </a:lnTo>
                <a:lnTo>
                  <a:pt x="2241" y="805"/>
                </a:lnTo>
                <a:moveTo>
                  <a:pt x="2177" y="805"/>
                </a:moveTo>
                <a:lnTo>
                  <a:pt x="2137" y="805"/>
                </a:lnTo>
                <a:lnTo>
                  <a:pt x="2137" y="797"/>
                </a:lnTo>
                <a:lnTo>
                  <a:pt x="2177" y="797"/>
                </a:lnTo>
                <a:lnTo>
                  <a:pt x="2177" y="805"/>
                </a:lnTo>
                <a:moveTo>
                  <a:pt x="2113" y="805"/>
                </a:moveTo>
                <a:lnTo>
                  <a:pt x="2073" y="805"/>
                </a:lnTo>
                <a:lnTo>
                  <a:pt x="2073" y="797"/>
                </a:lnTo>
                <a:lnTo>
                  <a:pt x="2113" y="797"/>
                </a:lnTo>
                <a:lnTo>
                  <a:pt x="2113" y="805"/>
                </a:lnTo>
                <a:moveTo>
                  <a:pt x="2049" y="805"/>
                </a:moveTo>
                <a:lnTo>
                  <a:pt x="2009" y="805"/>
                </a:lnTo>
                <a:lnTo>
                  <a:pt x="2009" y="797"/>
                </a:lnTo>
                <a:lnTo>
                  <a:pt x="2049" y="797"/>
                </a:lnTo>
                <a:lnTo>
                  <a:pt x="2049" y="805"/>
                </a:lnTo>
                <a:moveTo>
                  <a:pt x="1985" y="805"/>
                </a:moveTo>
                <a:lnTo>
                  <a:pt x="1945" y="805"/>
                </a:lnTo>
                <a:lnTo>
                  <a:pt x="1945" y="797"/>
                </a:lnTo>
                <a:lnTo>
                  <a:pt x="1985" y="797"/>
                </a:lnTo>
                <a:lnTo>
                  <a:pt x="1985" y="805"/>
                </a:lnTo>
                <a:moveTo>
                  <a:pt x="1921" y="805"/>
                </a:moveTo>
                <a:lnTo>
                  <a:pt x="1881" y="805"/>
                </a:lnTo>
                <a:lnTo>
                  <a:pt x="1881" y="797"/>
                </a:lnTo>
                <a:lnTo>
                  <a:pt x="1921" y="797"/>
                </a:lnTo>
                <a:lnTo>
                  <a:pt x="1921" y="805"/>
                </a:lnTo>
                <a:moveTo>
                  <a:pt x="1857" y="805"/>
                </a:moveTo>
                <a:lnTo>
                  <a:pt x="1817" y="805"/>
                </a:lnTo>
                <a:lnTo>
                  <a:pt x="1817" y="797"/>
                </a:lnTo>
                <a:lnTo>
                  <a:pt x="1857" y="797"/>
                </a:lnTo>
                <a:lnTo>
                  <a:pt x="1857" y="805"/>
                </a:lnTo>
                <a:moveTo>
                  <a:pt x="1793" y="805"/>
                </a:moveTo>
                <a:lnTo>
                  <a:pt x="1754" y="805"/>
                </a:lnTo>
                <a:lnTo>
                  <a:pt x="1754" y="797"/>
                </a:lnTo>
                <a:lnTo>
                  <a:pt x="1793" y="797"/>
                </a:lnTo>
                <a:lnTo>
                  <a:pt x="1793" y="805"/>
                </a:lnTo>
                <a:moveTo>
                  <a:pt x="1730" y="805"/>
                </a:moveTo>
                <a:lnTo>
                  <a:pt x="1690" y="805"/>
                </a:lnTo>
                <a:lnTo>
                  <a:pt x="1690" y="797"/>
                </a:lnTo>
                <a:lnTo>
                  <a:pt x="1730" y="797"/>
                </a:lnTo>
                <a:lnTo>
                  <a:pt x="1730" y="805"/>
                </a:lnTo>
                <a:moveTo>
                  <a:pt x="1666" y="805"/>
                </a:moveTo>
                <a:lnTo>
                  <a:pt x="1626" y="805"/>
                </a:lnTo>
                <a:lnTo>
                  <a:pt x="1626" y="797"/>
                </a:lnTo>
                <a:lnTo>
                  <a:pt x="1666" y="797"/>
                </a:lnTo>
                <a:lnTo>
                  <a:pt x="1666" y="805"/>
                </a:lnTo>
                <a:moveTo>
                  <a:pt x="1602" y="805"/>
                </a:moveTo>
                <a:lnTo>
                  <a:pt x="1562" y="805"/>
                </a:lnTo>
                <a:lnTo>
                  <a:pt x="1562" y="797"/>
                </a:lnTo>
                <a:lnTo>
                  <a:pt x="1602" y="797"/>
                </a:lnTo>
                <a:lnTo>
                  <a:pt x="1602" y="805"/>
                </a:lnTo>
                <a:moveTo>
                  <a:pt x="1538" y="805"/>
                </a:moveTo>
                <a:lnTo>
                  <a:pt x="1498" y="805"/>
                </a:lnTo>
                <a:lnTo>
                  <a:pt x="1498" y="797"/>
                </a:lnTo>
                <a:lnTo>
                  <a:pt x="1538" y="797"/>
                </a:lnTo>
                <a:lnTo>
                  <a:pt x="1538" y="805"/>
                </a:lnTo>
                <a:moveTo>
                  <a:pt x="1474" y="805"/>
                </a:moveTo>
                <a:lnTo>
                  <a:pt x="1434" y="805"/>
                </a:lnTo>
                <a:lnTo>
                  <a:pt x="1434" y="797"/>
                </a:lnTo>
                <a:lnTo>
                  <a:pt x="1474" y="797"/>
                </a:lnTo>
                <a:lnTo>
                  <a:pt x="1474" y="805"/>
                </a:lnTo>
                <a:moveTo>
                  <a:pt x="1410" y="805"/>
                </a:moveTo>
                <a:lnTo>
                  <a:pt x="1370" y="805"/>
                </a:lnTo>
                <a:lnTo>
                  <a:pt x="1370" y="797"/>
                </a:lnTo>
                <a:lnTo>
                  <a:pt x="1410" y="797"/>
                </a:lnTo>
                <a:lnTo>
                  <a:pt x="1410" y="805"/>
                </a:lnTo>
                <a:moveTo>
                  <a:pt x="1346" y="805"/>
                </a:moveTo>
                <a:lnTo>
                  <a:pt x="1306" y="805"/>
                </a:lnTo>
                <a:lnTo>
                  <a:pt x="1306" y="797"/>
                </a:lnTo>
                <a:lnTo>
                  <a:pt x="1346" y="797"/>
                </a:lnTo>
                <a:lnTo>
                  <a:pt x="1346" y="805"/>
                </a:lnTo>
                <a:moveTo>
                  <a:pt x="1282" y="805"/>
                </a:moveTo>
                <a:lnTo>
                  <a:pt x="1242" y="805"/>
                </a:lnTo>
                <a:lnTo>
                  <a:pt x="1242" y="797"/>
                </a:lnTo>
                <a:lnTo>
                  <a:pt x="1282" y="797"/>
                </a:lnTo>
                <a:lnTo>
                  <a:pt x="1282" y="805"/>
                </a:lnTo>
                <a:moveTo>
                  <a:pt x="1218" y="805"/>
                </a:moveTo>
                <a:lnTo>
                  <a:pt x="1179" y="805"/>
                </a:lnTo>
                <a:lnTo>
                  <a:pt x="1179" y="797"/>
                </a:lnTo>
                <a:lnTo>
                  <a:pt x="1218" y="797"/>
                </a:lnTo>
                <a:lnTo>
                  <a:pt x="1218" y="805"/>
                </a:lnTo>
                <a:moveTo>
                  <a:pt x="1155" y="805"/>
                </a:moveTo>
                <a:lnTo>
                  <a:pt x="1115" y="805"/>
                </a:lnTo>
                <a:lnTo>
                  <a:pt x="1115" y="797"/>
                </a:lnTo>
                <a:lnTo>
                  <a:pt x="1155" y="797"/>
                </a:lnTo>
                <a:lnTo>
                  <a:pt x="1155" y="805"/>
                </a:lnTo>
                <a:moveTo>
                  <a:pt x="1091" y="805"/>
                </a:moveTo>
                <a:lnTo>
                  <a:pt x="1051" y="805"/>
                </a:lnTo>
                <a:lnTo>
                  <a:pt x="1051" y="797"/>
                </a:lnTo>
                <a:lnTo>
                  <a:pt x="1091" y="797"/>
                </a:lnTo>
                <a:lnTo>
                  <a:pt x="1091" y="805"/>
                </a:lnTo>
                <a:moveTo>
                  <a:pt x="1027" y="805"/>
                </a:moveTo>
                <a:lnTo>
                  <a:pt x="987" y="805"/>
                </a:lnTo>
                <a:lnTo>
                  <a:pt x="987" y="797"/>
                </a:lnTo>
                <a:lnTo>
                  <a:pt x="1027" y="797"/>
                </a:lnTo>
                <a:lnTo>
                  <a:pt x="1027" y="805"/>
                </a:lnTo>
                <a:moveTo>
                  <a:pt x="963" y="805"/>
                </a:moveTo>
                <a:lnTo>
                  <a:pt x="923" y="805"/>
                </a:lnTo>
                <a:lnTo>
                  <a:pt x="923" y="797"/>
                </a:lnTo>
                <a:lnTo>
                  <a:pt x="963" y="797"/>
                </a:lnTo>
                <a:lnTo>
                  <a:pt x="963" y="805"/>
                </a:lnTo>
                <a:moveTo>
                  <a:pt x="899" y="805"/>
                </a:moveTo>
                <a:lnTo>
                  <a:pt x="859" y="805"/>
                </a:lnTo>
                <a:lnTo>
                  <a:pt x="859" y="797"/>
                </a:lnTo>
                <a:lnTo>
                  <a:pt x="899" y="797"/>
                </a:lnTo>
                <a:lnTo>
                  <a:pt x="899" y="805"/>
                </a:lnTo>
                <a:moveTo>
                  <a:pt x="835" y="805"/>
                </a:moveTo>
                <a:lnTo>
                  <a:pt x="795" y="805"/>
                </a:lnTo>
                <a:lnTo>
                  <a:pt x="795" y="797"/>
                </a:lnTo>
                <a:lnTo>
                  <a:pt x="835" y="797"/>
                </a:lnTo>
                <a:lnTo>
                  <a:pt x="835" y="805"/>
                </a:lnTo>
                <a:moveTo>
                  <a:pt x="771" y="805"/>
                </a:moveTo>
                <a:lnTo>
                  <a:pt x="731" y="805"/>
                </a:lnTo>
                <a:lnTo>
                  <a:pt x="731" y="797"/>
                </a:lnTo>
                <a:lnTo>
                  <a:pt x="771" y="797"/>
                </a:lnTo>
                <a:lnTo>
                  <a:pt x="771" y="805"/>
                </a:lnTo>
                <a:moveTo>
                  <a:pt x="707" y="805"/>
                </a:moveTo>
                <a:lnTo>
                  <a:pt x="667" y="805"/>
                </a:lnTo>
                <a:lnTo>
                  <a:pt x="667" y="797"/>
                </a:lnTo>
                <a:lnTo>
                  <a:pt x="707" y="797"/>
                </a:lnTo>
                <a:lnTo>
                  <a:pt x="707" y="805"/>
                </a:lnTo>
                <a:moveTo>
                  <a:pt x="643" y="805"/>
                </a:moveTo>
                <a:lnTo>
                  <a:pt x="604" y="805"/>
                </a:lnTo>
                <a:lnTo>
                  <a:pt x="604" y="797"/>
                </a:lnTo>
                <a:lnTo>
                  <a:pt x="643" y="797"/>
                </a:lnTo>
                <a:lnTo>
                  <a:pt x="643" y="805"/>
                </a:lnTo>
                <a:moveTo>
                  <a:pt x="580" y="805"/>
                </a:moveTo>
                <a:lnTo>
                  <a:pt x="540" y="805"/>
                </a:lnTo>
                <a:lnTo>
                  <a:pt x="540" y="797"/>
                </a:lnTo>
                <a:lnTo>
                  <a:pt x="580" y="797"/>
                </a:lnTo>
                <a:lnTo>
                  <a:pt x="580" y="805"/>
                </a:lnTo>
                <a:moveTo>
                  <a:pt x="516" y="805"/>
                </a:moveTo>
                <a:lnTo>
                  <a:pt x="476" y="805"/>
                </a:lnTo>
                <a:lnTo>
                  <a:pt x="476" y="797"/>
                </a:lnTo>
                <a:lnTo>
                  <a:pt x="516" y="797"/>
                </a:lnTo>
                <a:lnTo>
                  <a:pt x="516" y="805"/>
                </a:lnTo>
                <a:moveTo>
                  <a:pt x="451" y="805"/>
                </a:moveTo>
                <a:lnTo>
                  <a:pt x="411" y="805"/>
                </a:lnTo>
                <a:lnTo>
                  <a:pt x="411" y="797"/>
                </a:lnTo>
                <a:lnTo>
                  <a:pt x="451" y="797"/>
                </a:lnTo>
                <a:lnTo>
                  <a:pt x="451" y="805"/>
                </a:lnTo>
                <a:moveTo>
                  <a:pt x="387" y="805"/>
                </a:moveTo>
                <a:lnTo>
                  <a:pt x="347" y="805"/>
                </a:lnTo>
                <a:lnTo>
                  <a:pt x="347" y="797"/>
                </a:lnTo>
                <a:lnTo>
                  <a:pt x="387" y="797"/>
                </a:lnTo>
                <a:lnTo>
                  <a:pt x="387" y="805"/>
                </a:lnTo>
                <a:moveTo>
                  <a:pt x="323" y="805"/>
                </a:moveTo>
                <a:lnTo>
                  <a:pt x="283" y="805"/>
                </a:lnTo>
                <a:lnTo>
                  <a:pt x="283" y="797"/>
                </a:lnTo>
                <a:lnTo>
                  <a:pt x="323" y="797"/>
                </a:lnTo>
                <a:lnTo>
                  <a:pt x="323" y="805"/>
                </a:lnTo>
                <a:moveTo>
                  <a:pt x="259" y="805"/>
                </a:moveTo>
                <a:lnTo>
                  <a:pt x="219" y="805"/>
                </a:lnTo>
                <a:lnTo>
                  <a:pt x="219" y="797"/>
                </a:lnTo>
                <a:lnTo>
                  <a:pt x="259" y="797"/>
                </a:lnTo>
                <a:lnTo>
                  <a:pt x="259" y="805"/>
                </a:lnTo>
                <a:moveTo>
                  <a:pt x="195" y="805"/>
                </a:moveTo>
                <a:lnTo>
                  <a:pt x="155" y="805"/>
                </a:lnTo>
                <a:lnTo>
                  <a:pt x="155" y="797"/>
                </a:lnTo>
                <a:lnTo>
                  <a:pt x="195" y="797"/>
                </a:lnTo>
                <a:lnTo>
                  <a:pt x="195" y="805"/>
                </a:lnTo>
                <a:moveTo>
                  <a:pt x="131" y="805"/>
                </a:moveTo>
                <a:lnTo>
                  <a:pt x="91" y="805"/>
                </a:lnTo>
                <a:lnTo>
                  <a:pt x="91" y="797"/>
                </a:lnTo>
                <a:lnTo>
                  <a:pt x="131" y="797"/>
                </a:lnTo>
                <a:lnTo>
                  <a:pt x="131" y="805"/>
                </a:lnTo>
                <a:moveTo>
                  <a:pt x="67" y="805"/>
                </a:moveTo>
                <a:lnTo>
                  <a:pt x="28" y="805"/>
                </a:lnTo>
                <a:lnTo>
                  <a:pt x="28" y="797"/>
                </a:lnTo>
                <a:lnTo>
                  <a:pt x="67" y="797"/>
                </a:lnTo>
                <a:lnTo>
                  <a:pt x="67" y="805"/>
                </a:lnTo>
                <a:moveTo>
                  <a:pt x="0" y="801"/>
                </a:moveTo>
                <a:lnTo>
                  <a:pt x="0" y="761"/>
                </a:lnTo>
                <a:lnTo>
                  <a:pt x="8" y="761"/>
                </a:lnTo>
                <a:lnTo>
                  <a:pt x="8" y="801"/>
                </a:lnTo>
                <a:lnTo>
                  <a:pt x="0" y="801"/>
                </a:lnTo>
                <a:moveTo>
                  <a:pt x="0" y="736"/>
                </a:moveTo>
                <a:lnTo>
                  <a:pt x="0" y="696"/>
                </a:lnTo>
                <a:lnTo>
                  <a:pt x="8" y="696"/>
                </a:lnTo>
                <a:lnTo>
                  <a:pt x="8" y="736"/>
                </a:lnTo>
                <a:lnTo>
                  <a:pt x="0" y="736"/>
                </a:lnTo>
                <a:moveTo>
                  <a:pt x="0" y="672"/>
                </a:moveTo>
                <a:lnTo>
                  <a:pt x="0" y="633"/>
                </a:lnTo>
                <a:lnTo>
                  <a:pt x="8" y="633"/>
                </a:lnTo>
                <a:lnTo>
                  <a:pt x="8" y="672"/>
                </a:lnTo>
                <a:lnTo>
                  <a:pt x="0" y="672"/>
                </a:lnTo>
                <a:moveTo>
                  <a:pt x="0" y="609"/>
                </a:moveTo>
                <a:lnTo>
                  <a:pt x="0" y="569"/>
                </a:lnTo>
                <a:lnTo>
                  <a:pt x="8" y="569"/>
                </a:lnTo>
                <a:lnTo>
                  <a:pt x="8" y="609"/>
                </a:lnTo>
                <a:lnTo>
                  <a:pt x="0" y="609"/>
                </a:lnTo>
                <a:moveTo>
                  <a:pt x="0" y="545"/>
                </a:moveTo>
                <a:lnTo>
                  <a:pt x="0" y="505"/>
                </a:lnTo>
                <a:lnTo>
                  <a:pt x="8" y="505"/>
                </a:lnTo>
                <a:lnTo>
                  <a:pt x="8" y="545"/>
                </a:lnTo>
                <a:lnTo>
                  <a:pt x="0" y="545"/>
                </a:lnTo>
                <a:moveTo>
                  <a:pt x="0" y="481"/>
                </a:moveTo>
                <a:lnTo>
                  <a:pt x="0" y="441"/>
                </a:lnTo>
                <a:lnTo>
                  <a:pt x="8" y="441"/>
                </a:lnTo>
                <a:lnTo>
                  <a:pt x="8" y="481"/>
                </a:lnTo>
                <a:lnTo>
                  <a:pt x="0" y="481"/>
                </a:lnTo>
                <a:moveTo>
                  <a:pt x="0" y="418"/>
                </a:moveTo>
                <a:lnTo>
                  <a:pt x="0" y="378"/>
                </a:lnTo>
                <a:lnTo>
                  <a:pt x="8" y="378"/>
                </a:lnTo>
                <a:lnTo>
                  <a:pt x="8" y="418"/>
                </a:lnTo>
                <a:lnTo>
                  <a:pt x="0" y="418"/>
                </a:lnTo>
                <a:moveTo>
                  <a:pt x="0" y="354"/>
                </a:moveTo>
                <a:lnTo>
                  <a:pt x="0" y="314"/>
                </a:lnTo>
                <a:lnTo>
                  <a:pt x="8" y="314"/>
                </a:lnTo>
                <a:lnTo>
                  <a:pt x="8" y="354"/>
                </a:lnTo>
                <a:lnTo>
                  <a:pt x="0" y="354"/>
                </a:lnTo>
                <a:moveTo>
                  <a:pt x="0" y="290"/>
                </a:moveTo>
                <a:lnTo>
                  <a:pt x="0" y="250"/>
                </a:lnTo>
                <a:lnTo>
                  <a:pt x="8" y="250"/>
                </a:lnTo>
                <a:lnTo>
                  <a:pt x="8" y="290"/>
                </a:lnTo>
                <a:lnTo>
                  <a:pt x="0" y="290"/>
                </a:lnTo>
                <a:moveTo>
                  <a:pt x="0" y="227"/>
                </a:moveTo>
                <a:lnTo>
                  <a:pt x="0" y="187"/>
                </a:lnTo>
                <a:lnTo>
                  <a:pt x="8" y="187"/>
                </a:lnTo>
                <a:lnTo>
                  <a:pt x="8" y="227"/>
                </a:lnTo>
                <a:lnTo>
                  <a:pt x="0" y="227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99"/>
                </a:moveTo>
                <a:lnTo>
                  <a:pt x="0" y="59"/>
                </a:lnTo>
                <a:lnTo>
                  <a:pt x="8" y="59"/>
                </a:lnTo>
                <a:lnTo>
                  <a:pt x="8" y="99"/>
                </a:lnTo>
                <a:lnTo>
                  <a:pt x="0" y="99"/>
                </a:lnTo>
                <a:moveTo>
                  <a:pt x="0" y="35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5"/>
                </a:lnTo>
                <a:lnTo>
                  <a:pt x="0" y="35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4633920" y="2505960"/>
            <a:ext cx="35280" cy="29160"/>
          </a:xfrm>
          <a:custGeom>
            <a:avLst/>
            <a:gdLst/>
            <a:ahLst/>
            <a:rect l="0" t="0" r="r" b="b"/>
            <a:pathLst>
              <a:path w="98" h="81">
                <a:moveTo>
                  <a:pt x="0" y="0"/>
                </a:moveTo>
                <a:lnTo>
                  <a:pt x="98" y="0"/>
                </a:lnTo>
                <a:lnTo>
                  <a:pt x="98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4633920" y="25160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3334680" y="2336760"/>
            <a:ext cx="9486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3334680" y="2502720"/>
            <a:ext cx="2887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3345840" y="2603520"/>
            <a:ext cx="1317240" cy="137880"/>
          </a:xfrm>
          <a:custGeom>
            <a:avLst/>
            <a:gdLst/>
            <a:ahLst/>
            <a:rect l="0" t="0" r="r" b="b"/>
            <a:pathLst>
              <a:path w="3659" h="383">
                <a:moveTo>
                  <a:pt x="0" y="0"/>
                </a:moveTo>
                <a:lnTo>
                  <a:pt x="3659" y="0"/>
                </a:lnTo>
                <a:lnTo>
                  <a:pt x="3659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3344400" y="2602080"/>
            <a:ext cx="1320120" cy="140760"/>
          </a:xfrm>
          <a:custGeom>
            <a:avLst/>
            <a:gdLst/>
            <a:ahLst/>
            <a:rect l="0" t="0" r="r" b="b"/>
            <a:pathLst>
              <a:path w="3667" h="391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8"/>
                </a:lnTo>
                <a:lnTo>
                  <a:pt x="2241" y="8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8"/>
                </a:lnTo>
                <a:lnTo>
                  <a:pt x="2368" y="8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5" y="0"/>
                </a:lnTo>
                <a:lnTo>
                  <a:pt x="2855" y="8"/>
                </a:lnTo>
                <a:lnTo>
                  <a:pt x="2816" y="8"/>
                </a:lnTo>
                <a:lnTo>
                  <a:pt x="2816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3" y="0"/>
                </a:lnTo>
                <a:lnTo>
                  <a:pt x="2983" y="8"/>
                </a:lnTo>
                <a:lnTo>
                  <a:pt x="2943" y="8"/>
                </a:lnTo>
                <a:lnTo>
                  <a:pt x="2943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9" y="0"/>
                </a:lnTo>
                <a:lnTo>
                  <a:pt x="3559" y="8"/>
                </a:lnTo>
                <a:lnTo>
                  <a:pt x="3518" y="8"/>
                </a:lnTo>
                <a:lnTo>
                  <a:pt x="3518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8"/>
                </a:lnTo>
                <a:lnTo>
                  <a:pt x="3583" y="8"/>
                </a:lnTo>
                <a:lnTo>
                  <a:pt x="3583" y="0"/>
                </a:lnTo>
                <a:moveTo>
                  <a:pt x="3647" y="0"/>
                </a:moveTo>
                <a:lnTo>
                  <a:pt x="3667" y="0"/>
                </a:lnTo>
                <a:lnTo>
                  <a:pt x="3667" y="28"/>
                </a:lnTo>
                <a:lnTo>
                  <a:pt x="3659" y="28"/>
                </a:lnTo>
                <a:lnTo>
                  <a:pt x="3659" y="4"/>
                </a:lnTo>
                <a:lnTo>
                  <a:pt x="3663" y="4"/>
                </a:lnTo>
                <a:lnTo>
                  <a:pt x="3663" y="8"/>
                </a:lnTo>
                <a:lnTo>
                  <a:pt x="3647" y="8"/>
                </a:lnTo>
                <a:lnTo>
                  <a:pt x="3647" y="0"/>
                </a:lnTo>
                <a:moveTo>
                  <a:pt x="3667" y="52"/>
                </a:moveTo>
                <a:lnTo>
                  <a:pt x="3667" y="92"/>
                </a:lnTo>
                <a:lnTo>
                  <a:pt x="3659" y="92"/>
                </a:lnTo>
                <a:lnTo>
                  <a:pt x="3659" y="52"/>
                </a:lnTo>
                <a:lnTo>
                  <a:pt x="3667" y="52"/>
                </a:lnTo>
                <a:moveTo>
                  <a:pt x="3667" y="115"/>
                </a:moveTo>
                <a:lnTo>
                  <a:pt x="3667" y="155"/>
                </a:lnTo>
                <a:lnTo>
                  <a:pt x="3659" y="155"/>
                </a:lnTo>
                <a:lnTo>
                  <a:pt x="3659" y="115"/>
                </a:lnTo>
                <a:lnTo>
                  <a:pt x="3667" y="115"/>
                </a:lnTo>
                <a:moveTo>
                  <a:pt x="3667" y="179"/>
                </a:moveTo>
                <a:lnTo>
                  <a:pt x="3667" y="219"/>
                </a:lnTo>
                <a:lnTo>
                  <a:pt x="3659" y="219"/>
                </a:lnTo>
                <a:lnTo>
                  <a:pt x="3659" y="179"/>
                </a:lnTo>
                <a:lnTo>
                  <a:pt x="3667" y="179"/>
                </a:lnTo>
                <a:moveTo>
                  <a:pt x="3667" y="243"/>
                </a:moveTo>
                <a:lnTo>
                  <a:pt x="3667" y="283"/>
                </a:lnTo>
                <a:lnTo>
                  <a:pt x="3659" y="283"/>
                </a:lnTo>
                <a:lnTo>
                  <a:pt x="3659" y="243"/>
                </a:lnTo>
                <a:lnTo>
                  <a:pt x="3667" y="243"/>
                </a:lnTo>
                <a:moveTo>
                  <a:pt x="3667" y="307"/>
                </a:moveTo>
                <a:lnTo>
                  <a:pt x="3667" y="346"/>
                </a:lnTo>
                <a:lnTo>
                  <a:pt x="3659" y="346"/>
                </a:lnTo>
                <a:lnTo>
                  <a:pt x="3659" y="307"/>
                </a:lnTo>
                <a:lnTo>
                  <a:pt x="3667" y="307"/>
                </a:lnTo>
                <a:moveTo>
                  <a:pt x="3667" y="370"/>
                </a:moveTo>
                <a:lnTo>
                  <a:pt x="3667" y="391"/>
                </a:lnTo>
                <a:lnTo>
                  <a:pt x="3639" y="391"/>
                </a:lnTo>
                <a:lnTo>
                  <a:pt x="3639" y="383"/>
                </a:lnTo>
                <a:lnTo>
                  <a:pt x="3663" y="383"/>
                </a:lnTo>
                <a:lnTo>
                  <a:pt x="3663" y="387"/>
                </a:lnTo>
                <a:lnTo>
                  <a:pt x="3659" y="387"/>
                </a:lnTo>
                <a:lnTo>
                  <a:pt x="3659" y="370"/>
                </a:lnTo>
                <a:lnTo>
                  <a:pt x="3667" y="370"/>
                </a:lnTo>
                <a:moveTo>
                  <a:pt x="3615" y="391"/>
                </a:moveTo>
                <a:lnTo>
                  <a:pt x="3575" y="391"/>
                </a:lnTo>
                <a:lnTo>
                  <a:pt x="3575" y="383"/>
                </a:lnTo>
                <a:lnTo>
                  <a:pt x="3615" y="383"/>
                </a:lnTo>
                <a:lnTo>
                  <a:pt x="3615" y="391"/>
                </a:lnTo>
                <a:moveTo>
                  <a:pt x="3551" y="391"/>
                </a:moveTo>
                <a:lnTo>
                  <a:pt x="3510" y="391"/>
                </a:lnTo>
                <a:lnTo>
                  <a:pt x="3510" y="383"/>
                </a:lnTo>
                <a:lnTo>
                  <a:pt x="3551" y="383"/>
                </a:lnTo>
                <a:lnTo>
                  <a:pt x="3551" y="391"/>
                </a:lnTo>
                <a:moveTo>
                  <a:pt x="3486" y="391"/>
                </a:moveTo>
                <a:lnTo>
                  <a:pt x="3446" y="391"/>
                </a:lnTo>
                <a:lnTo>
                  <a:pt x="3446" y="383"/>
                </a:lnTo>
                <a:lnTo>
                  <a:pt x="3486" y="383"/>
                </a:lnTo>
                <a:lnTo>
                  <a:pt x="3486" y="391"/>
                </a:lnTo>
                <a:moveTo>
                  <a:pt x="3423" y="391"/>
                </a:moveTo>
                <a:lnTo>
                  <a:pt x="3383" y="391"/>
                </a:lnTo>
                <a:lnTo>
                  <a:pt x="3383" y="383"/>
                </a:lnTo>
                <a:lnTo>
                  <a:pt x="3423" y="383"/>
                </a:lnTo>
                <a:lnTo>
                  <a:pt x="3423" y="391"/>
                </a:lnTo>
                <a:moveTo>
                  <a:pt x="3359" y="391"/>
                </a:moveTo>
                <a:lnTo>
                  <a:pt x="3319" y="391"/>
                </a:lnTo>
                <a:lnTo>
                  <a:pt x="3319" y="383"/>
                </a:lnTo>
                <a:lnTo>
                  <a:pt x="3359" y="383"/>
                </a:lnTo>
                <a:lnTo>
                  <a:pt x="3359" y="391"/>
                </a:lnTo>
                <a:moveTo>
                  <a:pt x="3295" y="391"/>
                </a:moveTo>
                <a:lnTo>
                  <a:pt x="3255" y="391"/>
                </a:lnTo>
                <a:lnTo>
                  <a:pt x="3255" y="383"/>
                </a:lnTo>
                <a:lnTo>
                  <a:pt x="3295" y="383"/>
                </a:lnTo>
                <a:lnTo>
                  <a:pt x="3295" y="391"/>
                </a:lnTo>
                <a:moveTo>
                  <a:pt x="3231" y="391"/>
                </a:moveTo>
                <a:lnTo>
                  <a:pt x="3191" y="391"/>
                </a:lnTo>
                <a:lnTo>
                  <a:pt x="3191" y="383"/>
                </a:lnTo>
                <a:lnTo>
                  <a:pt x="3231" y="383"/>
                </a:lnTo>
                <a:lnTo>
                  <a:pt x="3231" y="391"/>
                </a:lnTo>
                <a:moveTo>
                  <a:pt x="3167" y="391"/>
                </a:moveTo>
                <a:lnTo>
                  <a:pt x="3127" y="391"/>
                </a:lnTo>
                <a:lnTo>
                  <a:pt x="3127" y="383"/>
                </a:lnTo>
                <a:lnTo>
                  <a:pt x="3167" y="383"/>
                </a:lnTo>
                <a:lnTo>
                  <a:pt x="3167" y="391"/>
                </a:lnTo>
                <a:moveTo>
                  <a:pt x="3103" y="391"/>
                </a:moveTo>
                <a:lnTo>
                  <a:pt x="3063" y="391"/>
                </a:lnTo>
                <a:lnTo>
                  <a:pt x="3063" y="383"/>
                </a:lnTo>
                <a:lnTo>
                  <a:pt x="3103" y="383"/>
                </a:lnTo>
                <a:lnTo>
                  <a:pt x="3103" y="391"/>
                </a:lnTo>
                <a:moveTo>
                  <a:pt x="3039" y="391"/>
                </a:moveTo>
                <a:lnTo>
                  <a:pt x="2999" y="391"/>
                </a:lnTo>
                <a:lnTo>
                  <a:pt x="2999" y="383"/>
                </a:lnTo>
                <a:lnTo>
                  <a:pt x="3039" y="383"/>
                </a:lnTo>
                <a:lnTo>
                  <a:pt x="3039" y="391"/>
                </a:lnTo>
                <a:moveTo>
                  <a:pt x="2975" y="391"/>
                </a:moveTo>
                <a:lnTo>
                  <a:pt x="2935" y="391"/>
                </a:lnTo>
                <a:lnTo>
                  <a:pt x="2935" y="383"/>
                </a:lnTo>
                <a:lnTo>
                  <a:pt x="2975" y="383"/>
                </a:lnTo>
                <a:lnTo>
                  <a:pt x="2975" y="391"/>
                </a:lnTo>
                <a:moveTo>
                  <a:pt x="2911" y="391"/>
                </a:moveTo>
                <a:lnTo>
                  <a:pt x="2871" y="391"/>
                </a:lnTo>
                <a:lnTo>
                  <a:pt x="2871" y="383"/>
                </a:lnTo>
                <a:lnTo>
                  <a:pt x="2911" y="383"/>
                </a:lnTo>
                <a:lnTo>
                  <a:pt x="2911" y="391"/>
                </a:lnTo>
                <a:moveTo>
                  <a:pt x="2847" y="391"/>
                </a:moveTo>
                <a:lnTo>
                  <a:pt x="2808" y="391"/>
                </a:lnTo>
                <a:lnTo>
                  <a:pt x="2808" y="383"/>
                </a:lnTo>
                <a:lnTo>
                  <a:pt x="2847" y="383"/>
                </a:lnTo>
                <a:lnTo>
                  <a:pt x="2847" y="391"/>
                </a:lnTo>
                <a:moveTo>
                  <a:pt x="2784" y="391"/>
                </a:moveTo>
                <a:lnTo>
                  <a:pt x="2744" y="391"/>
                </a:lnTo>
                <a:lnTo>
                  <a:pt x="2744" y="383"/>
                </a:lnTo>
                <a:lnTo>
                  <a:pt x="2784" y="383"/>
                </a:lnTo>
                <a:lnTo>
                  <a:pt x="2784" y="391"/>
                </a:lnTo>
                <a:moveTo>
                  <a:pt x="2720" y="391"/>
                </a:moveTo>
                <a:lnTo>
                  <a:pt x="2680" y="391"/>
                </a:lnTo>
                <a:lnTo>
                  <a:pt x="2680" y="383"/>
                </a:lnTo>
                <a:lnTo>
                  <a:pt x="2720" y="383"/>
                </a:lnTo>
                <a:lnTo>
                  <a:pt x="2720" y="391"/>
                </a:lnTo>
                <a:moveTo>
                  <a:pt x="2656" y="391"/>
                </a:moveTo>
                <a:lnTo>
                  <a:pt x="2616" y="391"/>
                </a:lnTo>
                <a:lnTo>
                  <a:pt x="2616" y="383"/>
                </a:lnTo>
                <a:lnTo>
                  <a:pt x="2656" y="383"/>
                </a:lnTo>
                <a:lnTo>
                  <a:pt x="2656" y="391"/>
                </a:lnTo>
                <a:moveTo>
                  <a:pt x="2592" y="391"/>
                </a:moveTo>
                <a:lnTo>
                  <a:pt x="2552" y="391"/>
                </a:lnTo>
                <a:lnTo>
                  <a:pt x="2552" y="383"/>
                </a:lnTo>
                <a:lnTo>
                  <a:pt x="2592" y="383"/>
                </a:lnTo>
                <a:lnTo>
                  <a:pt x="2592" y="391"/>
                </a:lnTo>
                <a:moveTo>
                  <a:pt x="2528" y="391"/>
                </a:moveTo>
                <a:lnTo>
                  <a:pt x="2488" y="391"/>
                </a:lnTo>
                <a:lnTo>
                  <a:pt x="2488" y="383"/>
                </a:lnTo>
                <a:lnTo>
                  <a:pt x="2528" y="383"/>
                </a:lnTo>
                <a:lnTo>
                  <a:pt x="2528" y="391"/>
                </a:lnTo>
                <a:moveTo>
                  <a:pt x="2464" y="391"/>
                </a:moveTo>
                <a:lnTo>
                  <a:pt x="2424" y="391"/>
                </a:lnTo>
                <a:lnTo>
                  <a:pt x="2424" y="383"/>
                </a:lnTo>
                <a:lnTo>
                  <a:pt x="2464" y="383"/>
                </a:lnTo>
                <a:lnTo>
                  <a:pt x="2464" y="391"/>
                </a:lnTo>
                <a:moveTo>
                  <a:pt x="2400" y="391"/>
                </a:moveTo>
                <a:lnTo>
                  <a:pt x="2360" y="391"/>
                </a:lnTo>
                <a:lnTo>
                  <a:pt x="2360" y="383"/>
                </a:lnTo>
                <a:lnTo>
                  <a:pt x="2400" y="383"/>
                </a:lnTo>
                <a:lnTo>
                  <a:pt x="2400" y="391"/>
                </a:lnTo>
                <a:moveTo>
                  <a:pt x="2336" y="391"/>
                </a:moveTo>
                <a:lnTo>
                  <a:pt x="2296" y="391"/>
                </a:lnTo>
                <a:lnTo>
                  <a:pt x="2296" y="383"/>
                </a:lnTo>
                <a:lnTo>
                  <a:pt x="2336" y="383"/>
                </a:lnTo>
                <a:lnTo>
                  <a:pt x="2336" y="391"/>
                </a:lnTo>
                <a:moveTo>
                  <a:pt x="2272" y="391"/>
                </a:moveTo>
                <a:lnTo>
                  <a:pt x="2233" y="391"/>
                </a:lnTo>
                <a:lnTo>
                  <a:pt x="2233" y="383"/>
                </a:lnTo>
                <a:lnTo>
                  <a:pt x="2272" y="383"/>
                </a:lnTo>
                <a:lnTo>
                  <a:pt x="2272" y="391"/>
                </a:lnTo>
                <a:moveTo>
                  <a:pt x="2209" y="391"/>
                </a:moveTo>
                <a:lnTo>
                  <a:pt x="2169" y="391"/>
                </a:lnTo>
                <a:lnTo>
                  <a:pt x="2169" y="383"/>
                </a:lnTo>
                <a:lnTo>
                  <a:pt x="2209" y="383"/>
                </a:lnTo>
                <a:lnTo>
                  <a:pt x="2209" y="391"/>
                </a:lnTo>
                <a:moveTo>
                  <a:pt x="2145" y="391"/>
                </a:moveTo>
                <a:lnTo>
                  <a:pt x="2105" y="391"/>
                </a:lnTo>
                <a:lnTo>
                  <a:pt x="2105" y="383"/>
                </a:lnTo>
                <a:lnTo>
                  <a:pt x="2145" y="383"/>
                </a:lnTo>
                <a:lnTo>
                  <a:pt x="2145" y="391"/>
                </a:lnTo>
                <a:moveTo>
                  <a:pt x="2081" y="391"/>
                </a:moveTo>
                <a:lnTo>
                  <a:pt x="2041" y="391"/>
                </a:lnTo>
                <a:lnTo>
                  <a:pt x="2041" y="383"/>
                </a:lnTo>
                <a:lnTo>
                  <a:pt x="2081" y="383"/>
                </a:lnTo>
                <a:lnTo>
                  <a:pt x="2081" y="391"/>
                </a:lnTo>
                <a:moveTo>
                  <a:pt x="2017" y="391"/>
                </a:moveTo>
                <a:lnTo>
                  <a:pt x="1977" y="391"/>
                </a:lnTo>
                <a:lnTo>
                  <a:pt x="1977" y="383"/>
                </a:lnTo>
                <a:lnTo>
                  <a:pt x="2017" y="383"/>
                </a:lnTo>
                <a:lnTo>
                  <a:pt x="2017" y="391"/>
                </a:lnTo>
                <a:moveTo>
                  <a:pt x="1953" y="391"/>
                </a:moveTo>
                <a:lnTo>
                  <a:pt x="1913" y="391"/>
                </a:lnTo>
                <a:lnTo>
                  <a:pt x="1913" y="383"/>
                </a:lnTo>
                <a:lnTo>
                  <a:pt x="1953" y="383"/>
                </a:lnTo>
                <a:lnTo>
                  <a:pt x="1953" y="391"/>
                </a:lnTo>
                <a:moveTo>
                  <a:pt x="1889" y="391"/>
                </a:moveTo>
                <a:lnTo>
                  <a:pt x="1849" y="391"/>
                </a:lnTo>
                <a:lnTo>
                  <a:pt x="1849" y="383"/>
                </a:lnTo>
                <a:lnTo>
                  <a:pt x="1889" y="383"/>
                </a:lnTo>
                <a:lnTo>
                  <a:pt x="1889" y="391"/>
                </a:lnTo>
                <a:moveTo>
                  <a:pt x="1825" y="391"/>
                </a:moveTo>
                <a:lnTo>
                  <a:pt x="1785" y="391"/>
                </a:lnTo>
                <a:lnTo>
                  <a:pt x="1785" y="383"/>
                </a:lnTo>
                <a:lnTo>
                  <a:pt x="1825" y="383"/>
                </a:lnTo>
                <a:lnTo>
                  <a:pt x="1825" y="391"/>
                </a:lnTo>
                <a:moveTo>
                  <a:pt x="1761" y="391"/>
                </a:moveTo>
                <a:lnTo>
                  <a:pt x="1721" y="391"/>
                </a:lnTo>
                <a:lnTo>
                  <a:pt x="1721" y="383"/>
                </a:lnTo>
                <a:lnTo>
                  <a:pt x="1761" y="383"/>
                </a:lnTo>
                <a:lnTo>
                  <a:pt x="1761" y="391"/>
                </a:lnTo>
                <a:moveTo>
                  <a:pt x="1697" y="391"/>
                </a:moveTo>
                <a:lnTo>
                  <a:pt x="1658" y="391"/>
                </a:lnTo>
                <a:lnTo>
                  <a:pt x="1658" y="383"/>
                </a:lnTo>
                <a:lnTo>
                  <a:pt x="1697" y="383"/>
                </a:lnTo>
                <a:lnTo>
                  <a:pt x="1697" y="391"/>
                </a:lnTo>
                <a:moveTo>
                  <a:pt x="1634" y="391"/>
                </a:moveTo>
                <a:lnTo>
                  <a:pt x="1594" y="391"/>
                </a:lnTo>
                <a:lnTo>
                  <a:pt x="1594" y="383"/>
                </a:lnTo>
                <a:lnTo>
                  <a:pt x="1634" y="383"/>
                </a:lnTo>
                <a:lnTo>
                  <a:pt x="1634" y="391"/>
                </a:lnTo>
                <a:moveTo>
                  <a:pt x="1570" y="391"/>
                </a:moveTo>
                <a:lnTo>
                  <a:pt x="1530" y="391"/>
                </a:lnTo>
                <a:lnTo>
                  <a:pt x="1530" y="383"/>
                </a:lnTo>
                <a:lnTo>
                  <a:pt x="1570" y="383"/>
                </a:lnTo>
                <a:lnTo>
                  <a:pt x="1570" y="391"/>
                </a:lnTo>
                <a:moveTo>
                  <a:pt x="1506" y="391"/>
                </a:moveTo>
                <a:lnTo>
                  <a:pt x="1466" y="391"/>
                </a:lnTo>
                <a:lnTo>
                  <a:pt x="1466" y="383"/>
                </a:lnTo>
                <a:lnTo>
                  <a:pt x="1506" y="383"/>
                </a:lnTo>
                <a:lnTo>
                  <a:pt x="1506" y="391"/>
                </a:lnTo>
                <a:moveTo>
                  <a:pt x="1442" y="391"/>
                </a:moveTo>
                <a:lnTo>
                  <a:pt x="1402" y="391"/>
                </a:lnTo>
                <a:lnTo>
                  <a:pt x="1402" y="383"/>
                </a:lnTo>
                <a:lnTo>
                  <a:pt x="1442" y="383"/>
                </a:lnTo>
                <a:lnTo>
                  <a:pt x="1442" y="391"/>
                </a:lnTo>
                <a:moveTo>
                  <a:pt x="1378" y="391"/>
                </a:moveTo>
                <a:lnTo>
                  <a:pt x="1338" y="391"/>
                </a:lnTo>
                <a:lnTo>
                  <a:pt x="1338" y="383"/>
                </a:lnTo>
                <a:lnTo>
                  <a:pt x="1378" y="383"/>
                </a:lnTo>
                <a:lnTo>
                  <a:pt x="1378" y="391"/>
                </a:lnTo>
                <a:moveTo>
                  <a:pt x="1314" y="391"/>
                </a:moveTo>
                <a:lnTo>
                  <a:pt x="1274" y="391"/>
                </a:lnTo>
                <a:lnTo>
                  <a:pt x="1274" y="383"/>
                </a:lnTo>
                <a:lnTo>
                  <a:pt x="1314" y="383"/>
                </a:lnTo>
                <a:lnTo>
                  <a:pt x="1314" y="391"/>
                </a:lnTo>
                <a:moveTo>
                  <a:pt x="1250" y="391"/>
                </a:moveTo>
                <a:lnTo>
                  <a:pt x="1210" y="391"/>
                </a:lnTo>
                <a:lnTo>
                  <a:pt x="1210" y="383"/>
                </a:lnTo>
                <a:lnTo>
                  <a:pt x="1250" y="383"/>
                </a:lnTo>
                <a:lnTo>
                  <a:pt x="1250" y="391"/>
                </a:lnTo>
                <a:moveTo>
                  <a:pt x="1186" y="391"/>
                </a:moveTo>
                <a:lnTo>
                  <a:pt x="1146" y="391"/>
                </a:lnTo>
                <a:lnTo>
                  <a:pt x="1146" y="383"/>
                </a:lnTo>
                <a:lnTo>
                  <a:pt x="1186" y="383"/>
                </a:lnTo>
                <a:lnTo>
                  <a:pt x="1186" y="391"/>
                </a:lnTo>
                <a:moveTo>
                  <a:pt x="1122" y="391"/>
                </a:moveTo>
                <a:lnTo>
                  <a:pt x="1083" y="391"/>
                </a:lnTo>
                <a:lnTo>
                  <a:pt x="1083" y="383"/>
                </a:lnTo>
                <a:lnTo>
                  <a:pt x="1122" y="383"/>
                </a:lnTo>
                <a:lnTo>
                  <a:pt x="1122" y="391"/>
                </a:lnTo>
                <a:moveTo>
                  <a:pt x="1059" y="391"/>
                </a:moveTo>
                <a:lnTo>
                  <a:pt x="1019" y="391"/>
                </a:lnTo>
                <a:lnTo>
                  <a:pt x="1019" y="383"/>
                </a:lnTo>
                <a:lnTo>
                  <a:pt x="1059" y="383"/>
                </a:lnTo>
                <a:lnTo>
                  <a:pt x="1059" y="391"/>
                </a:lnTo>
                <a:moveTo>
                  <a:pt x="995" y="391"/>
                </a:moveTo>
                <a:lnTo>
                  <a:pt x="955" y="391"/>
                </a:lnTo>
                <a:lnTo>
                  <a:pt x="955" y="383"/>
                </a:lnTo>
                <a:lnTo>
                  <a:pt x="995" y="383"/>
                </a:lnTo>
                <a:lnTo>
                  <a:pt x="995" y="391"/>
                </a:lnTo>
                <a:moveTo>
                  <a:pt x="931" y="391"/>
                </a:moveTo>
                <a:lnTo>
                  <a:pt x="891" y="391"/>
                </a:lnTo>
                <a:lnTo>
                  <a:pt x="891" y="383"/>
                </a:lnTo>
                <a:lnTo>
                  <a:pt x="931" y="383"/>
                </a:lnTo>
                <a:lnTo>
                  <a:pt x="931" y="391"/>
                </a:lnTo>
                <a:moveTo>
                  <a:pt x="867" y="391"/>
                </a:moveTo>
                <a:lnTo>
                  <a:pt x="827" y="391"/>
                </a:lnTo>
                <a:lnTo>
                  <a:pt x="827" y="383"/>
                </a:lnTo>
                <a:lnTo>
                  <a:pt x="867" y="383"/>
                </a:lnTo>
                <a:lnTo>
                  <a:pt x="867" y="391"/>
                </a:lnTo>
                <a:moveTo>
                  <a:pt x="803" y="391"/>
                </a:moveTo>
                <a:lnTo>
                  <a:pt x="763" y="391"/>
                </a:lnTo>
                <a:lnTo>
                  <a:pt x="763" y="383"/>
                </a:lnTo>
                <a:lnTo>
                  <a:pt x="803" y="383"/>
                </a:lnTo>
                <a:lnTo>
                  <a:pt x="803" y="391"/>
                </a:lnTo>
                <a:moveTo>
                  <a:pt x="739" y="391"/>
                </a:moveTo>
                <a:lnTo>
                  <a:pt x="699" y="391"/>
                </a:lnTo>
                <a:lnTo>
                  <a:pt x="699" y="383"/>
                </a:lnTo>
                <a:lnTo>
                  <a:pt x="739" y="383"/>
                </a:lnTo>
                <a:lnTo>
                  <a:pt x="739" y="391"/>
                </a:lnTo>
                <a:moveTo>
                  <a:pt x="675" y="391"/>
                </a:moveTo>
                <a:lnTo>
                  <a:pt x="635" y="391"/>
                </a:lnTo>
                <a:lnTo>
                  <a:pt x="635" y="383"/>
                </a:lnTo>
                <a:lnTo>
                  <a:pt x="675" y="383"/>
                </a:lnTo>
                <a:lnTo>
                  <a:pt x="675" y="391"/>
                </a:lnTo>
                <a:moveTo>
                  <a:pt x="611" y="391"/>
                </a:moveTo>
                <a:lnTo>
                  <a:pt x="571" y="391"/>
                </a:lnTo>
                <a:lnTo>
                  <a:pt x="571" y="383"/>
                </a:lnTo>
                <a:lnTo>
                  <a:pt x="611" y="383"/>
                </a:lnTo>
                <a:lnTo>
                  <a:pt x="611" y="391"/>
                </a:lnTo>
                <a:moveTo>
                  <a:pt x="547" y="391"/>
                </a:moveTo>
                <a:lnTo>
                  <a:pt x="508" y="391"/>
                </a:lnTo>
                <a:lnTo>
                  <a:pt x="508" y="383"/>
                </a:lnTo>
                <a:lnTo>
                  <a:pt x="547" y="383"/>
                </a:lnTo>
                <a:lnTo>
                  <a:pt x="547" y="391"/>
                </a:lnTo>
                <a:moveTo>
                  <a:pt x="484" y="391"/>
                </a:moveTo>
                <a:lnTo>
                  <a:pt x="444" y="391"/>
                </a:lnTo>
                <a:lnTo>
                  <a:pt x="444" y="383"/>
                </a:lnTo>
                <a:lnTo>
                  <a:pt x="484" y="383"/>
                </a:lnTo>
                <a:lnTo>
                  <a:pt x="484" y="391"/>
                </a:lnTo>
                <a:moveTo>
                  <a:pt x="420" y="391"/>
                </a:moveTo>
                <a:lnTo>
                  <a:pt x="380" y="391"/>
                </a:lnTo>
                <a:lnTo>
                  <a:pt x="380" y="383"/>
                </a:lnTo>
                <a:lnTo>
                  <a:pt x="420" y="383"/>
                </a:lnTo>
                <a:lnTo>
                  <a:pt x="420" y="391"/>
                </a:lnTo>
                <a:moveTo>
                  <a:pt x="356" y="391"/>
                </a:moveTo>
                <a:lnTo>
                  <a:pt x="316" y="391"/>
                </a:lnTo>
                <a:lnTo>
                  <a:pt x="316" y="383"/>
                </a:lnTo>
                <a:lnTo>
                  <a:pt x="356" y="383"/>
                </a:lnTo>
                <a:lnTo>
                  <a:pt x="356" y="391"/>
                </a:lnTo>
                <a:moveTo>
                  <a:pt x="292" y="391"/>
                </a:moveTo>
                <a:lnTo>
                  <a:pt x="252" y="391"/>
                </a:lnTo>
                <a:lnTo>
                  <a:pt x="252" y="383"/>
                </a:lnTo>
                <a:lnTo>
                  <a:pt x="292" y="383"/>
                </a:lnTo>
                <a:lnTo>
                  <a:pt x="292" y="391"/>
                </a:lnTo>
                <a:moveTo>
                  <a:pt x="228" y="391"/>
                </a:moveTo>
                <a:lnTo>
                  <a:pt x="188" y="391"/>
                </a:lnTo>
                <a:lnTo>
                  <a:pt x="188" y="383"/>
                </a:lnTo>
                <a:lnTo>
                  <a:pt x="228" y="383"/>
                </a:lnTo>
                <a:lnTo>
                  <a:pt x="228" y="391"/>
                </a:lnTo>
                <a:moveTo>
                  <a:pt x="164" y="391"/>
                </a:moveTo>
                <a:lnTo>
                  <a:pt x="124" y="391"/>
                </a:lnTo>
                <a:lnTo>
                  <a:pt x="124" y="383"/>
                </a:lnTo>
                <a:lnTo>
                  <a:pt x="164" y="383"/>
                </a:lnTo>
                <a:lnTo>
                  <a:pt x="164" y="391"/>
                </a:lnTo>
                <a:moveTo>
                  <a:pt x="100" y="391"/>
                </a:moveTo>
                <a:lnTo>
                  <a:pt x="60" y="391"/>
                </a:lnTo>
                <a:lnTo>
                  <a:pt x="60" y="383"/>
                </a:lnTo>
                <a:lnTo>
                  <a:pt x="100" y="383"/>
                </a:lnTo>
                <a:lnTo>
                  <a:pt x="100" y="391"/>
                </a:lnTo>
                <a:moveTo>
                  <a:pt x="36" y="391"/>
                </a:moveTo>
                <a:lnTo>
                  <a:pt x="0" y="391"/>
                </a:lnTo>
                <a:lnTo>
                  <a:pt x="0" y="379"/>
                </a:lnTo>
                <a:lnTo>
                  <a:pt x="8" y="379"/>
                </a:lnTo>
                <a:lnTo>
                  <a:pt x="8" y="387"/>
                </a:lnTo>
                <a:lnTo>
                  <a:pt x="4" y="387"/>
                </a:lnTo>
                <a:lnTo>
                  <a:pt x="4" y="383"/>
                </a:lnTo>
                <a:lnTo>
                  <a:pt x="36" y="383"/>
                </a:lnTo>
                <a:lnTo>
                  <a:pt x="36" y="391"/>
                </a:lnTo>
                <a:moveTo>
                  <a:pt x="0" y="354"/>
                </a:moveTo>
                <a:lnTo>
                  <a:pt x="0" y="314"/>
                </a:lnTo>
                <a:lnTo>
                  <a:pt x="8" y="314"/>
                </a:lnTo>
                <a:lnTo>
                  <a:pt x="8" y="354"/>
                </a:lnTo>
                <a:lnTo>
                  <a:pt x="0" y="354"/>
                </a:lnTo>
                <a:moveTo>
                  <a:pt x="0" y="291"/>
                </a:moveTo>
                <a:lnTo>
                  <a:pt x="0" y="251"/>
                </a:lnTo>
                <a:lnTo>
                  <a:pt x="8" y="251"/>
                </a:lnTo>
                <a:lnTo>
                  <a:pt x="8" y="291"/>
                </a:lnTo>
                <a:lnTo>
                  <a:pt x="0" y="291"/>
                </a:lnTo>
                <a:moveTo>
                  <a:pt x="0" y="227"/>
                </a:moveTo>
                <a:lnTo>
                  <a:pt x="0" y="187"/>
                </a:lnTo>
                <a:lnTo>
                  <a:pt x="8" y="187"/>
                </a:lnTo>
                <a:lnTo>
                  <a:pt x="8" y="227"/>
                </a:lnTo>
                <a:lnTo>
                  <a:pt x="0" y="227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4605120" y="26265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4605120" y="2636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3334680" y="2549160"/>
            <a:ext cx="3283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3375000" y="2623320"/>
            <a:ext cx="2005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3305880" y="2850120"/>
            <a:ext cx="2803320" cy="186480"/>
          </a:xfrm>
          <a:custGeom>
            <a:avLst/>
            <a:gdLst/>
            <a:ahLst/>
            <a:rect l="0" t="0" r="r" b="b"/>
            <a:pathLst>
              <a:path w="7787" h="518">
                <a:moveTo>
                  <a:pt x="0" y="0"/>
                </a:moveTo>
                <a:lnTo>
                  <a:pt x="7787" y="0"/>
                </a:lnTo>
                <a:lnTo>
                  <a:pt x="7787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3304440" y="2848680"/>
            <a:ext cx="2806200" cy="189360"/>
          </a:xfrm>
          <a:custGeom>
            <a:avLst/>
            <a:gdLst/>
            <a:ahLst/>
            <a:rect l="0" t="0" r="r" b="b"/>
            <a:pathLst>
              <a:path w="7795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6" y="0"/>
                </a:lnTo>
                <a:lnTo>
                  <a:pt x="2536" y="8"/>
                </a:lnTo>
                <a:lnTo>
                  <a:pt x="2495" y="8"/>
                </a:lnTo>
                <a:lnTo>
                  <a:pt x="2495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19" y="0"/>
                </a:moveTo>
                <a:lnTo>
                  <a:pt x="5859" y="0"/>
                </a:lnTo>
                <a:lnTo>
                  <a:pt x="5859" y="8"/>
                </a:lnTo>
                <a:lnTo>
                  <a:pt x="5819" y="8"/>
                </a:lnTo>
                <a:lnTo>
                  <a:pt x="5819" y="0"/>
                </a:lnTo>
                <a:moveTo>
                  <a:pt x="5882" y="0"/>
                </a:moveTo>
                <a:lnTo>
                  <a:pt x="5922" y="0"/>
                </a:lnTo>
                <a:lnTo>
                  <a:pt x="5922" y="8"/>
                </a:lnTo>
                <a:lnTo>
                  <a:pt x="5882" y="8"/>
                </a:lnTo>
                <a:lnTo>
                  <a:pt x="5882" y="0"/>
                </a:lnTo>
                <a:moveTo>
                  <a:pt x="5946" y="0"/>
                </a:moveTo>
                <a:lnTo>
                  <a:pt x="5986" y="0"/>
                </a:lnTo>
                <a:lnTo>
                  <a:pt x="5986" y="8"/>
                </a:lnTo>
                <a:lnTo>
                  <a:pt x="5946" y="8"/>
                </a:lnTo>
                <a:lnTo>
                  <a:pt x="5946" y="0"/>
                </a:lnTo>
                <a:moveTo>
                  <a:pt x="6010" y="0"/>
                </a:moveTo>
                <a:lnTo>
                  <a:pt x="6050" y="0"/>
                </a:lnTo>
                <a:lnTo>
                  <a:pt x="6050" y="8"/>
                </a:lnTo>
                <a:lnTo>
                  <a:pt x="6010" y="8"/>
                </a:lnTo>
                <a:lnTo>
                  <a:pt x="6010" y="0"/>
                </a:lnTo>
                <a:moveTo>
                  <a:pt x="6074" y="0"/>
                </a:moveTo>
                <a:lnTo>
                  <a:pt x="6114" y="0"/>
                </a:lnTo>
                <a:lnTo>
                  <a:pt x="6114" y="8"/>
                </a:lnTo>
                <a:lnTo>
                  <a:pt x="6074" y="8"/>
                </a:lnTo>
                <a:lnTo>
                  <a:pt x="6074" y="0"/>
                </a:lnTo>
                <a:moveTo>
                  <a:pt x="6138" y="0"/>
                </a:moveTo>
                <a:lnTo>
                  <a:pt x="6178" y="0"/>
                </a:lnTo>
                <a:lnTo>
                  <a:pt x="6178" y="8"/>
                </a:lnTo>
                <a:lnTo>
                  <a:pt x="6138" y="8"/>
                </a:lnTo>
                <a:lnTo>
                  <a:pt x="6138" y="0"/>
                </a:lnTo>
                <a:moveTo>
                  <a:pt x="6202" y="0"/>
                </a:moveTo>
                <a:lnTo>
                  <a:pt x="6242" y="0"/>
                </a:lnTo>
                <a:lnTo>
                  <a:pt x="6242" y="8"/>
                </a:lnTo>
                <a:lnTo>
                  <a:pt x="6202" y="8"/>
                </a:lnTo>
                <a:lnTo>
                  <a:pt x="6202" y="0"/>
                </a:lnTo>
                <a:moveTo>
                  <a:pt x="6266" y="0"/>
                </a:moveTo>
                <a:lnTo>
                  <a:pt x="6306" y="0"/>
                </a:lnTo>
                <a:lnTo>
                  <a:pt x="6306" y="8"/>
                </a:lnTo>
                <a:lnTo>
                  <a:pt x="6266" y="8"/>
                </a:lnTo>
                <a:lnTo>
                  <a:pt x="6266" y="0"/>
                </a:lnTo>
                <a:moveTo>
                  <a:pt x="6330" y="0"/>
                </a:moveTo>
                <a:lnTo>
                  <a:pt x="6370" y="0"/>
                </a:lnTo>
                <a:lnTo>
                  <a:pt x="6370" y="8"/>
                </a:lnTo>
                <a:lnTo>
                  <a:pt x="6330" y="8"/>
                </a:lnTo>
                <a:lnTo>
                  <a:pt x="6330" y="0"/>
                </a:lnTo>
                <a:moveTo>
                  <a:pt x="6394" y="0"/>
                </a:moveTo>
                <a:lnTo>
                  <a:pt x="6434" y="0"/>
                </a:lnTo>
                <a:lnTo>
                  <a:pt x="6434" y="8"/>
                </a:lnTo>
                <a:lnTo>
                  <a:pt x="6394" y="8"/>
                </a:lnTo>
                <a:lnTo>
                  <a:pt x="6394" y="0"/>
                </a:lnTo>
                <a:moveTo>
                  <a:pt x="6458" y="0"/>
                </a:moveTo>
                <a:lnTo>
                  <a:pt x="6497" y="0"/>
                </a:lnTo>
                <a:lnTo>
                  <a:pt x="6497" y="8"/>
                </a:lnTo>
                <a:lnTo>
                  <a:pt x="6458" y="8"/>
                </a:lnTo>
                <a:lnTo>
                  <a:pt x="6458" y="0"/>
                </a:lnTo>
                <a:moveTo>
                  <a:pt x="6521" y="0"/>
                </a:moveTo>
                <a:lnTo>
                  <a:pt x="6561" y="0"/>
                </a:lnTo>
                <a:lnTo>
                  <a:pt x="6561" y="8"/>
                </a:lnTo>
                <a:lnTo>
                  <a:pt x="6521" y="8"/>
                </a:lnTo>
                <a:lnTo>
                  <a:pt x="6521" y="0"/>
                </a:lnTo>
                <a:moveTo>
                  <a:pt x="6585" y="0"/>
                </a:moveTo>
                <a:lnTo>
                  <a:pt x="6625" y="0"/>
                </a:lnTo>
                <a:lnTo>
                  <a:pt x="6625" y="8"/>
                </a:lnTo>
                <a:lnTo>
                  <a:pt x="6585" y="8"/>
                </a:lnTo>
                <a:lnTo>
                  <a:pt x="6585" y="0"/>
                </a:lnTo>
                <a:moveTo>
                  <a:pt x="6649" y="0"/>
                </a:moveTo>
                <a:lnTo>
                  <a:pt x="6689" y="0"/>
                </a:lnTo>
                <a:lnTo>
                  <a:pt x="6689" y="8"/>
                </a:lnTo>
                <a:lnTo>
                  <a:pt x="6649" y="8"/>
                </a:lnTo>
                <a:lnTo>
                  <a:pt x="6649" y="0"/>
                </a:lnTo>
                <a:moveTo>
                  <a:pt x="6713" y="0"/>
                </a:moveTo>
                <a:lnTo>
                  <a:pt x="6753" y="0"/>
                </a:lnTo>
                <a:lnTo>
                  <a:pt x="6753" y="8"/>
                </a:lnTo>
                <a:lnTo>
                  <a:pt x="6713" y="8"/>
                </a:lnTo>
                <a:lnTo>
                  <a:pt x="6713" y="0"/>
                </a:lnTo>
                <a:moveTo>
                  <a:pt x="6777" y="0"/>
                </a:moveTo>
                <a:lnTo>
                  <a:pt x="6817" y="0"/>
                </a:lnTo>
                <a:lnTo>
                  <a:pt x="6817" y="8"/>
                </a:lnTo>
                <a:lnTo>
                  <a:pt x="6777" y="8"/>
                </a:lnTo>
                <a:lnTo>
                  <a:pt x="6777" y="0"/>
                </a:lnTo>
                <a:moveTo>
                  <a:pt x="6841" y="0"/>
                </a:moveTo>
                <a:lnTo>
                  <a:pt x="6881" y="0"/>
                </a:lnTo>
                <a:lnTo>
                  <a:pt x="6881" y="8"/>
                </a:lnTo>
                <a:lnTo>
                  <a:pt x="6841" y="8"/>
                </a:lnTo>
                <a:lnTo>
                  <a:pt x="6841" y="0"/>
                </a:lnTo>
                <a:moveTo>
                  <a:pt x="6905" y="0"/>
                </a:moveTo>
                <a:lnTo>
                  <a:pt x="6945" y="0"/>
                </a:lnTo>
                <a:lnTo>
                  <a:pt x="6945" y="8"/>
                </a:lnTo>
                <a:lnTo>
                  <a:pt x="6905" y="8"/>
                </a:lnTo>
                <a:lnTo>
                  <a:pt x="6905" y="0"/>
                </a:lnTo>
                <a:moveTo>
                  <a:pt x="6969" y="0"/>
                </a:moveTo>
                <a:lnTo>
                  <a:pt x="7009" y="0"/>
                </a:lnTo>
                <a:lnTo>
                  <a:pt x="7009" y="8"/>
                </a:lnTo>
                <a:lnTo>
                  <a:pt x="6969" y="8"/>
                </a:lnTo>
                <a:lnTo>
                  <a:pt x="6969" y="0"/>
                </a:lnTo>
                <a:moveTo>
                  <a:pt x="7033" y="0"/>
                </a:moveTo>
                <a:lnTo>
                  <a:pt x="7072" y="0"/>
                </a:lnTo>
                <a:lnTo>
                  <a:pt x="7072" y="8"/>
                </a:lnTo>
                <a:lnTo>
                  <a:pt x="7033" y="8"/>
                </a:lnTo>
                <a:lnTo>
                  <a:pt x="7033" y="0"/>
                </a:lnTo>
                <a:moveTo>
                  <a:pt x="7096" y="0"/>
                </a:moveTo>
                <a:lnTo>
                  <a:pt x="7136" y="0"/>
                </a:lnTo>
                <a:lnTo>
                  <a:pt x="7136" y="8"/>
                </a:lnTo>
                <a:lnTo>
                  <a:pt x="7096" y="8"/>
                </a:lnTo>
                <a:lnTo>
                  <a:pt x="7096" y="0"/>
                </a:lnTo>
                <a:moveTo>
                  <a:pt x="7160" y="0"/>
                </a:moveTo>
                <a:lnTo>
                  <a:pt x="7200" y="0"/>
                </a:lnTo>
                <a:lnTo>
                  <a:pt x="7200" y="8"/>
                </a:lnTo>
                <a:lnTo>
                  <a:pt x="7160" y="8"/>
                </a:lnTo>
                <a:lnTo>
                  <a:pt x="7160" y="0"/>
                </a:lnTo>
                <a:moveTo>
                  <a:pt x="7224" y="0"/>
                </a:moveTo>
                <a:lnTo>
                  <a:pt x="7264" y="0"/>
                </a:lnTo>
                <a:lnTo>
                  <a:pt x="7264" y="8"/>
                </a:lnTo>
                <a:lnTo>
                  <a:pt x="7224" y="8"/>
                </a:lnTo>
                <a:lnTo>
                  <a:pt x="7224" y="0"/>
                </a:lnTo>
                <a:moveTo>
                  <a:pt x="7288" y="0"/>
                </a:moveTo>
                <a:lnTo>
                  <a:pt x="7328" y="0"/>
                </a:lnTo>
                <a:lnTo>
                  <a:pt x="7328" y="8"/>
                </a:lnTo>
                <a:lnTo>
                  <a:pt x="7288" y="8"/>
                </a:lnTo>
                <a:lnTo>
                  <a:pt x="7288" y="0"/>
                </a:lnTo>
                <a:moveTo>
                  <a:pt x="7352" y="0"/>
                </a:moveTo>
                <a:lnTo>
                  <a:pt x="7392" y="0"/>
                </a:lnTo>
                <a:lnTo>
                  <a:pt x="7392" y="8"/>
                </a:lnTo>
                <a:lnTo>
                  <a:pt x="7352" y="8"/>
                </a:lnTo>
                <a:lnTo>
                  <a:pt x="7352" y="0"/>
                </a:lnTo>
                <a:moveTo>
                  <a:pt x="7416" y="0"/>
                </a:moveTo>
                <a:lnTo>
                  <a:pt x="7456" y="0"/>
                </a:lnTo>
                <a:lnTo>
                  <a:pt x="7456" y="8"/>
                </a:lnTo>
                <a:lnTo>
                  <a:pt x="7416" y="8"/>
                </a:lnTo>
                <a:lnTo>
                  <a:pt x="7416" y="0"/>
                </a:lnTo>
                <a:moveTo>
                  <a:pt x="7480" y="0"/>
                </a:moveTo>
                <a:lnTo>
                  <a:pt x="7520" y="0"/>
                </a:lnTo>
                <a:lnTo>
                  <a:pt x="7520" y="8"/>
                </a:lnTo>
                <a:lnTo>
                  <a:pt x="7480" y="8"/>
                </a:lnTo>
                <a:lnTo>
                  <a:pt x="7480" y="0"/>
                </a:lnTo>
                <a:moveTo>
                  <a:pt x="7544" y="0"/>
                </a:moveTo>
                <a:lnTo>
                  <a:pt x="7584" y="0"/>
                </a:lnTo>
                <a:lnTo>
                  <a:pt x="7584" y="8"/>
                </a:lnTo>
                <a:lnTo>
                  <a:pt x="7544" y="8"/>
                </a:lnTo>
                <a:lnTo>
                  <a:pt x="7544" y="0"/>
                </a:lnTo>
                <a:moveTo>
                  <a:pt x="7608" y="0"/>
                </a:moveTo>
                <a:lnTo>
                  <a:pt x="7647" y="0"/>
                </a:lnTo>
                <a:lnTo>
                  <a:pt x="7647" y="8"/>
                </a:lnTo>
                <a:lnTo>
                  <a:pt x="7608" y="8"/>
                </a:lnTo>
                <a:lnTo>
                  <a:pt x="7608" y="0"/>
                </a:lnTo>
                <a:moveTo>
                  <a:pt x="7671" y="0"/>
                </a:moveTo>
                <a:lnTo>
                  <a:pt x="7711" y="0"/>
                </a:lnTo>
                <a:lnTo>
                  <a:pt x="7711" y="8"/>
                </a:lnTo>
                <a:lnTo>
                  <a:pt x="7671" y="8"/>
                </a:lnTo>
                <a:lnTo>
                  <a:pt x="7671" y="0"/>
                </a:lnTo>
                <a:moveTo>
                  <a:pt x="7735" y="0"/>
                </a:moveTo>
                <a:lnTo>
                  <a:pt x="7775" y="0"/>
                </a:lnTo>
                <a:lnTo>
                  <a:pt x="7775" y="8"/>
                </a:lnTo>
                <a:lnTo>
                  <a:pt x="7735" y="8"/>
                </a:lnTo>
                <a:lnTo>
                  <a:pt x="7735" y="0"/>
                </a:lnTo>
                <a:moveTo>
                  <a:pt x="7795" y="12"/>
                </a:moveTo>
                <a:lnTo>
                  <a:pt x="7795" y="51"/>
                </a:lnTo>
                <a:lnTo>
                  <a:pt x="7787" y="51"/>
                </a:lnTo>
                <a:lnTo>
                  <a:pt x="7787" y="12"/>
                </a:lnTo>
                <a:lnTo>
                  <a:pt x="7795" y="12"/>
                </a:lnTo>
                <a:moveTo>
                  <a:pt x="7795" y="75"/>
                </a:moveTo>
                <a:lnTo>
                  <a:pt x="7795" y="115"/>
                </a:lnTo>
                <a:lnTo>
                  <a:pt x="7787" y="115"/>
                </a:lnTo>
                <a:lnTo>
                  <a:pt x="7787" y="75"/>
                </a:lnTo>
                <a:lnTo>
                  <a:pt x="7795" y="75"/>
                </a:lnTo>
                <a:moveTo>
                  <a:pt x="7795" y="139"/>
                </a:moveTo>
                <a:lnTo>
                  <a:pt x="7795" y="179"/>
                </a:lnTo>
                <a:lnTo>
                  <a:pt x="7787" y="179"/>
                </a:lnTo>
                <a:lnTo>
                  <a:pt x="7787" y="139"/>
                </a:lnTo>
                <a:lnTo>
                  <a:pt x="7795" y="139"/>
                </a:lnTo>
                <a:moveTo>
                  <a:pt x="7795" y="203"/>
                </a:moveTo>
                <a:lnTo>
                  <a:pt x="7795" y="243"/>
                </a:lnTo>
                <a:lnTo>
                  <a:pt x="7787" y="243"/>
                </a:lnTo>
                <a:lnTo>
                  <a:pt x="7787" y="203"/>
                </a:lnTo>
                <a:lnTo>
                  <a:pt x="7795" y="203"/>
                </a:lnTo>
                <a:moveTo>
                  <a:pt x="7795" y="267"/>
                </a:moveTo>
                <a:lnTo>
                  <a:pt x="7795" y="307"/>
                </a:lnTo>
                <a:lnTo>
                  <a:pt x="7787" y="307"/>
                </a:lnTo>
                <a:lnTo>
                  <a:pt x="7787" y="267"/>
                </a:lnTo>
                <a:lnTo>
                  <a:pt x="7795" y="267"/>
                </a:lnTo>
                <a:moveTo>
                  <a:pt x="7795" y="331"/>
                </a:moveTo>
                <a:lnTo>
                  <a:pt x="7795" y="371"/>
                </a:lnTo>
                <a:lnTo>
                  <a:pt x="7787" y="371"/>
                </a:lnTo>
                <a:lnTo>
                  <a:pt x="7787" y="331"/>
                </a:lnTo>
                <a:lnTo>
                  <a:pt x="7795" y="331"/>
                </a:lnTo>
                <a:moveTo>
                  <a:pt x="7795" y="395"/>
                </a:moveTo>
                <a:lnTo>
                  <a:pt x="7795" y="435"/>
                </a:lnTo>
                <a:lnTo>
                  <a:pt x="7787" y="435"/>
                </a:lnTo>
                <a:lnTo>
                  <a:pt x="7787" y="395"/>
                </a:lnTo>
                <a:lnTo>
                  <a:pt x="7795" y="395"/>
                </a:lnTo>
                <a:moveTo>
                  <a:pt x="7795" y="458"/>
                </a:moveTo>
                <a:lnTo>
                  <a:pt x="7795" y="498"/>
                </a:lnTo>
                <a:lnTo>
                  <a:pt x="7787" y="498"/>
                </a:lnTo>
                <a:lnTo>
                  <a:pt x="7787" y="458"/>
                </a:lnTo>
                <a:lnTo>
                  <a:pt x="7795" y="458"/>
                </a:lnTo>
                <a:moveTo>
                  <a:pt x="7791" y="526"/>
                </a:moveTo>
                <a:lnTo>
                  <a:pt x="7751" y="526"/>
                </a:lnTo>
                <a:lnTo>
                  <a:pt x="7751" y="518"/>
                </a:lnTo>
                <a:lnTo>
                  <a:pt x="7791" y="518"/>
                </a:lnTo>
                <a:lnTo>
                  <a:pt x="7791" y="526"/>
                </a:lnTo>
                <a:moveTo>
                  <a:pt x="7727" y="526"/>
                </a:moveTo>
                <a:lnTo>
                  <a:pt x="7687" y="526"/>
                </a:lnTo>
                <a:lnTo>
                  <a:pt x="7687" y="518"/>
                </a:lnTo>
                <a:lnTo>
                  <a:pt x="7727" y="518"/>
                </a:lnTo>
                <a:lnTo>
                  <a:pt x="7727" y="526"/>
                </a:lnTo>
                <a:moveTo>
                  <a:pt x="7663" y="526"/>
                </a:moveTo>
                <a:lnTo>
                  <a:pt x="7624" y="526"/>
                </a:lnTo>
                <a:lnTo>
                  <a:pt x="7624" y="518"/>
                </a:lnTo>
                <a:lnTo>
                  <a:pt x="7663" y="518"/>
                </a:lnTo>
                <a:lnTo>
                  <a:pt x="7663" y="526"/>
                </a:lnTo>
                <a:moveTo>
                  <a:pt x="7600" y="526"/>
                </a:moveTo>
                <a:lnTo>
                  <a:pt x="7560" y="526"/>
                </a:lnTo>
                <a:lnTo>
                  <a:pt x="7560" y="518"/>
                </a:lnTo>
                <a:lnTo>
                  <a:pt x="7600" y="518"/>
                </a:lnTo>
                <a:lnTo>
                  <a:pt x="7600" y="526"/>
                </a:lnTo>
                <a:moveTo>
                  <a:pt x="7536" y="526"/>
                </a:moveTo>
                <a:lnTo>
                  <a:pt x="7496" y="526"/>
                </a:lnTo>
                <a:lnTo>
                  <a:pt x="7496" y="518"/>
                </a:lnTo>
                <a:lnTo>
                  <a:pt x="7536" y="518"/>
                </a:lnTo>
                <a:lnTo>
                  <a:pt x="7536" y="526"/>
                </a:lnTo>
                <a:moveTo>
                  <a:pt x="7472" y="526"/>
                </a:moveTo>
                <a:lnTo>
                  <a:pt x="7432" y="526"/>
                </a:lnTo>
                <a:lnTo>
                  <a:pt x="7432" y="518"/>
                </a:lnTo>
                <a:lnTo>
                  <a:pt x="7472" y="518"/>
                </a:lnTo>
                <a:lnTo>
                  <a:pt x="7472" y="526"/>
                </a:lnTo>
                <a:moveTo>
                  <a:pt x="7408" y="526"/>
                </a:moveTo>
                <a:lnTo>
                  <a:pt x="7368" y="526"/>
                </a:lnTo>
                <a:lnTo>
                  <a:pt x="7368" y="518"/>
                </a:lnTo>
                <a:lnTo>
                  <a:pt x="7408" y="518"/>
                </a:lnTo>
                <a:lnTo>
                  <a:pt x="7408" y="526"/>
                </a:lnTo>
                <a:moveTo>
                  <a:pt x="7344" y="526"/>
                </a:moveTo>
                <a:lnTo>
                  <a:pt x="7304" y="526"/>
                </a:lnTo>
                <a:lnTo>
                  <a:pt x="7304" y="518"/>
                </a:lnTo>
                <a:lnTo>
                  <a:pt x="7344" y="518"/>
                </a:lnTo>
                <a:lnTo>
                  <a:pt x="7344" y="526"/>
                </a:lnTo>
                <a:moveTo>
                  <a:pt x="7280" y="526"/>
                </a:moveTo>
                <a:lnTo>
                  <a:pt x="7240" y="526"/>
                </a:lnTo>
                <a:lnTo>
                  <a:pt x="7240" y="518"/>
                </a:lnTo>
                <a:lnTo>
                  <a:pt x="7280" y="518"/>
                </a:lnTo>
                <a:lnTo>
                  <a:pt x="7280" y="526"/>
                </a:lnTo>
                <a:moveTo>
                  <a:pt x="7216" y="526"/>
                </a:moveTo>
                <a:lnTo>
                  <a:pt x="7176" y="526"/>
                </a:lnTo>
                <a:lnTo>
                  <a:pt x="7176" y="518"/>
                </a:lnTo>
                <a:lnTo>
                  <a:pt x="7216" y="518"/>
                </a:lnTo>
                <a:lnTo>
                  <a:pt x="7216" y="526"/>
                </a:lnTo>
                <a:moveTo>
                  <a:pt x="7152" y="526"/>
                </a:moveTo>
                <a:lnTo>
                  <a:pt x="7112" y="526"/>
                </a:lnTo>
                <a:lnTo>
                  <a:pt x="7112" y="518"/>
                </a:lnTo>
                <a:lnTo>
                  <a:pt x="7152" y="518"/>
                </a:lnTo>
                <a:lnTo>
                  <a:pt x="7152" y="526"/>
                </a:lnTo>
                <a:moveTo>
                  <a:pt x="7088" y="526"/>
                </a:moveTo>
                <a:lnTo>
                  <a:pt x="7048" y="526"/>
                </a:lnTo>
                <a:lnTo>
                  <a:pt x="7048" y="518"/>
                </a:lnTo>
                <a:lnTo>
                  <a:pt x="7088" y="518"/>
                </a:lnTo>
                <a:lnTo>
                  <a:pt x="7088" y="526"/>
                </a:lnTo>
                <a:moveTo>
                  <a:pt x="7025" y="526"/>
                </a:moveTo>
                <a:lnTo>
                  <a:pt x="6985" y="526"/>
                </a:lnTo>
                <a:lnTo>
                  <a:pt x="6985" y="518"/>
                </a:lnTo>
                <a:lnTo>
                  <a:pt x="7025" y="518"/>
                </a:lnTo>
                <a:lnTo>
                  <a:pt x="7025" y="526"/>
                </a:lnTo>
                <a:moveTo>
                  <a:pt x="6961" y="526"/>
                </a:moveTo>
                <a:lnTo>
                  <a:pt x="6921" y="526"/>
                </a:lnTo>
                <a:lnTo>
                  <a:pt x="6921" y="518"/>
                </a:lnTo>
                <a:lnTo>
                  <a:pt x="6961" y="518"/>
                </a:lnTo>
                <a:lnTo>
                  <a:pt x="6961" y="526"/>
                </a:lnTo>
                <a:moveTo>
                  <a:pt x="6897" y="526"/>
                </a:moveTo>
                <a:lnTo>
                  <a:pt x="6857" y="526"/>
                </a:lnTo>
                <a:lnTo>
                  <a:pt x="6857" y="518"/>
                </a:lnTo>
                <a:lnTo>
                  <a:pt x="6897" y="518"/>
                </a:lnTo>
                <a:lnTo>
                  <a:pt x="6897" y="526"/>
                </a:lnTo>
                <a:moveTo>
                  <a:pt x="6833" y="526"/>
                </a:moveTo>
                <a:lnTo>
                  <a:pt x="6793" y="526"/>
                </a:lnTo>
                <a:lnTo>
                  <a:pt x="6793" y="518"/>
                </a:lnTo>
                <a:lnTo>
                  <a:pt x="6833" y="518"/>
                </a:lnTo>
                <a:lnTo>
                  <a:pt x="6833" y="526"/>
                </a:lnTo>
                <a:moveTo>
                  <a:pt x="6769" y="526"/>
                </a:moveTo>
                <a:lnTo>
                  <a:pt x="6729" y="526"/>
                </a:lnTo>
                <a:lnTo>
                  <a:pt x="6729" y="518"/>
                </a:lnTo>
                <a:lnTo>
                  <a:pt x="6769" y="518"/>
                </a:lnTo>
                <a:lnTo>
                  <a:pt x="6769" y="526"/>
                </a:lnTo>
                <a:moveTo>
                  <a:pt x="6705" y="526"/>
                </a:moveTo>
                <a:lnTo>
                  <a:pt x="6665" y="526"/>
                </a:lnTo>
                <a:lnTo>
                  <a:pt x="6665" y="518"/>
                </a:lnTo>
                <a:lnTo>
                  <a:pt x="6705" y="518"/>
                </a:lnTo>
                <a:lnTo>
                  <a:pt x="6705" y="526"/>
                </a:lnTo>
                <a:moveTo>
                  <a:pt x="6641" y="526"/>
                </a:moveTo>
                <a:lnTo>
                  <a:pt x="6601" y="526"/>
                </a:lnTo>
                <a:lnTo>
                  <a:pt x="6601" y="518"/>
                </a:lnTo>
                <a:lnTo>
                  <a:pt x="6641" y="518"/>
                </a:lnTo>
                <a:lnTo>
                  <a:pt x="6641" y="526"/>
                </a:lnTo>
                <a:moveTo>
                  <a:pt x="6577" y="526"/>
                </a:moveTo>
                <a:lnTo>
                  <a:pt x="6537" y="526"/>
                </a:lnTo>
                <a:lnTo>
                  <a:pt x="6537" y="518"/>
                </a:lnTo>
                <a:lnTo>
                  <a:pt x="6577" y="518"/>
                </a:lnTo>
                <a:lnTo>
                  <a:pt x="6577" y="526"/>
                </a:lnTo>
                <a:moveTo>
                  <a:pt x="6513" y="526"/>
                </a:moveTo>
                <a:lnTo>
                  <a:pt x="6473" y="526"/>
                </a:lnTo>
                <a:lnTo>
                  <a:pt x="6473" y="518"/>
                </a:lnTo>
                <a:lnTo>
                  <a:pt x="6513" y="518"/>
                </a:lnTo>
                <a:lnTo>
                  <a:pt x="6513" y="526"/>
                </a:lnTo>
                <a:moveTo>
                  <a:pt x="6450" y="526"/>
                </a:moveTo>
                <a:lnTo>
                  <a:pt x="6410" y="526"/>
                </a:lnTo>
                <a:lnTo>
                  <a:pt x="6410" y="518"/>
                </a:lnTo>
                <a:lnTo>
                  <a:pt x="6450" y="518"/>
                </a:lnTo>
                <a:lnTo>
                  <a:pt x="6450" y="526"/>
                </a:lnTo>
                <a:moveTo>
                  <a:pt x="6386" y="526"/>
                </a:moveTo>
                <a:lnTo>
                  <a:pt x="6346" y="526"/>
                </a:lnTo>
                <a:lnTo>
                  <a:pt x="6346" y="518"/>
                </a:lnTo>
                <a:lnTo>
                  <a:pt x="6386" y="518"/>
                </a:lnTo>
                <a:lnTo>
                  <a:pt x="6386" y="526"/>
                </a:lnTo>
                <a:moveTo>
                  <a:pt x="6322" y="526"/>
                </a:moveTo>
                <a:lnTo>
                  <a:pt x="6282" y="526"/>
                </a:lnTo>
                <a:lnTo>
                  <a:pt x="6282" y="518"/>
                </a:lnTo>
                <a:lnTo>
                  <a:pt x="6322" y="518"/>
                </a:lnTo>
                <a:lnTo>
                  <a:pt x="6322" y="526"/>
                </a:lnTo>
                <a:moveTo>
                  <a:pt x="6258" y="526"/>
                </a:moveTo>
                <a:lnTo>
                  <a:pt x="6218" y="526"/>
                </a:lnTo>
                <a:lnTo>
                  <a:pt x="6218" y="518"/>
                </a:lnTo>
                <a:lnTo>
                  <a:pt x="6258" y="518"/>
                </a:lnTo>
                <a:lnTo>
                  <a:pt x="6258" y="526"/>
                </a:lnTo>
                <a:moveTo>
                  <a:pt x="6194" y="526"/>
                </a:moveTo>
                <a:lnTo>
                  <a:pt x="6154" y="526"/>
                </a:lnTo>
                <a:lnTo>
                  <a:pt x="6154" y="518"/>
                </a:lnTo>
                <a:lnTo>
                  <a:pt x="6194" y="518"/>
                </a:lnTo>
                <a:lnTo>
                  <a:pt x="6194" y="526"/>
                </a:lnTo>
                <a:moveTo>
                  <a:pt x="6130" y="526"/>
                </a:moveTo>
                <a:lnTo>
                  <a:pt x="6090" y="526"/>
                </a:lnTo>
                <a:lnTo>
                  <a:pt x="6090" y="518"/>
                </a:lnTo>
                <a:lnTo>
                  <a:pt x="6130" y="518"/>
                </a:lnTo>
                <a:lnTo>
                  <a:pt x="6130" y="526"/>
                </a:lnTo>
                <a:moveTo>
                  <a:pt x="6066" y="526"/>
                </a:moveTo>
                <a:lnTo>
                  <a:pt x="6026" y="526"/>
                </a:lnTo>
                <a:lnTo>
                  <a:pt x="6026" y="518"/>
                </a:lnTo>
                <a:lnTo>
                  <a:pt x="6066" y="518"/>
                </a:lnTo>
                <a:lnTo>
                  <a:pt x="6066" y="526"/>
                </a:lnTo>
                <a:moveTo>
                  <a:pt x="6002" y="526"/>
                </a:moveTo>
                <a:lnTo>
                  <a:pt x="5962" y="526"/>
                </a:lnTo>
                <a:lnTo>
                  <a:pt x="5962" y="518"/>
                </a:lnTo>
                <a:lnTo>
                  <a:pt x="6002" y="518"/>
                </a:lnTo>
                <a:lnTo>
                  <a:pt x="6002" y="526"/>
                </a:lnTo>
                <a:moveTo>
                  <a:pt x="5938" y="526"/>
                </a:moveTo>
                <a:lnTo>
                  <a:pt x="5898" y="526"/>
                </a:lnTo>
                <a:lnTo>
                  <a:pt x="5898" y="518"/>
                </a:lnTo>
                <a:lnTo>
                  <a:pt x="5938" y="518"/>
                </a:lnTo>
                <a:lnTo>
                  <a:pt x="5938" y="526"/>
                </a:lnTo>
                <a:moveTo>
                  <a:pt x="5875" y="526"/>
                </a:moveTo>
                <a:lnTo>
                  <a:pt x="5835" y="526"/>
                </a:lnTo>
                <a:lnTo>
                  <a:pt x="5835" y="518"/>
                </a:lnTo>
                <a:lnTo>
                  <a:pt x="5875" y="518"/>
                </a:lnTo>
                <a:lnTo>
                  <a:pt x="5875" y="526"/>
                </a:lnTo>
                <a:moveTo>
                  <a:pt x="5811" y="526"/>
                </a:moveTo>
                <a:lnTo>
                  <a:pt x="5771" y="526"/>
                </a:lnTo>
                <a:lnTo>
                  <a:pt x="5771" y="518"/>
                </a:lnTo>
                <a:lnTo>
                  <a:pt x="5811" y="518"/>
                </a:lnTo>
                <a:lnTo>
                  <a:pt x="5811" y="526"/>
                </a:lnTo>
                <a:moveTo>
                  <a:pt x="5747" y="526"/>
                </a:moveTo>
                <a:lnTo>
                  <a:pt x="5707" y="526"/>
                </a:lnTo>
                <a:lnTo>
                  <a:pt x="5707" y="518"/>
                </a:lnTo>
                <a:lnTo>
                  <a:pt x="5747" y="518"/>
                </a:lnTo>
                <a:lnTo>
                  <a:pt x="5747" y="526"/>
                </a:lnTo>
                <a:moveTo>
                  <a:pt x="5683" y="526"/>
                </a:moveTo>
                <a:lnTo>
                  <a:pt x="5643" y="526"/>
                </a:lnTo>
                <a:lnTo>
                  <a:pt x="5643" y="518"/>
                </a:lnTo>
                <a:lnTo>
                  <a:pt x="5683" y="518"/>
                </a:lnTo>
                <a:lnTo>
                  <a:pt x="5683" y="526"/>
                </a:lnTo>
                <a:moveTo>
                  <a:pt x="5619" y="526"/>
                </a:moveTo>
                <a:lnTo>
                  <a:pt x="5579" y="526"/>
                </a:lnTo>
                <a:lnTo>
                  <a:pt x="5579" y="518"/>
                </a:lnTo>
                <a:lnTo>
                  <a:pt x="5619" y="518"/>
                </a:lnTo>
                <a:lnTo>
                  <a:pt x="5619" y="526"/>
                </a:lnTo>
                <a:moveTo>
                  <a:pt x="5555" y="526"/>
                </a:moveTo>
                <a:lnTo>
                  <a:pt x="5515" y="526"/>
                </a:lnTo>
                <a:lnTo>
                  <a:pt x="5515" y="518"/>
                </a:lnTo>
                <a:lnTo>
                  <a:pt x="5555" y="518"/>
                </a:lnTo>
                <a:lnTo>
                  <a:pt x="5555" y="526"/>
                </a:lnTo>
                <a:moveTo>
                  <a:pt x="5491" y="526"/>
                </a:moveTo>
                <a:lnTo>
                  <a:pt x="5451" y="526"/>
                </a:lnTo>
                <a:lnTo>
                  <a:pt x="5451" y="518"/>
                </a:lnTo>
                <a:lnTo>
                  <a:pt x="5491" y="518"/>
                </a:lnTo>
                <a:lnTo>
                  <a:pt x="5491" y="526"/>
                </a:lnTo>
                <a:moveTo>
                  <a:pt x="5427" y="526"/>
                </a:moveTo>
                <a:lnTo>
                  <a:pt x="5387" y="526"/>
                </a:lnTo>
                <a:lnTo>
                  <a:pt x="5387" y="518"/>
                </a:lnTo>
                <a:lnTo>
                  <a:pt x="5427" y="518"/>
                </a:lnTo>
                <a:lnTo>
                  <a:pt x="5427" y="526"/>
                </a:lnTo>
                <a:moveTo>
                  <a:pt x="5363" y="526"/>
                </a:moveTo>
                <a:lnTo>
                  <a:pt x="5323" y="526"/>
                </a:lnTo>
                <a:lnTo>
                  <a:pt x="5323" y="518"/>
                </a:lnTo>
                <a:lnTo>
                  <a:pt x="5363" y="518"/>
                </a:lnTo>
                <a:lnTo>
                  <a:pt x="5363" y="526"/>
                </a:lnTo>
                <a:moveTo>
                  <a:pt x="5299" y="526"/>
                </a:moveTo>
                <a:lnTo>
                  <a:pt x="5260" y="526"/>
                </a:lnTo>
                <a:lnTo>
                  <a:pt x="5260" y="518"/>
                </a:lnTo>
                <a:lnTo>
                  <a:pt x="5299" y="518"/>
                </a:lnTo>
                <a:lnTo>
                  <a:pt x="5299" y="526"/>
                </a:lnTo>
                <a:moveTo>
                  <a:pt x="5236" y="526"/>
                </a:moveTo>
                <a:lnTo>
                  <a:pt x="5196" y="526"/>
                </a:lnTo>
                <a:lnTo>
                  <a:pt x="5196" y="518"/>
                </a:lnTo>
                <a:lnTo>
                  <a:pt x="5236" y="518"/>
                </a:lnTo>
                <a:lnTo>
                  <a:pt x="5236" y="526"/>
                </a:lnTo>
                <a:moveTo>
                  <a:pt x="5172" y="526"/>
                </a:moveTo>
                <a:lnTo>
                  <a:pt x="5132" y="526"/>
                </a:lnTo>
                <a:lnTo>
                  <a:pt x="5132" y="518"/>
                </a:lnTo>
                <a:lnTo>
                  <a:pt x="5172" y="518"/>
                </a:lnTo>
                <a:lnTo>
                  <a:pt x="5172" y="526"/>
                </a:lnTo>
                <a:moveTo>
                  <a:pt x="5108" y="526"/>
                </a:moveTo>
                <a:lnTo>
                  <a:pt x="5068" y="526"/>
                </a:lnTo>
                <a:lnTo>
                  <a:pt x="5068" y="518"/>
                </a:lnTo>
                <a:lnTo>
                  <a:pt x="5108" y="518"/>
                </a:lnTo>
                <a:lnTo>
                  <a:pt x="5108" y="526"/>
                </a:lnTo>
                <a:moveTo>
                  <a:pt x="5044" y="526"/>
                </a:moveTo>
                <a:lnTo>
                  <a:pt x="5004" y="526"/>
                </a:lnTo>
                <a:lnTo>
                  <a:pt x="5004" y="518"/>
                </a:lnTo>
                <a:lnTo>
                  <a:pt x="5044" y="518"/>
                </a:lnTo>
                <a:lnTo>
                  <a:pt x="5044" y="526"/>
                </a:lnTo>
                <a:moveTo>
                  <a:pt x="4980" y="526"/>
                </a:moveTo>
                <a:lnTo>
                  <a:pt x="4940" y="526"/>
                </a:lnTo>
                <a:lnTo>
                  <a:pt x="4940" y="518"/>
                </a:lnTo>
                <a:lnTo>
                  <a:pt x="4980" y="518"/>
                </a:lnTo>
                <a:lnTo>
                  <a:pt x="4980" y="526"/>
                </a:lnTo>
                <a:moveTo>
                  <a:pt x="4916" y="526"/>
                </a:moveTo>
                <a:lnTo>
                  <a:pt x="4876" y="526"/>
                </a:lnTo>
                <a:lnTo>
                  <a:pt x="4876" y="518"/>
                </a:lnTo>
                <a:lnTo>
                  <a:pt x="4916" y="518"/>
                </a:lnTo>
                <a:lnTo>
                  <a:pt x="4916" y="526"/>
                </a:lnTo>
                <a:moveTo>
                  <a:pt x="4852" y="526"/>
                </a:moveTo>
                <a:lnTo>
                  <a:pt x="4812" y="526"/>
                </a:lnTo>
                <a:lnTo>
                  <a:pt x="4812" y="518"/>
                </a:lnTo>
                <a:lnTo>
                  <a:pt x="4852" y="518"/>
                </a:lnTo>
                <a:lnTo>
                  <a:pt x="4852" y="526"/>
                </a:lnTo>
                <a:moveTo>
                  <a:pt x="4788" y="526"/>
                </a:moveTo>
                <a:lnTo>
                  <a:pt x="4748" y="526"/>
                </a:lnTo>
                <a:lnTo>
                  <a:pt x="4748" y="518"/>
                </a:lnTo>
                <a:lnTo>
                  <a:pt x="4788" y="518"/>
                </a:lnTo>
                <a:lnTo>
                  <a:pt x="4788" y="526"/>
                </a:lnTo>
                <a:moveTo>
                  <a:pt x="4724" y="526"/>
                </a:moveTo>
                <a:lnTo>
                  <a:pt x="4685" y="526"/>
                </a:lnTo>
                <a:lnTo>
                  <a:pt x="4685" y="518"/>
                </a:lnTo>
                <a:lnTo>
                  <a:pt x="4724" y="518"/>
                </a:lnTo>
                <a:lnTo>
                  <a:pt x="4724" y="526"/>
                </a:lnTo>
                <a:moveTo>
                  <a:pt x="4661" y="526"/>
                </a:moveTo>
                <a:lnTo>
                  <a:pt x="4621" y="526"/>
                </a:lnTo>
                <a:lnTo>
                  <a:pt x="4621" y="518"/>
                </a:lnTo>
                <a:lnTo>
                  <a:pt x="4661" y="518"/>
                </a:lnTo>
                <a:lnTo>
                  <a:pt x="4661" y="526"/>
                </a:lnTo>
                <a:moveTo>
                  <a:pt x="4597" y="526"/>
                </a:moveTo>
                <a:lnTo>
                  <a:pt x="4557" y="526"/>
                </a:lnTo>
                <a:lnTo>
                  <a:pt x="4557" y="518"/>
                </a:lnTo>
                <a:lnTo>
                  <a:pt x="4597" y="518"/>
                </a:lnTo>
                <a:lnTo>
                  <a:pt x="4597" y="526"/>
                </a:lnTo>
                <a:moveTo>
                  <a:pt x="4533" y="526"/>
                </a:moveTo>
                <a:lnTo>
                  <a:pt x="4493" y="526"/>
                </a:lnTo>
                <a:lnTo>
                  <a:pt x="4493" y="518"/>
                </a:lnTo>
                <a:lnTo>
                  <a:pt x="4533" y="518"/>
                </a:lnTo>
                <a:lnTo>
                  <a:pt x="4533" y="526"/>
                </a:lnTo>
                <a:moveTo>
                  <a:pt x="4469" y="526"/>
                </a:moveTo>
                <a:lnTo>
                  <a:pt x="4429" y="526"/>
                </a:lnTo>
                <a:lnTo>
                  <a:pt x="4429" y="518"/>
                </a:lnTo>
                <a:lnTo>
                  <a:pt x="4469" y="518"/>
                </a:lnTo>
                <a:lnTo>
                  <a:pt x="4469" y="526"/>
                </a:lnTo>
                <a:moveTo>
                  <a:pt x="4405" y="526"/>
                </a:moveTo>
                <a:lnTo>
                  <a:pt x="4365" y="526"/>
                </a:lnTo>
                <a:lnTo>
                  <a:pt x="4365" y="518"/>
                </a:lnTo>
                <a:lnTo>
                  <a:pt x="4405" y="518"/>
                </a:lnTo>
                <a:lnTo>
                  <a:pt x="4405" y="526"/>
                </a:lnTo>
                <a:moveTo>
                  <a:pt x="4341" y="526"/>
                </a:moveTo>
                <a:lnTo>
                  <a:pt x="4301" y="526"/>
                </a:lnTo>
                <a:lnTo>
                  <a:pt x="4301" y="518"/>
                </a:lnTo>
                <a:lnTo>
                  <a:pt x="4341" y="518"/>
                </a:lnTo>
                <a:lnTo>
                  <a:pt x="4341" y="526"/>
                </a:lnTo>
                <a:moveTo>
                  <a:pt x="4277" y="526"/>
                </a:moveTo>
                <a:lnTo>
                  <a:pt x="4237" y="526"/>
                </a:lnTo>
                <a:lnTo>
                  <a:pt x="4237" y="518"/>
                </a:lnTo>
                <a:lnTo>
                  <a:pt x="4277" y="518"/>
                </a:lnTo>
                <a:lnTo>
                  <a:pt x="4277" y="526"/>
                </a:lnTo>
                <a:moveTo>
                  <a:pt x="4213" y="526"/>
                </a:moveTo>
                <a:lnTo>
                  <a:pt x="4173" y="526"/>
                </a:lnTo>
                <a:lnTo>
                  <a:pt x="4173" y="518"/>
                </a:lnTo>
                <a:lnTo>
                  <a:pt x="4213" y="518"/>
                </a:lnTo>
                <a:lnTo>
                  <a:pt x="4213" y="526"/>
                </a:lnTo>
                <a:moveTo>
                  <a:pt x="4149" y="526"/>
                </a:moveTo>
                <a:lnTo>
                  <a:pt x="4110" y="526"/>
                </a:lnTo>
                <a:lnTo>
                  <a:pt x="4110" y="518"/>
                </a:lnTo>
                <a:lnTo>
                  <a:pt x="4149" y="518"/>
                </a:lnTo>
                <a:lnTo>
                  <a:pt x="4149" y="526"/>
                </a:lnTo>
                <a:moveTo>
                  <a:pt x="4086" y="526"/>
                </a:moveTo>
                <a:lnTo>
                  <a:pt x="4046" y="526"/>
                </a:lnTo>
                <a:lnTo>
                  <a:pt x="4046" y="518"/>
                </a:lnTo>
                <a:lnTo>
                  <a:pt x="4086" y="518"/>
                </a:lnTo>
                <a:lnTo>
                  <a:pt x="4086" y="526"/>
                </a:lnTo>
                <a:moveTo>
                  <a:pt x="4022" y="526"/>
                </a:moveTo>
                <a:lnTo>
                  <a:pt x="3982" y="526"/>
                </a:lnTo>
                <a:lnTo>
                  <a:pt x="3982" y="518"/>
                </a:lnTo>
                <a:lnTo>
                  <a:pt x="4022" y="518"/>
                </a:lnTo>
                <a:lnTo>
                  <a:pt x="4022" y="526"/>
                </a:lnTo>
                <a:moveTo>
                  <a:pt x="3958" y="526"/>
                </a:moveTo>
                <a:lnTo>
                  <a:pt x="3918" y="526"/>
                </a:lnTo>
                <a:lnTo>
                  <a:pt x="3918" y="518"/>
                </a:lnTo>
                <a:lnTo>
                  <a:pt x="3958" y="518"/>
                </a:lnTo>
                <a:lnTo>
                  <a:pt x="3958" y="526"/>
                </a:lnTo>
                <a:moveTo>
                  <a:pt x="3894" y="526"/>
                </a:moveTo>
                <a:lnTo>
                  <a:pt x="3854" y="526"/>
                </a:lnTo>
                <a:lnTo>
                  <a:pt x="3854" y="518"/>
                </a:lnTo>
                <a:lnTo>
                  <a:pt x="3894" y="518"/>
                </a:lnTo>
                <a:lnTo>
                  <a:pt x="3894" y="526"/>
                </a:lnTo>
                <a:moveTo>
                  <a:pt x="3830" y="526"/>
                </a:moveTo>
                <a:lnTo>
                  <a:pt x="3790" y="526"/>
                </a:lnTo>
                <a:lnTo>
                  <a:pt x="3790" y="518"/>
                </a:lnTo>
                <a:lnTo>
                  <a:pt x="3830" y="518"/>
                </a:lnTo>
                <a:lnTo>
                  <a:pt x="3830" y="526"/>
                </a:lnTo>
                <a:moveTo>
                  <a:pt x="3766" y="526"/>
                </a:moveTo>
                <a:lnTo>
                  <a:pt x="3726" y="526"/>
                </a:lnTo>
                <a:lnTo>
                  <a:pt x="3726" y="518"/>
                </a:lnTo>
                <a:lnTo>
                  <a:pt x="3766" y="518"/>
                </a:lnTo>
                <a:lnTo>
                  <a:pt x="3766" y="526"/>
                </a:lnTo>
                <a:moveTo>
                  <a:pt x="3702" y="526"/>
                </a:moveTo>
                <a:lnTo>
                  <a:pt x="3662" y="526"/>
                </a:lnTo>
                <a:lnTo>
                  <a:pt x="3662" y="518"/>
                </a:lnTo>
                <a:lnTo>
                  <a:pt x="3702" y="518"/>
                </a:lnTo>
                <a:lnTo>
                  <a:pt x="3702" y="526"/>
                </a:lnTo>
                <a:moveTo>
                  <a:pt x="3638" y="526"/>
                </a:moveTo>
                <a:lnTo>
                  <a:pt x="3598" y="526"/>
                </a:lnTo>
                <a:lnTo>
                  <a:pt x="3598" y="518"/>
                </a:lnTo>
                <a:lnTo>
                  <a:pt x="3638" y="518"/>
                </a:lnTo>
                <a:lnTo>
                  <a:pt x="3638" y="526"/>
                </a:lnTo>
                <a:moveTo>
                  <a:pt x="3574" y="526"/>
                </a:moveTo>
                <a:lnTo>
                  <a:pt x="3535" y="526"/>
                </a:lnTo>
                <a:lnTo>
                  <a:pt x="3535" y="518"/>
                </a:lnTo>
                <a:lnTo>
                  <a:pt x="3574" y="518"/>
                </a:lnTo>
                <a:lnTo>
                  <a:pt x="3574" y="526"/>
                </a:lnTo>
                <a:moveTo>
                  <a:pt x="3511" y="526"/>
                </a:moveTo>
                <a:lnTo>
                  <a:pt x="3471" y="526"/>
                </a:lnTo>
                <a:lnTo>
                  <a:pt x="3471" y="518"/>
                </a:lnTo>
                <a:lnTo>
                  <a:pt x="3511" y="518"/>
                </a:lnTo>
                <a:lnTo>
                  <a:pt x="3511" y="526"/>
                </a:lnTo>
                <a:moveTo>
                  <a:pt x="3447" y="526"/>
                </a:moveTo>
                <a:lnTo>
                  <a:pt x="3407" y="526"/>
                </a:lnTo>
                <a:lnTo>
                  <a:pt x="3407" y="518"/>
                </a:lnTo>
                <a:lnTo>
                  <a:pt x="3447" y="518"/>
                </a:lnTo>
                <a:lnTo>
                  <a:pt x="3447" y="526"/>
                </a:lnTo>
                <a:moveTo>
                  <a:pt x="3383" y="526"/>
                </a:moveTo>
                <a:lnTo>
                  <a:pt x="3343" y="526"/>
                </a:lnTo>
                <a:lnTo>
                  <a:pt x="3343" y="518"/>
                </a:lnTo>
                <a:lnTo>
                  <a:pt x="3383" y="518"/>
                </a:lnTo>
                <a:lnTo>
                  <a:pt x="3383" y="526"/>
                </a:lnTo>
                <a:moveTo>
                  <a:pt x="3319" y="526"/>
                </a:moveTo>
                <a:lnTo>
                  <a:pt x="3279" y="526"/>
                </a:lnTo>
                <a:lnTo>
                  <a:pt x="3279" y="518"/>
                </a:lnTo>
                <a:lnTo>
                  <a:pt x="3319" y="518"/>
                </a:lnTo>
                <a:lnTo>
                  <a:pt x="3319" y="526"/>
                </a:lnTo>
                <a:moveTo>
                  <a:pt x="3255" y="526"/>
                </a:moveTo>
                <a:lnTo>
                  <a:pt x="3215" y="526"/>
                </a:lnTo>
                <a:lnTo>
                  <a:pt x="3215" y="518"/>
                </a:lnTo>
                <a:lnTo>
                  <a:pt x="3255" y="518"/>
                </a:lnTo>
                <a:lnTo>
                  <a:pt x="3255" y="526"/>
                </a:lnTo>
                <a:moveTo>
                  <a:pt x="3191" y="526"/>
                </a:moveTo>
                <a:lnTo>
                  <a:pt x="3151" y="526"/>
                </a:lnTo>
                <a:lnTo>
                  <a:pt x="3151" y="518"/>
                </a:lnTo>
                <a:lnTo>
                  <a:pt x="3191" y="518"/>
                </a:lnTo>
                <a:lnTo>
                  <a:pt x="3191" y="526"/>
                </a:lnTo>
                <a:moveTo>
                  <a:pt x="3127" y="526"/>
                </a:moveTo>
                <a:lnTo>
                  <a:pt x="3087" y="526"/>
                </a:lnTo>
                <a:lnTo>
                  <a:pt x="3087" y="518"/>
                </a:lnTo>
                <a:lnTo>
                  <a:pt x="3127" y="518"/>
                </a:lnTo>
                <a:lnTo>
                  <a:pt x="3127" y="526"/>
                </a:lnTo>
                <a:moveTo>
                  <a:pt x="3063" y="526"/>
                </a:moveTo>
                <a:lnTo>
                  <a:pt x="3023" y="526"/>
                </a:lnTo>
                <a:lnTo>
                  <a:pt x="3023" y="518"/>
                </a:lnTo>
                <a:lnTo>
                  <a:pt x="3063" y="518"/>
                </a:lnTo>
                <a:lnTo>
                  <a:pt x="3063" y="526"/>
                </a:lnTo>
                <a:moveTo>
                  <a:pt x="2999" y="526"/>
                </a:moveTo>
                <a:lnTo>
                  <a:pt x="2959" y="526"/>
                </a:lnTo>
                <a:lnTo>
                  <a:pt x="2959" y="518"/>
                </a:lnTo>
                <a:lnTo>
                  <a:pt x="2999" y="518"/>
                </a:lnTo>
                <a:lnTo>
                  <a:pt x="2999" y="526"/>
                </a:lnTo>
                <a:moveTo>
                  <a:pt x="2936" y="526"/>
                </a:moveTo>
                <a:lnTo>
                  <a:pt x="2896" y="526"/>
                </a:lnTo>
                <a:lnTo>
                  <a:pt x="2896" y="518"/>
                </a:lnTo>
                <a:lnTo>
                  <a:pt x="2936" y="518"/>
                </a:lnTo>
                <a:lnTo>
                  <a:pt x="2936" y="526"/>
                </a:lnTo>
                <a:moveTo>
                  <a:pt x="2872" y="526"/>
                </a:moveTo>
                <a:lnTo>
                  <a:pt x="2832" y="526"/>
                </a:lnTo>
                <a:lnTo>
                  <a:pt x="2832" y="518"/>
                </a:lnTo>
                <a:lnTo>
                  <a:pt x="2872" y="518"/>
                </a:lnTo>
                <a:lnTo>
                  <a:pt x="2872" y="526"/>
                </a:lnTo>
                <a:moveTo>
                  <a:pt x="2808" y="526"/>
                </a:moveTo>
                <a:lnTo>
                  <a:pt x="2768" y="526"/>
                </a:lnTo>
                <a:lnTo>
                  <a:pt x="2768" y="518"/>
                </a:lnTo>
                <a:lnTo>
                  <a:pt x="2808" y="518"/>
                </a:lnTo>
                <a:lnTo>
                  <a:pt x="2808" y="526"/>
                </a:lnTo>
                <a:moveTo>
                  <a:pt x="2744" y="526"/>
                </a:moveTo>
                <a:lnTo>
                  <a:pt x="2704" y="526"/>
                </a:lnTo>
                <a:lnTo>
                  <a:pt x="2704" y="518"/>
                </a:lnTo>
                <a:lnTo>
                  <a:pt x="2744" y="518"/>
                </a:lnTo>
                <a:lnTo>
                  <a:pt x="2744" y="526"/>
                </a:lnTo>
                <a:moveTo>
                  <a:pt x="2680" y="526"/>
                </a:moveTo>
                <a:lnTo>
                  <a:pt x="2640" y="526"/>
                </a:lnTo>
                <a:lnTo>
                  <a:pt x="2640" y="518"/>
                </a:lnTo>
                <a:lnTo>
                  <a:pt x="2680" y="518"/>
                </a:lnTo>
                <a:lnTo>
                  <a:pt x="2680" y="526"/>
                </a:lnTo>
                <a:moveTo>
                  <a:pt x="2616" y="526"/>
                </a:moveTo>
                <a:lnTo>
                  <a:pt x="2576" y="526"/>
                </a:lnTo>
                <a:lnTo>
                  <a:pt x="2576" y="518"/>
                </a:lnTo>
                <a:lnTo>
                  <a:pt x="2616" y="518"/>
                </a:lnTo>
                <a:lnTo>
                  <a:pt x="2616" y="526"/>
                </a:lnTo>
                <a:moveTo>
                  <a:pt x="2552" y="526"/>
                </a:moveTo>
                <a:lnTo>
                  <a:pt x="2511" y="526"/>
                </a:lnTo>
                <a:lnTo>
                  <a:pt x="2511" y="518"/>
                </a:lnTo>
                <a:lnTo>
                  <a:pt x="2552" y="518"/>
                </a:lnTo>
                <a:lnTo>
                  <a:pt x="2552" y="526"/>
                </a:lnTo>
                <a:moveTo>
                  <a:pt x="2487" y="526"/>
                </a:moveTo>
                <a:lnTo>
                  <a:pt x="2447" y="526"/>
                </a:lnTo>
                <a:lnTo>
                  <a:pt x="2447" y="518"/>
                </a:lnTo>
                <a:lnTo>
                  <a:pt x="2487" y="518"/>
                </a:lnTo>
                <a:lnTo>
                  <a:pt x="2487" y="526"/>
                </a:lnTo>
                <a:moveTo>
                  <a:pt x="2423" y="526"/>
                </a:moveTo>
                <a:lnTo>
                  <a:pt x="2383" y="526"/>
                </a:lnTo>
                <a:lnTo>
                  <a:pt x="2383" y="518"/>
                </a:lnTo>
                <a:lnTo>
                  <a:pt x="2423" y="518"/>
                </a:lnTo>
                <a:lnTo>
                  <a:pt x="2423" y="526"/>
                </a:lnTo>
                <a:moveTo>
                  <a:pt x="2360" y="526"/>
                </a:moveTo>
                <a:lnTo>
                  <a:pt x="2320" y="526"/>
                </a:lnTo>
                <a:lnTo>
                  <a:pt x="2320" y="518"/>
                </a:lnTo>
                <a:lnTo>
                  <a:pt x="2360" y="518"/>
                </a:lnTo>
                <a:lnTo>
                  <a:pt x="2360" y="526"/>
                </a:lnTo>
                <a:moveTo>
                  <a:pt x="2296" y="526"/>
                </a:moveTo>
                <a:lnTo>
                  <a:pt x="2256" y="526"/>
                </a:lnTo>
                <a:lnTo>
                  <a:pt x="2256" y="518"/>
                </a:lnTo>
                <a:lnTo>
                  <a:pt x="2296" y="518"/>
                </a:lnTo>
                <a:lnTo>
                  <a:pt x="2296" y="526"/>
                </a:lnTo>
                <a:moveTo>
                  <a:pt x="2232" y="526"/>
                </a:moveTo>
                <a:lnTo>
                  <a:pt x="2192" y="526"/>
                </a:lnTo>
                <a:lnTo>
                  <a:pt x="2192" y="518"/>
                </a:lnTo>
                <a:lnTo>
                  <a:pt x="2232" y="518"/>
                </a:lnTo>
                <a:lnTo>
                  <a:pt x="2232" y="526"/>
                </a:lnTo>
                <a:moveTo>
                  <a:pt x="2168" y="526"/>
                </a:moveTo>
                <a:lnTo>
                  <a:pt x="2128" y="526"/>
                </a:lnTo>
                <a:lnTo>
                  <a:pt x="2128" y="518"/>
                </a:lnTo>
                <a:lnTo>
                  <a:pt x="2168" y="518"/>
                </a:lnTo>
                <a:lnTo>
                  <a:pt x="2168" y="526"/>
                </a:lnTo>
                <a:moveTo>
                  <a:pt x="2104" y="526"/>
                </a:moveTo>
                <a:lnTo>
                  <a:pt x="2064" y="526"/>
                </a:lnTo>
                <a:lnTo>
                  <a:pt x="2064" y="518"/>
                </a:lnTo>
                <a:lnTo>
                  <a:pt x="2104" y="518"/>
                </a:lnTo>
                <a:lnTo>
                  <a:pt x="2104" y="526"/>
                </a:lnTo>
                <a:moveTo>
                  <a:pt x="2040" y="526"/>
                </a:moveTo>
                <a:lnTo>
                  <a:pt x="2000" y="526"/>
                </a:lnTo>
                <a:lnTo>
                  <a:pt x="2000" y="518"/>
                </a:lnTo>
                <a:lnTo>
                  <a:pt x="2040" y="518"/>
                </a:lnTo>
                <a:lnTo>
                  <a:pt x="2040" y="526"/>
                </a:lnTo>
                <a:moveTo>
                  <a:pt x="1976" y="526"/>
                </a:moveTo>
                <a:lnTo>
                  <a:pt x="1936" y="526"/>
                </a:lnTo>
                <a:lnTo>
                  <a:pt x="1936" y="518"/>
                </a:lnTo>
                <a:lnTo>
                  <a:pt x="1976" y="518"/>
                </a:lnTo>
                <a:lnTo>
                  <a:pt x="1976" y="526"/>
                </a:lnTo>
                <a:moveTo>
                  <a:pt x="1912" y="526"/>
                </a:moveTo>
                <a:lnTo>
                  <a:pt x="1872" y="526"/>
                </a:lnTo>
                <a:lnTo>
                  <a:pt x="1872" y="518"/>
                </a:lnTo>
                <a:lnTo>
                  <a:pt x="1912" y="518"/>
                </a:lnTo>
                <a:lnTo>
                  <a:pt x="1912" y="526"/>
                </a:lnTo>
                <a:moveTo>
                  <a:pt x="1848" y="526"/>
                </a:moveTo>
                <a:lnTo>
                  <a:pt x="1808" y="526"/>
                </a:lnTo>
                <a:lnTo>
                  <a:pt x="1808" y="518"/>
                </a:lnTo>
                <a:lnTo>
                  <a:pt x="1848" y="518"/>
                </a:lnTo>
                <a:lnTo>
                  <a:pt x="1848" y="526"/>
                </a:lnTo>
                <a:moveTo>
                  <a:pt x="1785" y="526"/>
                </a:moveTo>
                <a:lnTo>
                  <a:pt x="1745" y="526"/>
                </a:lnTo>
                <a:lnTo>
                  <a:pt x="1745" y="518"/>
                </a:lnTo>
                <a:lnTo>
                  <a:pt x="1785" y="518"/>
                </a:lnTo>
                <a:lnTo>
                  <a:pt x="1785" y="526"/>
                </a:lnTo>
                <a:moveTo>
                  <a:pt x="1721" y="526"/>
                </a:moveTo>
                <a:lnTo>
                  <a:pt x="1681" y="526"/>
                </a:lnTo>
                <a:lnTo>
                  <a:pt x="1681" y="518"/>
                </a:lnTo>
                <a:lnTo>
                  <a:pt x="1721" y="518"/>
                </a:lnTo>
                <a:lnTo>
                  <a:pt x="1721" y="526"/>
                </a:lnTo>
                <a:moveTo>
                  <a:pt x="1657" y="526"/>
                </a:moveTo>
                <a:lnTo>
                  <a:pt x="1617" y="526"/>
                </a:lnTo>
                <a:lnTo>
                  <a:pt x="1617" y="518"/>
                </a:lnTo>
                <a:lnTo>
                  <a:pt x="1657" y="518"/>
                </a:lnTo>
                <a:lnTo>
                  <a:pt x="1657" y="526"/>
                </a:lnTo>
                <a:moveTo>
                  <a:pt x="1593" y="526"/>
                </a:moveTo>
                <a:lnTo>
                  <a:pt x="1553" y="526"/>
                </a:lnTo>
                <a:lnTo>
                  <a:pt x="1553" y="518"/>
                </a:lnTo>
                <a:lnTo>
                  <a:pt x="1593" y="518"/>
                </a:lnTo>
                <a:lnTo>
                  <a:pt x="1593" y="526"/>
                </a:lnTo>
                <a:moveTo>
                  <a:pt x="1529" y="526"/>
                </a:moveTo>
                <a:lnTo>
                  <a:pt x="1489" y="526"/>
                </a:lnTo>
                <a:lnTo>
                  <a:pt x="1489" y="518"/>
                </a:lnTo>
                <a:lnTo>
                  <a:pt x="1529" y="518"/>
                </a:lnTo>
                <a:lnTo>
                  <a:pt x="1529" y="526"/>
                </a:lnTo>
                <a:moveTo>
                  <a:pt x="1465" y="526"/>
                </a:moveTo>
                <a:lnTo>
                  <a:pt x="1425" y="526"/>
                </a:lnTo>
                <a:lnTo>
                  <a:pt x="1425" y="518"/>
                </a:lnTo>
                <a:lnTo>
                  <a:pt x="1465" y="518"/>
                </a:lnTo>
                <a:lnTo>
                  <a:pt x="1465" y="526"/>
                </a:lnTo>
                <a:moveTo>
                  <a:pt x="1401" y="526"/>
                </a:moveTo>
                <a:lnTo>
                  <a:pt x="1361" y="526"/>
                </a:lnTo>
                <a:lnTo>
                  <a:pt x="1361" y="518"/>
                </a:lnTo>
                <a:lnTo>
                  <a:pt x="1401" y="518"/>
                </a:lnTo>
                <a:lnTo>
                  <a:pt x="1401" y="526"/>
                </a:lnTo>
                <a:moveTo>
                  <a:pt x="1337" y="526"/>
                </a:moveTo>
                <a:lnTo>
                  <a:pt x="1297" y="526"/>
                </a:lnTo>
                <a:lnTo>
                  <a:pt x="1297" y="518"/>
                </a:lnTo>
                <a:lnTo>
                  <a:pt x="1337" y="518"/>
                </a:lnTo>
                <a:lnTo>
                  <a:pt x="1337" y="526"/>
                </a:lnTo>
                <a:moveTo>
                  <a:pt x="1273" y="526"/>
                </a:moveTo>
                <a:lnTo>
                  <a:pt x="1233" y="526"/>
                </a:lnTo>
                <a:lnTo>
                  <a:pt x="1233" y="518"/>
                </a:lnTo>
                <a:lnTo>
                  <a:pt x="1273" y="518"/>
                </a:lnTo>
                <a:lnTo>
                  <a:pt x="1273" y="526"/>
                </a:lnTo>
                <a:moveTo>
                  <a:pt x="1209" y="526"/>
                </a:moveTo>
                <a:lnTo>
                  <a:pt x="1170" y="526"/>
                </a:lnTo>
                <a:lnTo>
                  <a:pt x="1170" y="518"/>
                </a:lnTo>
                <a:lnTo>
                  <a:pt x="1209" y="518"/>
                </a:lnTo>
                <a:lnTo>
                  <a:pt x="1209" y="526"/>
                </a:lnTo>
                <a:moveTo>
                  <a:pt x="1146" y="526"/>
                </a:moveTo>
                <a:lnTo>
                  <a:pt x="1106" y="526"/>
                </a:lnTo>
                <a:lnTo>
                  <a:pt x="1106" y="518"/>
                </a:lnTo>
                <a:lnTo>
                  <a:pt x="1146" y="518"/>
                </a:lnTo>
                <a:lnTo>
                  <a:pt x="1146" y="526"/>
                </a:lnTo>
                <a:moveTo>
                  <a:pt x="1082" y="526"/>
                </a:moveTo>
                <a:lnTo>
                  <a:pt x="1042" y="526"/>
                </a:lnTo>
                <a:lnTo>
                  <a:pt x="1042" y="518"/>
                </a:lnTo>
                <a:lnTo>
                  <a:pt x="1082" y="518"/>
                </a:lnTo>
                <a:lnTo>
                  <a:pt x="1082" y="526"/>
                </a:lnTo>
                <a:moveTo>
                  <a:pt x="1018" y="526"/>
                </a:moveTo>
                <a:lnTo>
                  <a:pt x="978" y="526"/>
                </a:lnTo>
                <a:lnTo>
                  <a:pt x="978" y="518"/>
                </a:lnTo>
                <a:lnTo>
                  <a:pt x="1018" y="518"/>
                </a:lnTo>
                <a:lnTo>
                  <a:pt x="1018" y="526"/>
                </a:lnTo>
                <a:moveTo>
                  <a:pt x="954" y="526"/>
                </a:moveTo>
                <a:lnTo>
                  <a:pt x="914" y="526"/>
                </a:lnTo>
                <a:lnTo>
                  <a:pt x="914" y="518"/>
                </a:lnTo>
                <a:lnTo>
                  <a:pt x="954" y="518"/>
                </a:lnTo>
                <a:lnTo>
                  <a:pt x="954" y="526"/>
                </a:lnTo>
                <a:moveTo>
                  <a:pt x="890" y="526"/>
                </a:moveTo>
                <a:lnTo>
                  <a:pt x="850" y="526"/>
                </a:lnTo>
                <a:lnTo>
                  <a:pt x="850" y="518"/>
                </a:lnTo>
                <a:lnTo>
                  <a:pt x="890" y="518"/>
                </a:lnTo>
                <a:lnTo>
                  <a:pt x="890" y="526"/>
                </a:lnTo>
                <a:moveTo>
                  <a:pt x="826" y="526"/>
                </a:moveTo>
                <a:lnTo>
                  <a:pt x="786" y="526"/>
                </a:lnTo>
                <a:lnTo>
                  <a:pt x="786" y="518"/>
                </a:lnTo>
                <a:lnTo>
                  <a:pt x="826" y="518"/>
                </a:lnTo>
                <a:lnTo>
                  <a:pt x="826" y="526"/>
                </a:lnTo>
                <a:moveTo>
                  <a:pt x="762" y="526"/>
                </a:moveTo>
                <a:lnTo>
                  <a:pt x="722" y="526"/>
                </a:lnTo>
                <a:lnTo>
                  <a:pt x="722" y="518"/>
                </a:lnTo>
                <a:lnTo>
                  <a:pt x="762" y="518"/>
                </a:lnTo>
                <a:lnTo>
                  <a:pt x="762" y="526"/>
                </a:lnTo>
                <a:moveTo>
                  <a:pt x="698" y="526"/>
                </a:moveTo>
                <a:lnTo>
                  <a:pt x="658" y="526"/>
                </a:lnTo>
                <a:lnTo>
                  <a:pt x="658" y="518"/>
                </a:lnTo>
                <a:lnTo>
                  <a:pt x="698" y="518"/>
                </a:lnTo>
                <a:lnTo>
                  <a:pt x="698" y="526"/>
                </a:lnTo>
                <a:moveTo>
                  <a:pt x="634" y="526"/>
                </a:moveTo>
                <a:lnTo>
                  <a:pt x="595" y="526"/>
                </a:lnTo>
                <a:lnTo>
                  <a:pt x="595" y="518"/>
                </a:lnTo>
                <a:lnTo>
                  <a:pt x="634" y="518"/>
                </a:lnTo>
                <a:lnTo>
                  <a:pt x="634" y="526"/>
                </a:lnTo>
                <a:moveTo>
                  <a:pt x="571" y="526"/>
                </a:moveTo>
                <a:lnTo>
                  <a:pt x="531" y="526"/>
                </a:lnTo>
                <a:lnTo>
                  <a:pt x="531" y="518"/>
                </a:lnTo>
                <a:lnTo>
                  <a:pt x="571" y="518"/>
                </a:lnTo>
                <a:lnTo>
                  <a:pt x="571" y="526"/>
                </a:lnTo>
                <a:moveTo>
                  <a:pt x="507" y="526"/>
                </a:moveTo>
                <a:lnTo>
                  <a:pt x="467" y="526"/>
                </a:lnTo>
                <a:lnTo>
                  <a:pt x="467" y="518"/>
                </a:lnTo>
                <a:lnTo>
                  <a:pt x="507" y="518"/>
                </a:lnTo>
                <a:lnTo>
                  <a:pt x="507" y="526"/>
                </a:lnTo>
                <a:moveTo>
                  <a:pt x="443" y="526"/>
                </a:moveTo>
                <a:lnTo>
                  <a:pt x="403" y="526"/>
                </a:lnTo>
                <a:lnTo>
                  <a:pt x="403" y="518"/>
                </a:lnTo>
                <a:lnTo>
                  <a:pt x="443" y="518"/>
                </a:lnTo>
                <a:lnTo>
                  <a:pt x="443" y="526"/>
                </a:lnTo>
                <a:moveTo>
                  <a:pt x="379" y="526"/>
                </a:moveTo>
                <a:lnTo>
                  <a:pt x="339" y="526"/>
                </a:lnTo>
                <a:lnTo>
                  <a:pt x="339" y="518"/>
                </a:lnTo>
                <a:lnTo>
                  <a:pt x="379" y="518"/>
                </a:lnTo>
                <a:lnTo>
                  <a:pt x="379" y="526"/>
                </a:lnTo>
                <a:moveTo>
                  <a:pt x="315" y="526"/>
                </a:moveTo>
                <a:lnTo>
                  <a:pt x="275" y="526"/>
                </a:lnTo>
                <a:lnTo>
                  <a:pt x="275" y="518"/>
                </a:lnTo>
                <a:lnTo>
                  <a:pt x="315" y="518"/>
                </a:lnTo>
                <a:lnTo>
                  <a:pt x="315" y="526"/>
                </a:lnTo>
                <a:moveTo>
                  <a:pt x="251" y="526"/>
                </a:moveTo>
                <a:lnTo>
                  <a:pt x="211" y="526"/>
                </a:lnTo>
                <a:lnTo>
                  <a:pt x="211" y="518"/>
                </a:lnTo>
                <a:lnTo>
                  <a:pt x="251" y="518"/>
                </a:lnTo>
                <a:lnTo>
                  <a:pt x="251" y="526"/>
                </a:lnTo>
                <a:moveTo>
                  <a:pt x="187" y="526"/>
                </a:moveTo>
                <a:lnTo>
                  <a:pt x="147" y="526"/>
                </a:lnTo>
                <a:lnTo>
                  <a:pt x="147" y="518"/>
                </a:lnTo>
                <a:lnTo>
                  <a:pt x="187" y="518"/>
                </a:lnTo>
                <a:lnTo>
                  <a:pt x="187" y="526"/>
                </a:lnTo>
                <a:moveTo>
                  <a:pt x="123" y="526"/>
                </a:moveTo>
                <a:lnTo>
                  <a:pt x="83" y="526"/>
                </a:lnTo>
                <a:lnTo>
                  <a:pt x="83" y="518"/>
                </a:lnTo>
                <a:lnTo>
                  <a:pt x="123" y="518"/>
                </a:lnTo>
                <a:lnTo>
                  <a:pt x="123" y="526"/>
                </a:lnTo>
                <a:moveTo>
                  <a:pt x="59" y="526"/>
                </a:moveTo>
                <a:lnTo>
                  <a:pt x="20" y="526"/>
                </a:lnTo>
                <a:lnTo>
                  <a:pt x="20" y="518"/>
                </a:lnTo>
                <a:lnTo>
                  <a:pt x="59" y="518"/>
                </a:lnTo>
                <a:lnTo>
                  <a:pt x="59" y="526"/>
                </a:lnTo>
                <a:moveTo>
                  <a:pt x="0" y="514"/>
                </a:moveTo>
                <a:lnTo>
                  <a:pt x="0" y="474"/>
                </a:lnTo>
                <a:lnTo>
                  <a:pt x="8" y="474"/>
                </a:lnTo>
                <a:lnTo>
                  <a:pt x="8" y="514"/>
                </a:lnTo>
                <a:lnTo>
                  <a:pt x="0" y="514"/>
                </a:lnTo>
                <a:moveTo>
                  <a:pt x="0" y="450"/>
                </a:moveTo>
                <a:lnTo>
                  <a:pt x="0" y="411"/>
                </a:lnTo>
                <a:lnTo>
                  <a:pt x="8" y="411"/>
                </a:lnTo>
                <a:lnTo>
                  <a:pt x="8" y="450"/>
                </a:lnTo>
                <a:lnTo>
                  <a:pt x="0" y="450"/>
                </a:lnTo>
                <a:moveTo>
                  <a:pt x="0" y="387"/>
                </a:moveTo>
                <a:lnTo>
                  <a:pt x="0" y="347"/>
                </a:lnTo>
                <a:lnTo>
                  <a:pt x="8" y="347"/>
                </a:lnTo>
                <a:lnTo>
                  <a:pt x="8" y="387"/>
                </a:lnTo>
                <a:lnTo>
                  <a:pt x="0" y="387"/>
                </a:lnTo>
                <a:moveTo>
                  <a:pt x="0" y="323"/>
                </a:moveTo>
                <a:lnTo>
                  <a:pt x="0" y="283"/>
                </a:lnTo>
                <a:lnTo>
                  <a:pt x="8" y="283"/>
                </a:lnTo>
                <a:lnTo>
                  <a:pt x="8" y="323"/>
                </a:lnTo>
                <a:lnTo>
                  <a:pt x="0" y="323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5"/>
                </a:moveTo>
                <a:lnTo>
                  <a:pt x="0" y="155"/>
                </a:lnTo>
                <a:lnTo>
                  <a:pt x="8" y="155"/>
                </a:lnTo>
                <a:lnTo>
                  <a:pt x="8" y="195"/>
                </a:lnTo>
                <a:lnTo>
                  <a:pt x="0" y="195"/>
                </a:lnTo>
                <a:moveTo>
                  <a:pt x="0" y="131"/>
                </a:moveTo>
                <a:lnTo>
                  <a:pt x="0" y="91"/>
                </a:lnTo>
                <a:lnTo>
                  <a:pt x="8" y="91"/>
                </a:lnTo>
                <a:lnTo>
                  <a:pt x="8" y="131"/>
                </a:lnTo>
                <a:lnTo>
                  <a:pt x="0" y="131"/>
                </a:lnTo>
                <a:moveTo>
                  <a:pt x="0" y="67"/>
                </a:moveTo>
                <a:lnTo>
                  <a:pt x="0" y="28"/>
                </a:lnTo>
                <a:lnTo>
                  <a:pt x="8" y="28"/>
                </a:lnTo>
                <a:lnTo>
                  <a:pt x="8" y="67"/>
                </a:lnTo>
                <a:lnTo>
                  <a:pt x="0" y="67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6051240" y="28728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6051240" y="28828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3375000" y="2669760"/>
            <a:ext cx="10173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334680" y="2869560"/>
            <a:ext cx="703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3334680" y="2916000"/>
            <a:ext cx="23904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3305880" y="3116520"/>
            <a:ext cx="1500840" cy="137880"/>
          </a:xfrm>
          <a:custGeom>
            <a:avLst/>
            <a:gdLst/>
            <a:ahLst/>
            <a:rect l="0" t="0" r="r" b="b"/>
            <a:pathLst>
              <a:path w="4169" h="383">
                <a:moveTo>
                  <a:pt x="0" y="0"/>
                </a:moveTo>
                <a:lnTo>
                  <a:pt x="4169" y="0"/>
                </a:lnTo>
                <a:lnTo>
                  <a:pt x="4169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3304440" y="3115080"/>
            <a:ext cx="1503720" cy="140760"/>
          </a:xfrm>
          <a:custGeom>
            <a:avLst/>
            <a:gdLst/>
            <a:ahLst/>
            <a:rect l="0" t="0" r="r" b="b"/>
            <a:pathLst>
              <a:path w="4177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77" y="0"/>
                </a:lnTo>
                <a:lnTo>
                  <a:pt x="4177" y="28"/>
                </a:lnTo>
                <a:lnTo>
                  <a:pt x="4169" y="28"/>
                </a:lnTo>
                <a:lnTo>
                  <a:pt x="4169" y="4"/>
                </a:lnTo>
                <a:lnTo>
                  <a:pt x="4173" y="4"/>
                </a:lnTo>
                <a:lnTo>
                  <a:pt x="4173" y="8"/>
                </a:lnTo>
                <a:lnTo>
                  <a:pt x="4157" y="8"/>
                </a:lnTo>
                <a:lnTo>
                  <a:pt x="4157" y="0"/>
                </a:lnTo>
                <a:moveTo>
                  <a:pt x="4177" y="52"/>
                </a:moveTo>
                <a:lnTo>
                  <a:pt x="4177" y="92"/>
                </a:lnTo>
                <a:lnTo>
                  <a:pt x="4169" y="92"/>
                </a:lnTo>
                <a:lnTo>
                  <a:pt x="4169" y="52"/>
                </a:lnTo>
                <a:lnTo>
                  <a:pt x="4177" y="52"/>
                </a:lnTo>
                <a:moveTo>
                  <a:pt x="4177" y="115"/>
                </a:moveTo>
                <a:lnTo>
                  <a:pt x="4177" y="156"/>
                </a:lnTo>
                <a:lnTo>
                  <a:pt x="4169" y="156"/>
                </a:lnTo>
                <a:lnTo>
                  <a:pt x="4169" y="115"/>
                </a:lnTo>
                <a:lnTo>
                  <a:pt x="4177" y="115"/>
                </a:lnTo>
                <a:moveTo>
                  <a:pt x="4177" y="180"/>
                </a:moveTo>
                <a:lnTo>
                  <a:pt x="4177" y="220"/>
                </a:lnTo>
                <a:lnTo>
                  <a:pt x="4169" y="220"/>
                </a:lnTo>
                <a:lnTo>
                  <a:pt x="4169" y="180"/>
                </a:lnTo>
                <a:lnTo>
                  <a:pt x="4177" y="180"/>
                </a:lnTo>
                <a:moveTo>
                  <a:pt x="4177" y="244"/>
                </a:moveTo>
                <a:lnTo>
                  <a:pt x="4177" y="284"/>
                </a:lnTo>
                <a:lnTo>
                  <a:pt x="4169" y="284"/>
                </a:lnTo>
                <a:lnTo>
                  <a:pt x="4169" y="244"/>
                </a:lnTo>
                <a:lnTo>
                  <a:pt x="4177" y="244"/>
                </a:lnTo>
                <a:moveTo>
                  <a:pt x="4177" y="308"/>
                </a:moveTo>
                <a:lnTo>
                  <a:pt x="4177" y="347"/>
                </a:lnTo>
                <a:lnTo>
                  <a:pt x="4169" y="347"/>
                </a:lnTo>
                <a:lnTo>
                  <a:pt x="4169" y="308"/>
                </a:lnTo>
                <a:lnTo>
                  <a:pt x="4177" y="308"/>
                </a:lnTo>
                <a:moveTo>
                  <a:pt x="4177" y="371"/>
                </a:moveTo>
                <a:lnTo>
                  <a:pt x="4177" y="391"/>
                </a:lnTo>
                <a:lnTo>
                  <a:pt x="4149" y="391"/>
                </a:lnTo>
                <a:lnTo>
                  <a:pt x="4149" y="383"/>
                </a:lnTo>
                <a:lnTo>
                  <a:pt x="4173" y="383"/>
                </a:lnTo>
                <a:lnTo>
                  <a:pt x="4173" y="387"/>
                </a:lnTo>
                <a:lnTo>
                  <a:pt x="4169" y="387"/>
                </a:lnTo>
                <a:lnTo>
                  <a:pt x="4169" y="371"/>
                </a:lnTo>
                <a:lnTo>
                  <a:pt x="4177" y="371"/>
                </a:lnTo>
                <a:moveTo>
                  <a:pt x="4126" y="391"/>
                </a:moveTo>
                <a:lnTo>
                  <a:pt x="4086" y="391"/>
                </a:lnTo>
                <a:lnTo>
                  <a:pt x="4086" y="383"/>
                </a:lnTo>
                <a:lnTo>
                  <a:pt x="4126" y="383"/>
                </a:lnTo>
                <a:lnTo>
                  <a:pt x="4126" y="391"/>
                </a:lnTo>
                <a:moveTo>
                  <a:pt x="4062" y="391"/>
                </a:moveTo>
                <a:lnTo>
                  <a:pt x="4022" y="391"/>
                </a:lnTo>
                <a:lnTo>
                  <a:pt x="4022" y="383"/>
                </a:lnTo>
                <a:lnTo>
                  <a:pt x="4062" y="383"/>
                </a:lnTo>
                <a:lnTo>
                  <a:pt x="4062" y="391"/>
                </a:lnTo>
                <a:moveTo>
                  <a:pt x="3998" y="391"/>
                </a:moveTo>
                <a:lnTo>
                  <a:pt x="3958" y="391"/>
                </a:lnTo>
                <a:lnTo>
                  <a:pt x="3958" y="383"/>
                </a:lnTo>
                <a:lnTo>
                  <a:pt x="3998" y="383"/>
                </a:lnTo>
                <a:lnTo>
                  <a:pt x="3998" y="391"/>
                </a:lnTo>
                <a:moveTo>
                  <a:pt x="3934" y="391"/>
                </a:moveTo>
                <a:lnTo>
                  <a:pt x="3894" y="391"/>
                </a:lnTo>
                <a:lnTo>
                  <a:pt x="3894" y="383"/>
                </a:lnTo>
                <a:lnTo>
                  <a:pt x="3934" y="383"/>
                </a:lnTo>
                <a:lnTo>
                  <a:pt x="3934" y="391"/>
                </a:lnTo>
                <a:moveTo>
                  <a:pt x="3870" y="391"/>
                </a:moveTo>
                <a:lnTo>
                  <a:pt x="3830" y="391"/>
                </a:lnTo>
                <a:lnTo>
                  <a:pt x="3830" y="383"/>
                </a:lnTo>
                <a:lnTo>
                  <a:pt x="3870" y="383"/>
                </a:lnTo>
                <a:lnTo>
                  <a:pt x="3870" y="391"/>
                </a:lnTo>
                <a:moveTo>
                  <a:pt x="3806" y="391"/>
                </a:moveTo>
                <a:lnTo>
                  <a:pt x="3766" y="391"/>
                </a:lnTo>
                <a:lnTo>
                  <a:pt x="3766" y="383"/>
                </a:lnTo>
                <a:lnTo>
                  <a:pt x="3806" y="383"/>
                </a:lnTo>
                <a:lnTo>
                  <a:pt x="3806" y="391"/>
                </a:lnTo>
                <a:moveTo>
                  <a:pt x="3742" y="391"/>
                </a:moveTo>
                <a:lnTo>
                  <a:pt x="3702" y="391"/>
                </a:lnTo>
                <a:lnTo>
                  <a:pt x="3702" y="383"/>
                </a:lnTo>
                <a:lnTo>
                  <a:pt x="3742" y="383"/>
                </a:lnTo>
                <a:lnTo>
                  <a:pt x="3742" y="391"/>
                </a:lnTo>
                <a:moveTo>
                  <a:pt x="3678" y="391"/>
                </a:moveTo>
                <a:lnTo>
                  <a:pt x="3638" y="391"/>
                </a:lnTo>
                <a:lnTo>
                  <a:pt x="3638" y="383"/>
                </a:lnTo>
                <a:lnTo>
                  <a:pt x="3678" y="383"/>
                </a:lnTo>
                <a:lnTo>
                  <a:pt x="3678" y="391"/>
                </a:lnTo>
                <a:moveTo>
                  <a:pt x="3614" y="391"/>
                </a:moveTo>
                <a:lnTo>
                  <a:pt x="3574" y="391"/>
                </a:lnTo>
                <a:lnTo>
                  <a:pt x="3574" y="383"/>
                </a:lnTo>
                <a:lnTo>
                  <a:pt x="3614" y="383"/>
                </a:lnTo>
                <a:lnTo>
                  <a:pt x="3614" y="391"/>
                </a:lnTo>
                <a:moveTo>
                  <a:pt x="3550" y="391"/>
                </a:moveTo>
                <a:lnTo>
                  <a:pt x="3511" y="391"/>
                </a:lnTo>
                <a:lnTo>
                  <a:pt x="3511" y="383"/>
                </a:lnTo>
                <a:lnTo>
                  <a:pt x="3550" y="383"/>
                </a:lnTo>
                <a:lnTo>
                  <a:pt x="3550" y="391"/>
                </a:lnTo>
                <a:moveTo>
                  <a:pt x="3487" y="391"/>
                </a:moveTo>
                <a:lnTo>
                  <a:pt x="3447" y="391"/>
                </a:lnTo>
                <a:lnTo>
                  <a:pt x="3447" y="383"/>
                </a:lnTo>
                <a:lnTo>
                  <a:pt x="3487" y="383"/>
                </a:lnTo>
                <a:lnTo>
                  <a:pt x="3487" y="391"/>
                </a:lnTo>
                <a:moveTo>
                  <a:pt x="3423" y="391"/>
                </a:moveTo>
                <a:lnTo>
                  <a:pt x="3383" y="391"/>
                </a:lnTo>
                <a:lnTo>
                  <a:pt x="3383" y="383"/>
                </a:lnTo>
                <a:lnTo>
                  <a:pt x="3423" y="383"/>
                </a:lnTo>
                <a:lnTo>
                  <a:pt x="3423" y="391"/>
                </a:lnTo>
                <a:moveTo>
                  <a:pt x="3359" y="391"/>
                </a:moveTo>
                <a:lnTo>
                  <a:pt x="3319" y="391"/>
                </a:lnTo>
                <a:lnTo>
                  <a:pt x="3319" y="383"/>
                </a:lnTo>
                <a:lnTo>
                  <a:pt x="3359" y="383"/>
                </a:lnTo>
                <a:lnTo>
                  <a:pt x="3359" y="391"/>
                </a:lnTo>
                <a:moveTo>
                  <a:pt x="3295" y="391"/>
                </a:moveTo>
                <a:lnTo>
                  <a:pt x="3255" y="391"/>
                </a:lnTo>
                <a:lnTo>
                  <a:pt x="3255" y="383"/>
                </a:lnTo>
                <a:lnTo>
                  <a:pt x="3295" y="383"/>
                </a:lnTo>
                <a:lnTo>
                  <a:pt x="3295" y="391"/>
                </a:lnTo>
                <a:moveTo>
                  <a:pt x="3231" y="391"/>
                </a:moveTo>
                <a:lnTo>
                  <a:pt x="3191" y="391"/>
                </a:lnTo>
                <a:lnTo>
                  <a:pt x="3191" y="383"/>
                </a:lnTo>
                <a:lnTo>
                  <a:pt x="3231" y="383"/>
                </a:lnTo>
                <a:lnTo>
                  <a:pt x="3231" y="391"/>
                </a:lnTo>
                <a:moveTo>
                  <a:pt x="3167" y="391"/>
                </a:moveTo>
                <a:lnTo>
                  <a:pt x="3127" y="391"/>
                </a:lnTo>
                <a:lnTo>
                  <a:pt x="3127" y="383"/>
                </a:lnTo>
                <a:lnTo>
                  <a:pt x="3167" y="383"/>
                </a:lnTo>
                <a:lnTo>
                  <a:pt x="3167" y="391"/>
                </a:lnTo>
                <a:moveTo>
                  <a:pt x="3103" y="391"/>
                </a:moveTo>
                <a:lnTo>
                  <a:pt x="3063" y="391"/>
                </a:lnTo>
                <a:lnTo>
                  <a:pt x="3063" y="383"/>
                </a:lnTo>
                <a:lnTo>
                  <a:pt x="3103" y="383"/>
                </a:lnTo>
                <a:lnTo>
                  <a:pt x="3103" y="391"/>
                </a:lnTo>
                <a:moveTo>
                  <a:pt x="3039" y="391"/>
                </a:moveTo>
                <a:lnTo>
                  <a:pt x="2999" y="391"/>
                </a:lnTo>
                <a:lnTo>
                  <a:pt x="2999" y="383"/>
                </a:lnTo>
                <a:lnTo>
                  <a:pt x="3039" y="383"/>
                </a:lnTo>
                <a:lnTo>
                  <a:pt x="3039" y="391"/>
                </a:lnTo>
                <a:moveTo>
                  <a:pt x="2975" y="391"/>
                </a:moveTo>
                <a:lnTo>
                  <a:pt x="2936" y="391"/>
                </a:lnTo>
                <a:lnTo>
                  <a:pt x="2936" y="383"/>
                </a:lnTo>
                <a:lnTo>
                  <a:pt x="2975" y="383"/>
                </a:lnTo>
                <a:lnTo>
                  <a:pt x="2975" y="391"/>
                </a:lnTo>
                <a:moveTo>
                  <a:pt x="2912" y="391"/>
                </a:moveTo>
                <a:lnTo>
                  <a:pt x="2872" y="391"/>
                </a:lnTo>
                <a:lnTo>
                  <a:pt x="2872" y="383"/>
                </a:lnTo>
                <a:lnTo>
                  <a:pt x="2912" y="383"/>
                </a:lnTo>
                <a:lnTo>
                  <a:pt x="2912" y="391"/>
                </a:lnTo>
                <a:moveTo>
                  <a:pt x="2848" y="391"/>
                </a:moveTo>
                <a:lnTo>
                  <a:pt x="2808" y="391"/>
                </a:lnTo>
                <a:lnTo>
                  <a:pt x="2808" y="383"/>
                </a:lnTo>
                <a:lnTo>
                  <a:pt x="2848" y="383"/>
                </a:lnTo>
                <a:lnTo>
                  <a:pt x="2848" y="391"/>
                </a:lnTo>
                <a:moveTo>
                  <a:pt x="2784" y="391"/>
                </a:moveTo>
                <a:lnTo>
                  <a:pt x="2744" y="391"/>
                </a:lnTo>
                <a:lnTo>
                  <a:pt x="2744" y="383"/>
                </a:lnTo>
                <a:lnTo>
                  <a:pt x="2784" y="383"/>
                </a:lnTo>
                <a:lnTo>
                  <a:pt x="2784" y="391"/>
                </a:lnTo>
                <a:moveTo>
                  <a:pt x="2720" y="391"/>
                </a:moveTo>
                <a:lnTo>
                  <a:pt x="2680" y="391"/>
                </a:lnTo>
                <a:lnTo>
                  <a:pt x="2680" y="383"/>
                </a:lnTo>
                <a:lnTo>
                  <a:pt x="2720" y="383"/>
                </a:lnTo>
                <a:lnTo>
                  <a:pt x="2720" y="391"/>
                </a:lnTo>
                <a:moveTo>
                  <a:pt x="2656" y="391"/>
                </a:moveTo>
                <a:lnTo>
                  <a:pt x="2616" y="391"/>
                </a:lnTo>
                <a:lnTo>
                  <a:pt x="2616" y="383"/>
                </a:lnTo>
                <a:lnTo>
                  <a:pt x="2656" y="383"/>
                </a:lnTo>
                <a:lnTo>
                  <a:pt x="2656" y="391"/>
                </a:lnTo>
                <a:moveTo>
                  <a:pt x="2592" y="391"/>
                </a:moveTo>
                <a:lnTo>
                  <a:pt x="2552" y="391"/>
                </a:lnTo>
                <a:lnTo>
                  <a:pt x="2552" y="383"/>
                </a:lnTo>
                <a:lnTo>
                  <a:pt x="2592" y="383"/>
                </a:lnTo>
                <a:lnTo>
                  <a:pt x="2592" y="391"/>
                </a:lnTo>
                <a:moveTo>
                  <a:pt x="2528" y="391"/>
                </a:moveTo>
                <a:lnTo>
                  <a:pt x="2488" y="391"/>
                </a:lnTo>
                <a:lnTo>
                  <a:pt x="2488" y="383"/>
                </a:lnTo>
                <a:lnTo>
                  <a:pt x="2528" y="383"/>
                </a:lnTo>
                <a:lnTo>
                  <a:pt x="2528" y="391"/>
                </a:lnTo>
                <a:moveTo>
                  <a:pt x="2464" y="391"/>
                </a:moveTo>
                <a:lnTo>
                  <a:pt x="2424" y="391"/>
                </a:lnTo>
                <a:lnTo>
                  <a:pt x="2424" y="383"/>
                </a:lnTo>
                <a:lnTo>
                  <a:pt x="2464" y="383"/>
                </a:lnTo>
                <a:lnTo>
                  <a:pt x="2464" y="391"/>
                </a:lnTo>
                <a:moveTo>
                  <a:pt x="2400" y="391"/>
                </a:moveTo>
                <a:lnTo>
                  <a:pt x="2361" y="391"/>
                </a:lnTo>
                <a:lnTo>
                  <a:pt x="2361" y="383"/>
                </a:lnTo>
                <a:lnTo>
                  <a:pt x="2400" y="383"/>
                </a:lnTo>
                <a:lnTo>
                  <a:pt x="2400" y="391"/>
                </a:lnTo>
                <a:moveTo>
                  <a:pt x="2337" y="391"/>
                </a:moveTo>
                <a:lnTo>
                  <a:pt x="2297" y="391"/>
                </a:lnTo>
                <a:lnTo>
                  <a:pt x="2297" y="383"/>
                </a:lnTo>
                <a:lnTo>
                  <a:pt x="2337" y="383"/>
                </a:lnTo>
                <a:lnTo>
                  <a:pt x="2337" y="391"/>
                </a:lnTo>
                <a:moveTo>
                  <a:pt x="2273" y="391"/>
                </a:moveTo>
                <a:lnTo>
                  <a:pt x="2233" y="391"/>
                </a:lnTo>
                <a:lnTo>
                  <a:pt x="2233" y="383"/>
                </a:lnTo>
                <a:lnTo>
                  <a:pt x="2273" y="383"/>
                </a:lnTo>
                <a:lnTo>
                  <a:pt x="2273" y="391"/>
                </a:lnTo>
                <a:moveTo>
                  <a:pt x="2209" y="391"/>
                </a:moveTo>
                <a:lnTo>
                  <a:pt x="2169" y="391"/>
                </a:lnTo>
                <a:lnTo>
                  <a:pt x="2169" y="383"/>
                </a:lnTo>
                <a:lnTo>
                  <a:pt x="2209" y="383"/>
                </a:lnTo>
                <a:lnTo>
                  <a:pt x="2209" y="391"/>
                </a:lnTo>
                <a:moveTo>
                  <a:pt x="2145" y="391"/>
                </a:moveTo>
                <a:lnTo>
                  <a:pt x="2105" y="391"/>
                </a:lnTo>
                <a:lnTo>
                  <a:pt x="2105" y="383"/>
                </a:lnTo>
                <a:lnTo>
                  <a:pt x="2145" y="383"/>
                </a:lnTo>
                <a:lnTo>
                  <a:pt x="2145" y="391"/>
                </a:lnTo>
                <a:moveTo>
                  <a:pt x="2081" y="391"/>
                </a:moveTo>
                <a:lnTo>
                  <a:pt x="2041" y="391"/>
                </a:lnTo>
                <a:lnTo>
                  <a:pt x="2041" y="383"/>
                </a:lnTo>
                <a:lnTo>
                  <a:pt x="2081" y="383"/>
                </a:lnTo>
                <a:lnTo>
                  <a:pt x="2081" y="391"/>
                </a:lnTo>
                <a:moveTo>
                  <a:pt x="2017" y="391"/>
                </a:moveTo>
                <a:lnTo>
                  <a:pt x="1977" y="391"/>
                </a:lnTo>
                <a:lnTo>
                  <a:pt x="1977" y="383"/>
                </a:lnTo>
                <a:lnTo>
                  <a:pt x="2017" y="383"/>
                </a:lnTo>
                <a:lnTo>
                  <a:pt x="2017" y="391"/>
                </a:lnTo>
                <a:moveTo>
                  <a:pt x="1953" y="391"/>
                </a:moveTo>
                <a:lnTo>
                  <a:pt x="1913" y="391"/>
                </a:lnTo>
                <a:lnTo>
                  <a:pt x="1913" y="383"/>
                </a:lnTo>
                <a:lnTo>
                  <a:pt x="1953" y="383"/>
                </a:lnTo>
                <a:lnTo>
                  <a:pt x="1953" y="391"/>
                </a:lnTo>
                <a:moveTo>
                  <a:pt x="1889" y="391"/>
                </a:moveTo>
                <a:lnTo>
                  <a:pt x="1849" y="391"/>
                </a:lnTo>
                <a:lnTo>
                  <a:pt x="1849" y="383"/>
                </a:lnTo>
                <a:lnTo>
                  <a:pt x="1889" y="383"/>
                </a:lnTo>
                <a:lnTo>
                  <a:pt x="1889" y="391"/>
                </a:lnTo>
                <a:moveTo>
                  <a:pt x="1825" y="391"/>
                </a:moveTo>
                <a:lnTo>
                  <a:pt x="1786" y="391"/>
                </a:lnTo>
                <a:lnTo>
                  <a:pt x="1786" y="383"/>
                </a:lnTo>
                <a:lnTo>
                  <a:pt x="1825" y="383"/>
                </a:lnTo>
                <a:lnTo>
                  <a:pt x="1825" y="391"/>
                </a:lnTo>
                <a:moveTo>
                  <a:pt x="1762" y="391"/>
                </a:moveTo>
                <a:lnTo>
                  <a:pt x="1722" y="391"/>
                </a:lnTo>
                <a:lnTo>
                  <a:pt x="1722" y="383"/>
                </a:lnTo>
                <a:lnTo>
                  <a:pt x="1762" y="383"/>
                </a:lnTo>
                <a:lnTo>
                  <a:pt x="1762" y="391"/>
                </a:lnTo>
                <a:moveTo>
                  <a:pt x="1698" y="391"/>
                </a:moveTo>
                <a:lnTo>
                  <a:pt x="1658" y="391"/>
                </a:lnTo>
                <a:lnTo>
                  <a:pt x="1658" y="383"/>
                </a:lnTo>
                <a:lnTo>
                  <a:pt x="1698" y="383"/>
                </a:lnTo>
                <a:lnTo>
                  <a:pt x="1698" y="391"/>
                </a:lnTo>
                <a:moveTo>
                  <a:pt x="1634" y="391"/>
                </a:moveTo>
                <a:lnTo>
                  <a:pt x="1594" y="391"/>
                </a:lnTo>
                <a:lnTo>
                  <a:pt x="1594" y="383"/>
                </a:lnTo>
                <a:lnTo>
                  <a:pt x="1634" y="383"/>
                </a:lnTo>
                <a:lnTo>
                  <a:pt x="1634" y="391"/>
                </a:lnTo>
                <a:moveTo>
                  <a:pt x="1570" y="391"/>
                </a:moveTo>
                <a:lnTo>
                  <a:pt x="1530" y="391"/>
                </a:lnTo>
                <a:lnTo>
                  <a:pt x="1530" y="383"/>
                </a:lnTo>
                <a:lnTo>
                  <a:pt x="1570" y="383"/>
                </a:lnTo>
                <a:lnTo>
                  <a:pt x="1570" y="391"/>
                </a:lnTo>
                <a:moveTo>
                  <a:pt x="1506" y="391"/>
                </a:moveTo>
                <a:lnTo>
                  <a:pt x="1466" y="391"/>
                </a:lnTo>
                <a:lnTo>
                  <a:pt x="1466" y="383"/>
                </a:lnTo>
                <a:lnTo>
                  <a:pt x="1506" y="383"/>
                </a:lnTo>
                <a:lnTo>
                  <a:pt x="1506" y="391"/>
                </a:lnTo>
                <a:moveTo>
                  <a:pt x="1442" y="391"/>
                </a:moveTo>
                <a:lnTo>
                  <a:pt x="1402" y="391"/>
                </a:lnTo>
                <a:lnTo>
                  <a:pt x="1402" y="383"/>
                </a:lnTo>
                <a:lnTo>
                  <a:pt x="1442" y="383"/>
                </a:lnTo>
                <a:lnTo>
                  <a:pt x="1442" y="391"/>
                </a:lnTo>
                <a:moveTo>
                  <a:pt x="1378" y="391"/>
                </a:moveTo>
                <a:lnTo>
                  <a:pt x="1338" y="391"/>
                </a:lnTo>
                <a:lnTo>
                  <a:pt x="1338" y="383"/>
                </a:lnTo>
                <a:lnTo>
                  <a:pt x="1378" y="383"/>
                </a:lnTo>
                <a:lnTo>
                  <a:pt x="1378" y="391"/>
                </a:lnTo>
                <a:moveTo>
                  <a:pt x="1314" y="391"/>
                </a:moveTo>
                <a:lnTo>
                  <a:pt x="1274" y="391"/>
                </a:lnTo>
                <a:lnTo>
                  <a:pt x="1274" y="383"/>
                </a:lnTo>
                <a:lnTo>
                  <a:pt x="1314" y="383"/>
                </a:lnTo>
                <a:lnTo>
                  <a:pt x="1314" y="391"/>
                </a:lnTo>
                <a:moveTo>
                  <a:pt x="1249" y="391"/>
                </a:moveTo>
                <a:lnTo>
                  <a:pt x="1209" y="391"/>
                </a:lnTo>
                <a:lnTo>
                  <a:pt x="1209" y="383"/>
                </a:lnTo>
                <a:lnTo>
                  <a:pt x="1249" y="383"/>
                </a:lnTo>
                <a:lnTo>
                  <a:pt x="1249" y="391"/>
                </a:lnTo>
                <a:moveTo>
                  <a:pt x="1186" y="391"/>
                </a:moveTo>
                <a:lnTo>
                  <a:pt x="1146" y="391"/>
                </a:lnTo>
                <a:lnTo>
                  <a:pt x="1146" y="383"/>
                </a:lnTo>
                <a:lnTo>
                  <a:pt x="1186" y="383"/>
                </a:lnTo>
                <a:lnTo>
                  <a:pt x="1186" y="391"/>
                </a:lnTo>
                <a:moveTo>
                  <a:pt x="1122" y="391"/>
                </a:moveTo>
                <a:lnTo>
                  <a:pt x="1082" y="391"/>
                </a:lnTo>
                <a:lnTo>
                  <a:pt x="1082" y="383"/>
                </a:lnTo>
                <a:lnTo>
                  <a:pt x="1122" y="383"/>
                </a:lnTo>
                <a:lnTo>
                  <a:pt x="1122" y="391"/>
                </a:lnTo>
                <a:moveTo>
                  <a:pt x="1058" y="391"/>
                </a:moveTo>
                <a:lnTo>
                  <a:pt x="1018" y="391"/>
                </a:lnTo>
                <a:lnTo>
                  <a:pt x="1018" y="383"/>
                </a:lnTo>
                <a:lnTo>
                  <a:pt x="1058" y="383"/>
                </a:lnTo>
                <a:lnTo>
                  <a:pt x="1058" y="391"/>
                </a:lnTo>
                <a:moveTo>
                  <a:pt x="994" y="391"/>
                </a:moveTo>
                <a:lnTo>
                  <a:pt x="954" y="391"/>
                </a:lnTo>
                <a:lnTo>
                  <a:pt x="954" y="383"/>
                </a:lnTo>
                <a:lnTo>
                  <a:pt x="994" y="383"/>
                </a:lnTo>
                <a:lnTo>
                  <a:pt x="994" y="391"/>
                </a:lnTo>
                <a:moveTo>
                  <a:pt x="930" y="391"/>
                </a:moveTo>
                <a:lnTo>
                  <a:pt x="890" y="391"/>
                </a:lnTo>
                <a:lnTo>
                  <a:pt x="890" y="383"/>
                </a:lnTo>
                <a:lnTo>
                  <a:pt x="930" y="383"/>
                </a:lnTo>
                <a:lnTo>
                  <a:pt x="930" y="391"/>
                </a:lnTo>
                <a:moveTo>
                  <a:pt x="866" y="391"/>
                </a:moveTo>
                <a:lnTo>
                  <a:pt x="826" y="391"/>
                </a:lnTo>
                <a:lnTo>
                  <a:pt x="826" y="383"/>
                </a:lnTo>
                <a:lnTo>
                  <a:pt x="866" y="383"/>
                </a:lnTo>
                <a:lnTo>
                  <a:pt x="866" y="391"/>
                </a:lnTo>
                <a:moveTo>
                  <a:pt x="802" y="391"/>
                </a:moveTo>
                <a:lnTo>
                  <a:pt x="762" y="391"/>
                </a:lnTo>
                <a:lnTo>
                  <a:pt x="762" y="383"/>
                </a:lnTo>
                <a:lnTo>
                  <a:pt x="802" y="383"/>
                </a:lnTo>
                <a:lnTo>
                  <a:pt x="802" y="391"/>
                </a:lnTo>
                <a:moveTo>
                  <a:pt x="738" y="391"/>
                </a:moveTo>
                <a:lnTo>
                  <a:pt x="698" y="391"/>
                </a:lnTo>
                <a:lnTo>
                  <a:pt x="698" y="383"/>
                </a:lnTo>
                <a:lnTo>
                  <a:pt x="738" y="383"/>
                </a:lnTo>
                <a:lnTo>
                  <a:pt x="738" y="391"/>
                </a:lnTo>
                <a:moveTo>
                  <a:pt x="674" y="391"/>
                </a:moveTo>
                <a:lnTo>
                  <a:pt x="634" y="391"/>
                </a:lnTo>
                <a:lnTo>
                  <a:pt x="634" y="383"/>
                </a:lnTo>
                <a:lnTo>
                  <a:pt x="674" y="383"/>
                </a:lnTo>
                <a:lnTo>
                  <a:pt x="674" y="391"/>
                </a:lnTo>
                <a:moveTo>
                  <a:pt x="611" y="391"/>
                </a:moveTo>
                <a:lnTo>
                  <a:pt x="571" y="391"/>
                </a:lnTo>
                <a:lnTo>
                  <a:pt x="571" y="383"/>
                </a:lnTo>
                <a:lnTo>
                  <a:pt x="611" y="383"/>
                </a:lnTo>
                <a:lnTo>
                  <a:pt x="611" y="391"/>
                </a:lnTo>
                <a:moveTo>
                  <a:pt x="547" y="391"/>
                </a:moveTo>
                <a:lnTo>
                  <a:pt x="507" y="391"/>
                </a:lnTo>
                <a:lnTo>
                  <a:pt x="507" y="383"/>
                </a:lnTo>
                <a:lnTo>
                  <a:pt x="547" y="383"/>
                </a:lnTo>
                <a:lnTo>
                  <a:pt x="547" y="391"/>
                </a:lnTo>
                <a:moveTo>
                  <a:pt x="483" y="391"/>
                </a:moveTo>
                <a:lnTo>
                  <a:pt x="443" y="391"/>
                </a:lnTo>
                <a:lnTo>
                  <a:pt x="443" y="383"/>
                </a:lnTo>
                <a:lnTo>
                  <a:pt x="483" y="383"/>
                </a:lnTo>
                <a:lnTo>
                  <a:pt x="483" y="391"/>
                </a:lnTo>
                <a:moveTo>
                  <a:pt x="419" y="391"/>
                </a:moveTo>
                <a:lnTo>
                  <a:pt x="379" y="391"/>
                </a:lnTo>
                <a:lnTo>
                  <a:pt x="379" y="383"/>
                </a:lnTo>
                <a:lnTo>
                  <a:pt x="419" y="383"/>
                </a:lnTo>
                <a:lnTo>
                  <a:pt x="419" y="391"/>
                </a:lnTo>
                <a:moveTo>
                  <a:pt x="355" y="391"/>
                </a:moveTo>
                <a:lnTo>
                  <a:pt x="315" y="391"/>
                </a:lnTo>
                <a:lnTo>
                  <a:pt x="315" y="383"/>
                </a:lnTo>
                <a:lnTo>
                  <a:pt x="355" y="383"/>
                </a:lnTo>
                <a:lnTo>
                  <a:pt x="355" y="391"/>
                </a:lnTo>
                <a:moveTo>
                  <a:pt x="291" y="391"/>
                </a:moveTo>
                <a:lnTo>
                  <a:pt x="251" y="391"/>
                </a:lnTo>
                <a:lnTo>
                  <a:pt x="251" y="383"/>
                </a:lnTo>
                <a:lnTo>
                  <a:pt x="291" y="383"/>
                </a:lnTo>
                <a:lnTo>
                  <a:pt x="291" y="391"/>
                </a:lnTo>
                <a:moveTo>
                  <a:pt x="227" y="391"/>
                </a:moveTo>
                <a:lnTo>
                  <a:pt x="187" y="391"/>
                </a:lnTo>
                <a:lnTo>
                  <a:pt x="187" y="383"/>
                </a:lnTo>
                <a:lnTo>
                  <a:pt x="227" y="383"/>
                </a:lnTo>
                <a:lnTo>
                  <a:pt x="227" y="391"/>
                </a:lnTo>
                <a:moveTo>
                  <a:pt x="163" y="391"/>
                </a:moveTo>
                <a:lnTo>
                  <a:pt x="123" y="391"/>
                </a:lnTo>
                <a:lnTo>
                  <a:pt x="123" y="383"/>
                </a:lnTo>
                <a:lnTo>
                  <a:pt x="163" y="383"/>
                </a:lnTo>
                <a:lnTo>
                  <a:pt x="163" y="391"/>
                </a:lnTo>
                <a:moveTo>
                  <a:pt x="99" y="391"/>
                </a:moveTo>
                <a:lnTo>
                  <a:pt x="59" y="391"/>
                </a:lnTo>
                <a:lnTo>
                  <a:pt x="59" y="383"/>
                </a:lnTo>
                <a:lnTo>
                  <a:pt x="99" y="383"/>
                </a:lnTo>
                <a:lnTo>
                  <a:pt x="99" y="391"/>
                </a:lnTo>
                <a:moveTo>
                  <a:pt x="36" y="391"/>
                </a:moveTo>
                <a:lnTo>
                  <a:pt x="0" y="391"/>
                </a:lnTo>
                <a:lnTo>
                  <a:pt x="0" y="379"/>
                </a:lnTo>
                <a:lnTo>
                  <a:pt x="8" y="379"/>
                </a:lnTo>
                <a:lnTo>
                  <a:pt x="8" y="387"/>
                </a:lnTo>
                <a:lnTo>
                  <a:pt x="4" y="387"/>
                </a:lnTo>
                <a:lnTo>
                  <a:pt x="4" y="383"/>
                </a:lnTo>
                <a:lnTo>
                  <a:pt x="36" y="383"/>
                </a:lnTo>
                <a:lnTo>
                  <a:pt x="36" y="391"/>
                </a:lnTo>
                <a:moveTo>
                  <a:pt x="0" y="355"/>
                </a:moveTo>
                <a:lnTo>
                  <a:pt x="0" y="316"/>
                </a:lnTo>
                <a:lnTo>
                  <a:pt x="8" y="316"/>
                </a:lnTo>
                <a:lnTo>
                  <a:pt x="8" y="355"/>
                </a:lnTo>
                <a:lnTo>
                  <a:pt x="0" y="355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4"/>
                </a:moveTo>
                <a:lnTo>
                  <a:pt x="0" y="124"/>
                </a:lnTo>
                <a:lnTo>
                  <a:pt x="8" y="124"/>
                </a:lnTo>
                <a:lnTo>
                  <a:pt x="8" y="164"/>
                </a:lnTo>
                <a:lnTo>
                  <a:pt x="0" y="164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749120" y="31395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749120" y="3149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3334680" y="2970000"/>
            <a:ext cx="63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3334680" y="3136320"/>
            <a:ext cx="6102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3305880" y="3334320"/>
            <a:ext cx="2087640" cy="447480"/>
          </a:xfrm>
          <a:custGeom>
            <a:avLst/>
            <a:gdLst/>
            <a:ahLst/>
            <a:rect l="0" t="0" r="r" b="b"/>
            <a:pathLst>
              <a:path w="5799" h="1243">
                <a:moveTo>
                  <a:pt x="0" y="0"/>
                </a:moveTo>
                <a:lnTo>
                  <a:pt x="5799" y="0"/>
                </a:lnTo>
                <a:lnTo>
                  <a:pt x="5799" y="1243"/>
                </a:lnTo>
                <a:lnTo>
                  <a:pt x="0" y="124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3304440" y="3332880"/>
            <a:ext cx="2090520" cy="450360"/>
          </a:xfrm>
          <a:custGeom>
            <a:avLst/>
            <a:gdLst/>
            <a:ahLst/>
            <a:rect l="0" t="0" r="r" b="b"/>
            <a:pathLst>
              <a:path w="5807" h="125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2" y="0"/>
                </a:lnTo>
                <a:lnTo>
                  <a:pt x="4452" y="8"/>
                </a:lnTo>
                <a:lnTo>
                  <a:pt x="4412" y="8"/>
                </a:lnTo>
                <a:lnTo>
                  <a:pt x="4412" y="0"/>
                </a:lnTo>
                <a:moveTo>
                  <a:pt x="4476" y="0"/>
                </a:moveTo>
                <a:lnTo>
                  <a:pt x="4516" y="0"/>
                </a:lnTo>
                <a:lnTo>
                  <a:pt x="4516" y="8"/>
                </a:lnTo>
                <a:lnTo>
                  <a:pt x="4476" y="8"/>
                </a:lnTo>
                <a:lnTo>
                  <a:pt x="4476" y="0"/>
                </a:lnTo>
                <a:moveTo>
                  <a:pt x="4540" y="0"/>
                </a:moveTo>
                <a:lnTo>
                  <a:pt x="4580" y="0"/>
                </a:lnTo>
                <a:lnTo>
                  <a:pt x="4580" y="8"/>
                </a:lnTo>
                <a:lnTo>
                  <a:pt x="4540" y="8"/>
                </a:lnTo>
                <a:lnTo>
                  <a:pt x="4540" y="0"/>
                </a:lnTo>
                <a:moveTo>
                  <a:pt x="4604" y="0"/>
                </a:moveTo>
                <a:lnTo>
                  <a:pt x="4644" y="0"/>
                </a:lnTo>
                <a:lnTo>
                  <a:pt x="4644" y="8"/>
                </a:lnTo>
                <a:lnTo>
                  <a:pt x="4604" y="8"/>
                </a:lnTo>
                <a:lnTo>
                  <a:pt x="4604" y="0"/>
                </a:lnTo>
                <a:moveTo>
                  <a:pt x="4668" y="0"/>
                </a:moveTo>
                <a:lnTo>
                  <a:pt x="4708" y="0"/>
                </a:lnTo>
                <a:lnTo>
                  <a:pt x="4708" y="8"/>
                </a:lnTo>
                <a:lnTo>
                  <a:pt x="4668" y="8"/>
                </a:lnTo>
                <a:lnTo>
                  <a:pt x="4668" y="0"/>
                </a:lnTo>
                <a:moveTo>
                  <a:pt x="4731" y="0"/>
                </a:moveTo>
                <a:lnTo>
                  <a:pt x="4771" y="0"/>
                </a:lnTo>
                <a:lnTo>
                  <a:pt x="4771" y="8"/>
                </a:lnTo>
                <a:lnTo>
                  <a:pt x="4731" y="8"/>
                </a:lnTo>
                <a:lnTo>
                  <a:pt x="4731" y="0"/>
                </a:lnTo>
                <a:moveTo>
                  <a:pt x="4795" y="0"/>
                </a:moveTo>
                <a:lnTo>
                  <a:pt x="4835" y="0"/>
                </a:lnTo>
                <a:lnTo>
                  <a:pt x="4835" y="8"/>
                </a:lnTo>
                <a:lnTo>
                  <a:pt x="4795" y="8"/>
                </a:lnTo>
                <a:lnTo>
                  <a:pt x="4795" y="0"/>
                </a:lnTo>
                <a:moveTo>
                  <a:pt x="4859" y="0"/>
                </a:moveTo>
                <a:lnTo>
                  <a:pt x="4899" y="0"/>
                </a:lnTo>
                <a:lnTo>
                  <a:pt x="4899" y="8"/>
                </a:lnTo>
                <a:lnTo>
                  <a:pt x="4859" y="8"/>
                </a:lnTo>
                <a:lnTo>
                  <a:pt x="4859" y="0"/>
                </a:lnTo>
                <a:moveTo>
                  <a:pt x="4923" y="0"/>
                </a:moveTo>
                <a:lnTo>
                  <a:pt x="4963" y="0"/>
                </a:lnTo>
                <a:lnTo>
                  <a:pt x="4963" y="8"/>
                </a:lnTo>
                <a:lnTo>
                  <a:pt x="4923" y="8"/>
                </a:lnTo>
                <a:lnTo>
                  <a:pt x="4923" y="0"/>
                </a:lnTo>
                <a:moveTo>
                  <a:pt x="4987" y="0"/>
                </a:moveTo>
                <a:lnTo>
                  <a:pt x="5027" y="0"/>
                </a:lnTo>
                <a:lnTo>
                  <a:pt x="5027" y="8"/>
                </a:lnTo>
                <a:lnTo>
                  <a:pt x="4987" y="8"/>
                </a:lnTo>
                <a:lnTo>
                  <a:pt x="4987" y="0"/>
                </a:lnTo>
                <a:moveTo>
                  <a:pt x="5051" y="0"/>
                </a:moveTo>
                <a:lnTo>
                  <a:pt x="5091" y="0"/>
                </a:lnTo>
                <a:lnTo>
                  <a:pt x="5091" y="8"/>
                </a:lnTo>
                <a:lnTo>
                  <a:pt x="5051" y="8"/>
                </a:lnTo>
                <a:lnTo>
                  <a:pt x="5051" y="0"/>
                </a:lnTo>
                <a:moveTo>
                  <a:pt x="5115" y="0"/>
                </a:moveTo>
                <a:lnTo>
                  <a:pt x="5155" y="0"/>
                </a:lnTo>
                <a:lnTo>
                  <a:pt x="5155" y="8"/>
                </a:lnTo>
                <a:lnTo>
                  <a:pt x="5115" y="8"/>
                </a:lnTo>
                <a:lnTo>
                  <a:pt x="5115" y="0"/>
                </a:lnTo>
                <a:moveTo>
                  <a:pt x="5179" y="0"/>
                </a:moveTo>
                <a:lnTo>
                  <a:pt x="5219" y="0"/>
                </a:lnTo>
                <a:lnTo>
                  <a:pt x="5219" y="8"/>
                </a:lnTo>
                <a:lnTo>
                  <a:pt x="5179" y="8"/>
                </a:lnTo>
                <a:lnTo>
                  <a:pt x="5179" y="0"/>
                </a:lnTo>
                <a:moveTo>
                  <a:pt x="5243" y="0"/>
                </a:moveTo>
                <a:lnTo>
                  <a:pt x="5283" y="0"/>
                </a:lnTo>
                <a:lnTo>
                  <a:pt x="5283" y="8"/>
                </a:lnTo>
                <a:lnTo>
                  <a:pt x="5243" y="8"/>
                </a:lnTo>
                <a:lnTo>
                  <a:pt x="5243" y="0"/>
                </a:lnTo>
                <a:moveTo>
                  <a:pt x="5306" y="0"/>
                </a:moveTo>
                <a:lnTo>
                  <a:pt x="5347" y="0"/>
                </a:lnTo>
                <a:lnTo>
                  <a:pt x="5347" y="8"/>
                </a:lnTo>
                <a:lnTo>
                  <a:pt x="5306" y="8"/>
                </a:lnTo>
                <a:lnTo>
                  <a:pt x="5306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07" y="20"/>
                </a:moveTo>
                <a:lnTo>
                  <a:pt x="5807" y="60"/>
                </a:lnTo>
                <a:lnTo>
                  <a:pt x="5799" y="60"/>
                </a:lnTo>
                <a:lnTo>
                  <a:pt x="5799" y="20"/>
                </a:lnTo>
                <a:lnTo>
                  <a:pt x="5807" y="20"/>
                </a:lnTo>
                <a:moveTo>
                  <a:pt x="5807" y="84"/>
                </a:moveTo>
                <a:lnTo>
                  <a:pt x="5807" y="125"/>
                </a:lnTo>
                <a:lnTo>
                  <a:pt x="5799" y="125"/>
                </a:lnTo>
                <a:lnTo>
                  <a:pt x="5799" y="84"/>
                </a:lnTo>
                <a:lnTo>
                  <a:pt x="5807" y="84"/>
                </a:lnTo>
                <a:moveTo>
                  <a:pt x="5807" y="148"/>
                </a:moveTo>
                <a:lnTo>
                  <a:pt x="5807" y="188"/>
                </a:lnTo>
                <a:lnTo>
                  <a:pt x="5799" y="188"/>
                </a:lnTo>
                <a:lnTo>
                  <a:pt x="5799" y="148"/>
                </a:lnTo>
                <a:lnTo>
                  <a:pt x="5807" y="148"/>
                </a:lnTo>
                <a:moveTo>
                  <a:pt x="5807" y="212"/>
                </a:moveTo>
                <a:lnTo>
                  <a:pt x="5807" y="252"/>
                </a:lnTo>
                <a:lnTo>
                  <a:pt x="5799" y="252"/>
                </a:lnTo>
                <a:lnTo>
                  <a:pt x="5799" y="212"/>
                </a:lnTo>
                <a:lnTo>
                  <a:pt x="5807" y="212"/>
                </a:lnTo>
                <a:moveTo>
                  <a:pt x="5807" y="276"/>
                </a:moveTo>
                <a:lnTo>
                  <a:pt x="5807" y="316"/>
                </a:lnTo>
                <a:lnTo>
                  <a:pt x="5799" y="316"/>
                </a:lnTo>
                <a:lnTo>
                  <a:pt x="5799" y="276"/>
                </a:lnTo>
                <a:lnTo>
                  <a:pt x="5807" y="276"/>
                </a:lnTo>
                <a:moveTo>
                  <a:pt x="5807" y="339"/>
                </a:moveTo>
                <a:lnTo>
                  <a:pt x="5807" y="379"/>
                </a:lnTo>
                <a:lnTo>
                  <a:pt x="5799" y="379"/>
                </a:lnTo>
                <a:lnTo>
                  <a:pt x="5799" y="339"/>
                </a:lnTo>
                <a:lnTo>
                  <a:pt x="5807" y="339"/>
                </a:lnTo>
                <a:moveTo>
                  <a:pt x="5807" y="403"/>
                </a:moveTo>
                <a:lnTo>
                  <a:pt x="5807" y="443"/>
                </a:lnTo>
                <a:lnTo>
                  <a:pt x="5799" y="443"/>
                </a:lnTo>
                <a:lnTo>
                  <a:pt x="5799" y="403"/>
                </a:lnTo>
                <a:lnTo>
                  <a:pt x="5807" y="403"/>
                </a:lnTo>
                <a:moveTo>
                  <a:pt x="5807" y="467"/>
                </a:moveTo>
                <a:lnTo>
                  <a:pt x="5807" y="507"/>
                </a:lnTo>
                <a:lnTo>
                  <a:pt x="5799" y="507"/>
                </a:lnTo>
                <a:lnTo>
                  <a:pt x="5799" y="467"/>
                </a:lnTo>
                <a:lnTo>
                  <a:pt x="5807" y="467"/>
                </a:lnTo>
                <a:moveTo>
                  <a:pt x="5807" y="531"/>
                </a:moveTo>
                <a:lnTo>
                  <a:pt x="5807" y="570"/>
                </a:lnTo>
                <a:lnTo>
                  <a:pt x="5799" y="570"/>
                </a:lnTo>
                <a:lnTo>
                  <a:pt x="5799" y="531"/>
                </a:lnTo>
                <a:lnTo>
                  <a:pt x="5807" y="531"/>
                </a:lnTo>
                <a:moveTo>
                  <a:pt x="5807" y="594"/>
                </a:moveTo>
                <a:lnTo>
                  <a:pt x="5807" y="634"/>
                </a:lnTo>
                <a:lnTo>
                  <a:pt x="5799" y="634"/>
                </a:lnTo>
                <a:lnTo>
                  <a:pt x="5799" y="594"/>
                </a:lnTo>
                <a:lnTo>
                  <a:pt x="5807" y="594"/>
                </a:lnTo>
                <a:moveTo>
                  <a:pt x="5807" y="658"/>
                </a:moveTo>
                <a:lnTo>
                  <a:pt x="5807" y="698"/>
                </a:lnTo>
                <a:lnTo>
                  <a:pt x="5799" y="698"/>
                </a:lnTo>
                <a:lnTo>
                  <a:pt x="5799" y="658"/>
                </a:lnTo>
                <a:lnTo>
                  <a:pt x="5807" y="658"/>
                </a:lnTo>
                <a:moveTo>
                  <a:pt x="5807" y="722"/>
                </a:moveTo>
                <a:lnTo>
                  <a:pt x="5807" y="761"/>
                </a:lnTo>
                <a:lnTo>
                  <a:pt x="5799" y="761"/>
                </a:lnTo>
                <a:lnTo>
                  <a:pt x="5799" y="722"/>
                </a:lnTo>
                <a:lnTo>
                  <a:pt x="5807" y="722"/>
                </a:lnTo>
                <a:moveTo>
                  <a:pt x="5807" y="785"/>
                </a:moveTo>
                <a:lnTo>
                  <a:pt x="5807" y="825"/>
                </a:lnTo>
                <a:lnTo>
                  <a:pt x="5799" y="825"/>
                </a:lnTo>
                <a:lnTo>
                  <a:pt x="5799" y="785"/>
                </a:lnTo>
                <a:lnTo>
                  <a:pt x="5807" y="785"/>
                </a:lnTo>
                <a:moveTo>
                  <a:pt x="5807" y="849"/>
                </a:moveTo>
                <a:lnTo>
                  <a:pt x="5807" y="889"/>
                </a:lnTo>
                <a:lnTo>
                  <a:pt x="5799" y="889"/>
                </a:lnTo>
                <a:lnTo>
                  <a:pt x="5799" y="849"/>
                </a:lnTo>
                <a:lnTo>
                  <a:pt x="5807" y="849"/>
                </a:lnTo>
                <a:moveTo>
                  <a:pt x="5807" y="913"/>
                </a:moveTo>
                <a:lnTo>
                  <a:pt x="5807" y="952"/>
                </a:lnTo>
                <a:lnTo>
                  <a:pt x="5799" y="952"/>
                </a:lnTo>
                <a:lnTo>
                  <a:pt x="5799" y="913"/>
                </a:lnTo>
                <a:lnTo>
                  <a:pt x="5807" y="913"/>
                </a:lnTo>
                <a:moveTo>
                  <a:pt x="5807" y="976"/>
                </a:moveTo>
                <a:lnTo>
                  <a:pt x="5807" y="1016"/>
                </a:lnTo>
                <a:lnTo>
                  <a:pt x="5799" y="1016"/>
                </a:lnTo>
                <a:lnTo>
                  <a:pt x="5799" y="976"/>
                </a:lnTo>
                <a:lnTo>
                  <a:pt x="5807" y="976"/>
                </a:lnTo>
                <a:moveTo>
                  <a:pt x="5807" y="1040"/>
                </a:moveTo>
                <a:lnTo>
                  <a:pt x="5807" y="1080"/>
                </a:lnTo>
                <a:lnTo>
                  <a:pt x="5799" y="1080"/>
                </a:lnTo>
                <a:lnTo>
                  <a:pt x="5799" y="1040"/>
                </a:lnTo>
                <a:lnTo>
                  <a:pt x="5807" y="1040"/>
                </a:lnTo>
                <a:moveTo>
                  <a:pt x="5807" y="1104"/>
                </a:moveTo>
                <a:lnTo>
                  <a:pt x="5807" y="1144"/>
                </a:lnTo>
                <a:lnTo>
                  <a:pt x="5799" y="1144"/>
                </a:lnTo>
                <a:lnTo>
                  <a:pt x="5799" y="1104"/>
                </a:lnTo>
                <a:lnTo>
                  <a:pt x="5807" y="1104"/>
                </a:lnTo>
                <a:moveTo>
                  <a:pt x="5807" y="1167"/>
                </a:moveTo>
                <a:lnTo>
                  <a:pt x="5807" y="1207"/>
                </a:lnTo>
                <a:lnTo>
                  <a:pt x="5799" y="1207"/>
                </a:lnTo>
                <a:lnTo>
                  <a:pt x="5799" y="1167"/>
                </a:lnTo>
                <a:lnTo>
                  <a:pt x="5807" y="1167"/>
                </a:lnTo>
                <a:moveTo>
                  <a:pt x="5807" y="1231"/>
                </a:moveTo>
                <a:lnTo>
                  <a:pt x="5807" y="1251"/>
                </a:lnTo>
                <a:lnTo>
                  <a:pt x="5779" y="1251"/>
                </a:lnTo>
                <a:lnTo>
                  <a:pt x="5779" y="1243"/>
                </a:lnTo>
                <a:lnTo>
                  <a:pt x="5803" y="1243"/>
                </a:lnTo>
                <a:lnTo>
                  <a:pt x="5803" y="1247"/>
                </a:lnTo>
                <a:lnTo>
                  <a:pt x="5799" y="1247"/>
                </a:lnTo>
                <a:lnTo>
                  <a:pt x="5799" y="1231"/>
                </a:lnTo>
                <a:lnTo>
                  <a:pt x="5807" y="1231"/>
                </a:lnTo>
                <a:moveTo>
                  <a:pt x="5755" y="1251"/>
                </a:moveTo>
                <a:lnTo>
                  <a:pt x="5715" y="1251"/>
                </a:lnTo>
                <a:lnTo>
                  <a:pt x="5715" y="1243"/>
                </a:lnTo>
                <a:lnTo>
                  <a:pt x="5755" y="1243"/>
                </a:lnTo>
                <a:lnTo>
                  <a:pt x="5755" y="1251"/>
                </a:lnTo>
                <a:moveTo>
                  <a:pt x="5691" y="1251"/>
                </a:moveTo>
                <a:lnTo>
                  <a:pt x="5651" y="1251"/>
                </a:lnTo>
                <a:lnTo>
                  <a:pt x="5651" y="1243"/>
                </a:lnTo>
                <a:lnTo>
                  <a:pt x="5691" y="1243"/>
                </a:lnTo>
                <a:lnTo>
                  <a:pt x="5691" y="1251"/>
                </a:lnTo>
                <a:moveTo>
                  <a:pt x="5627" y="1251"/>
                </a:moveTo>
                <a:lnTo>
                  <a:pt x="5587" y="1251"/>
                </a:lnTo>
                <a:lnTo>
                  <a:pt x="5587" y="1243"/>
                </a:lnTo>
                <a:lnTo>
                  <a:pt x="5627" y="1243"/>
                </a:lnTo>
                <a:lnTo>
                  <a:pt x="5627" y="1251"/>
                </a:lnTo>
                <a:moveTo>
                  <a:pt x="5563" y="1251"/>
                </a:moveTo>
                <a:lnTo>
                  <a:pt x="5523" y="1251"/>
                </a:lnTo>
                <a:lnTo>
                  <a:pt x="5523" y="1243"/>
                </a:lnTo>
                <a:lnTo>
                  <a:pt x="5563" y="1243"/>
                </a:lnTo>
                <a:lnTo>
                  <a:pt x="5563" y="1251"/>
                </a:lnTo>
                <a:moveTo>
                  <a:pt x="5499" y="1251"/>
                </a:moveTo>
                <a:lnTo>
                  <a:pt x="5459" y="1251"/>
                </a:lnTo>
                <a:lnTo>
                  <a:pt x="5459" y="1243"/>
                </a:lnTo>
                <a:lnTo>
                  <a:pt x="5499" y="1243"/>
                </a:lnTo>
                <a:lnTo>
                  <a:pt x="5499" y="1251"/>
                </a:lnTo>
                <a:moveTo>
                  <a:pt x="5435" y="1251"/>
                </a:moveTo>
                <a:lnTo>
                  <a:pt x="5395" y="1251"/>
                </a:lnTo>
                <a:lnTo>
                  <a:pt x="5395" y="1243"/>
                </a:lnTo>
                <a:lnTo>
                  <a:pt x="5435" y="1243"/>
                </a:lnTo>
                <a:lnTo>
                  <a:pt x="5435" y="1251"/>
                </a:lnTo>
                <a:moveTo>
                  <a:pt x="5371" y="1251"/>
                </a:moveTo>
                <a:lnTo>
                  <a:pt x="5330" y="1251"/>
                </a:lnTo>
                <a:lnTo>
                  <a:pt x="5330" y="1243"/>
                </a:lnTo>
                <a:lnTo>
                  <a:pt x="5371" y="1243"/>
                </a:lnTo>
                <a:lnTo>
                  <a:pt x="5371" y="1251"/>
                </a:lnTo>
                <a:moveTo>
                  <a:pt x="5306" y="1251"/>
                </a:moveTo>
                <a:lnTo>
                  <a:pt x="5267" y="1251"/>
                </a:lnTo>
                <a:lnTo>
                  <a:pt x="5267" y="1243"/>
                </a:lnTo>
                <a:lnTo>
                  <a:pt x="5306" y="1243"/>
                </a:lnTo>
                <a:lnTo>
                  <a:pt x="5306" y="1251"/>
                </a:lnTo>
                <a:moveTo>
                  <a:pt x="5243" y="1251"/>
                </a:moveTo>
                <a:lnTo>
                  <a:pt x="5203" y="1251"/>
                </a:lnTo>
                <a:lnTo>
                  <a:pt x="5203" y="1243"/>
                </a:lnTo>
                <a:lnTo>
                  <a:pt x="5243" y="1243"/>
                </a:lnTo>
                <a:lnTo>
                  <a:pt x="5243" y="1251"/>
                </a:lnTo>
                <a:moveTo>
                  <a:pt x="5179" y="1251"/>
                </a:moveTo>
                <a:lnTo>
                  <a:pt x="5139" y="1251"/>
                </a:lnTo>
                <a:lnTo>
                  <a:pt x="5139" y="1243"/>
                </a:lnTo>
                <a:lnTo>
                  <a:pt x="5179" y="1243"/>
                </a:lnTo>
                <a:lnTo>
                  <a:pt x="5179" y="1251"/>
                </a:lnTo>
                <a:moveTo>
                  <a:pt x="5115" y="1251"/>
                </a:moveTo>
                <a:lnTo>
                  <a:pt x="5075" y="1251"/>
                </a:lnTo>
                <a:lnTo>
                  <a:pt x="5075" y="1243"/>
                </a:lnTo>
                <a:lnTo>
                  <a:pt x="5115" y="1243"/>
                </a:lnTo>
                <a:lnTo>
                  <a:pt x="5115" y="1251"/>
                </a:lnTo>
                <a:moveTo>
                  <a:pt x="5051" y="1251"/>
                </a:moveTo>
                <a:lnTo>
                  <a:pt x="5011" y="1251"/>
                </a:lnTo>
                <a:lnTo>
                  <a:pt x="5011" y="1243"/>
                </a:lnTo>
                <a:lnTo>
                  <a:pt x="5051" y="1243"/>
                </a:lnTo>
                <a:lnTo>
                  <a:pt x="5051" y="1251"/>
                </a:lnTo>
                <a:moveTo>
                  <a:pt x="4987" y="1251"/>
                </a:moveTo>
                <a:lnTo>
                  <a:pt x="4947" y="1251"/>
                </a:lnTo>
                <a:lnTo>
                  <a:pt x="4947" y="1243"/>
                </a:lnTo>
                <a:lnTo>
                  <a:pt x="4987" y="1243"/>
                </a:lnTo>
                <a:lnTo>
                  <a:pt x="4987" y="1251"/>
                </a:lnTo>
                <a:moveTo>
                  <a:pt x="4923" y="1251"/>
                </a:moveTo>
                <a:lnTo>
                  <a:pt x="4883" y="1251"/>
                </a:lnTo>
                <a:lnTo>
                  <a:pt x="4883" y="1243"/>
                </a:lnTo>
                <a:lnTo>
                  <a:pt x="4923" y="1243"/>
                </a:lnTo>
                <a:lnTo>
                  <a:pt x="4923" y="1251"/>
                </a:lnTo>
                <a:moveTo>
                  <a:pt x="4859" y="1251"/>
                </a:moveTo>
                <a:lnTo>
                  <a:pt x="4819" y="1251"/>
                </a:lnTo>
                <a:lnTo>
                  <a:pt x="4819" y="1243"/>
                </a:lnTo>
                <a:lnTo>
                  <a:pt x="4859" y="1243"/>
                </a:lnTo>
                <a:lnTo>
                  <a:pt x="4859" y="1251"/>
                </a:lnTo>
                <a:moveTo>
                  <a:pt x="4795" y="1251"/>
                </a:moveTo>
                <a:lnTo>
                  <a:pt x="4755" y="1251"/>
                </a:lnTo>
                <a:lnTo>
                  <a:pt x="4755" y="1243"/>
                </a:lnTo>
                <a:lnTo>
                  <a:pt x="4795" y="1243"/>
                </a:lnTo>
                <a:lnTo>
                  <a:pt x="4795" y="1251"/>
                </a:lnTo>
                <a:moveTo>
                  <a:pt x="4731" y="1251"/>
                </a:moveTo>
                <a:lnTo>
                  <a:pt x="4692" y="1251"/>
                </a:lnTo>
                <a:lnTo>
                  <a:pt x="4692" y="1243"/>
                </a:lnTo>
                <a:lnTo>
                  <a:pt x="4731" y="1243"/>
                </a:lnTo>
                <a:lnTo>
                  <a:pt x="4731" y="1251"/>
                </a:lnTo>
                <a:moveTo>
                  <a:pt x="4668" y="1251"/>
                </a:moveTo>
                <a:lnTo>
                  <a:pt x="4628" y="1251"/>
                </a:lnTo>
                <a:lnTo>
                  <a:pt x="4628" y="1243"/>
                </a:lnTo>
                <a:lnTo>
                  <a:pt x="4668" y="1243"/>
                </a:lnTo>
                <a:lnTo>
                  <a:pt x="4668" y="1251"/>
                </a:lnTo>
                <a:moveTo>
                  <a:pt x="4604" y="1251"/>
                </a:moveTo>
                <a:lnTo>
                  <a:pt x="4564" y="1251"/>
                </a:lnTo>
                <a:lnTo>
                  <a:pt x="4564" y="1243"/>
                </a:lnTo>
                <a:lnTo>
                  <a:pt x="4604" y="1243"/>
                </a:lnTo>
                <a:lnTo>
                  <a:pt x="4604" y="1251"/>
                </a:lnTo>
                <a:moveTo>
                  <a:pt x="4540" y="1251"/>
                </a:moveTo>
                <a:lnTo>
                  <a:pt x="4500" y="1251"/>
                </a:lnTo>
                <a:lnTo>
                  <a:pt x="4500" y="1243"/>
                </a:lnTo>
                <a:lnTo>
                  <a:pt x="4540" y="1243"/>
                </a:lnTo>
                <a:lnTo>
                  <a:pt x="4540" y="1251"/>
                </a:lnTo>
                <a:moveTo>
                  <a:pt x="4476" y="1251"/>
                </a:moveTo>
                <a:lnTo>
                  <a:pt x="4436" y="1251"/>
                </a:lnTo>
                <a:lnTo>
                  <a:pt x="4436" y="1243"/>
                </a:lnTo>
                <a:lnTo>
                  <a:pt x="4476" y="1243"/>
                </a:lnTo>
                <a:lnTo>
                  <a:pt x="4476" y="1251"/>
                </a:lnTo>
                <a:moveTo>
                  <a:pt x="4412" y="1251"/>
                </a:moveTo>
                <a:lnTo>
                  <a:pt x="4372" y="1251"/>
                </a:lnTo>
                <a:lnTo>
                  <a:pt x="4372" y="1243"/>
                </a:lnTo>
                <a:lnTo>
                  <a:pt x="4412" y="1243"/>
                </a:lnTo>
                <a:lnTo>
                  <a:pt x="4412" y="1251"/>
                </a:lnTo>
                <a:moveTo>
                  <a:pt x="4348" y="1251"/>
                </a:moveTo>
                <a:lnTo>
                  <a:pt x="4308" y="1251"/>
                </a:lnTo>
                <a:lnTo>
                  <a:pt x="4308" y="1243"/>
                </a:lnTo>
                <a:lnTo>
                  <a:pt x="4348" y="1243"/>
                </a:lnTo>
                <a:lnTo>
                  <a:pt x="4348" y="1251"/>
                </a:lnTo>
                <a:moveTo>
                  <a:pt x="4284" y="1251"/>
                </a:moveTo>
                <a:lnTo>
                  <a:pt x="4244" y="1251"/>
                </a:lnTo>
                <a:lnTo>
                  <a:pt x="4244" y="1243"/>
                </a:lnTo>
                <a:lnTo>
                  <a:pt x="4284" y="1243"/>
                </a:lnTo>
                <a:lnTo>
                  <a:pt x="4284" y="1251"/>
                </a:lnTo>
                <a:moveTo>
                  <a:pt x="4220" y="1251"/>
                </a:moveTo>
                <a:lnTo>
                  <a:pt x="4180" y="1251"/>
                </a:lnTo>
                <a:lnTo>
                  <a:pt x="4180" y="1243"/>
                </a:lnTo>
                <a:lnTo>
                  <a:pt x="4220" y="1243"/>
                </a:lnTo>
                <a:lnTo>
                  <a:pt x="4220" y="1251"/>
                </a:lnTo>
                <a:moveTo>
                  <a:pt x="4156" y="1251"/>
                </a:moveTo>
                <a:lnTo>
                  <a:pt x="4117" y="1251"/>
                </a:lnTo>
                <a:lnTo>
                  <a:pt x="4117" y="1243"/>
                </a:lnTo>
                <a:lnTo>
                  <a:pt x="4156" y="1243"/>
                </a:lnTo>
                <a:lnTo>
                  <a:pt x="4156" y="1251"/>
                </a:lnTo>
                <a:moveTo>
                  <a:pt x="4093" y="1251"/>
                </a:moveTo>
                <a:lnTo>
                  <a:pt x="4053" y="1251"/>
                </a:lnTo>
                <a:lnTo>
                  <a:pt x="4053" y="1243"/>
                </a:lnTo>
                <a:lnTo>
                  <a:pt x="4093" y="1243"/>
                </a:lnTo>
                <a:lnTo>
                  <a:pt x="4093" y="1251"/>
                </a:lnTo>
                <a:moveTo>
                  <a:pt x="4029" y="1251"/>
                </a:moveTo>
                <a:lnTo>
                  <a:pt x="3989" y="1251"/>
                </a:lnTo>
                <a:lnTo>
                  <a:pt x="3989" y="1243"/>
                </a:lnTo>
                <a:lnTo>
                  <a:pt x="4029" y="1243"/>
                </a:lnTo>
                <a:lnTo>
                  <a:pt x="4029" y="1251"/>
                </a:lnTo>
                <a:moveTo>
                  <a:pt x="3965" y="1251"/>
                </a:moveTo>
                <a:lnTo>
                  <a:pt x="3925" y="1251"/>
                </a:lnTo>
                <a:lnTo>
                  <a:pt x="3925" y="1243"/>
                </a:lnTo>
                <a:lnTo>
                  <a:pt x="3965" y="1243"/>
                </a:lnTo>
                <a:lnTo>
                  <a:pt x="3965" y="1251"/>
                </a:lnTo>
                <a:moveTo>
                  <a:pt x="3901" y="1251"/>
                </a:moveTo>
                <a:lnTo>
                  <a:pt x="3861" y="1251"/>
                </a:lnTo>
                <a:lnTo>
                  <a:pt x="3861" y="1243"/>
                </a:lnTo>
                <a:lnTo>
                  <a:pt x="3901" y="1243"/>
                </a:lnTo>
                <a:lnTo>
                  <a:pt x="3901" y="1251"/>
                </a:lnTo>
                <a:moveTo>
                  <a:pt x="3837" y="1251"/>
                </a:moveTo>
                <a:lnTo>
                  <a:pt x="3797" y="1251"/>
                </a:lnTo>
                <a:lnTo>
                  <a:pt x="3797" y="1243"/>
                </a:lnTo>
                <a:lnTo>
                  <a:pt x="3837" y="1243"/>
                </a:lnTo>
                <a:lnTo>
                  <a:pt x="3837" y="1251"/>
                </a:lnTo>
                <a:moveTo>
                  <a:pt x="3773" y="1251"/>
                </a:moveTo>
                <a:lnTo>
                  <a:pt x="3733" y="1251"/>
                </a:lnTo>
                <a:lnTo>
                  <a:pt x="3733" y="1243"/>
                </a:lnTo>
                <a:lnTo>
                  <a:pt x="3773" y="1243"/>
                </a:lnTo>
                <a:lnTo>
                  <a:pt x="3773" y="1251"/>
                </a:lnTo>
                <a:moveTo>
                  <a:pt x="3709" y="1251"/>
                </a:moveTo>
                <a:lnTo>
                  <a:pt x="3669" y="1251"/>
                </a:lnTo>
                <a:lnTo>
                  <a:pt x="3669" y="1243"/>
                </a:lnTo>
                <a:lnTo>
                  <a:pt x="3709" y="1243"/>
                </a:lnTo>
                <a:lnTo>
                  <a:pt x="3709" y="1251"/>
                </a:lnTo>
                <a:moveTo>
                  <a:pt x="3645" y="1251"/>
                </a:moveTo>
                <a:lnTo>
                  <a:pt x="3605" y="1251"/>
                </a:lnTo>
                <a:lnTo>
                  <a:pt x="3605" y="1243"/>
                </a:lnTo>
                <a:lnTo>
                  <a:pt x="3645" y="1243"/>
                </a:lnTo>
                <a:lnTo>
                  <a:pt x="3645" y="1251"/>
                </a:lnTo>
                <a:moveTo>
                  <a:pt x="3581" y="1251"/>
                </a:moveTo>
                <a:lnTo>
                  <a:pt x="3542" y="1251"/>
                </a:lnTo>
                <a:lnTo>
                  <a:pt x="3542" y="1243"/>
                </a:lnTo>
                <a:lnTo>
                  <a:pt x="3581" y="1243"/>
                </a:lnTo>
                <a:lnTo>
                  <a:pt x="3581" y="1251"/>
                </a:lnTo>
                <a:moveTo>
                  <a:pt x="3518" y="1251"/>
                </a:moveTo>
                <a:lnTo>
                  <a:pt x="3478" y="1251"/>
                </a:lnTo>
                <a:lnTo>
                  <a:pt x="3478" y="1243"/>
                </a:lnTo>
                <a:lnTo>
                  <a:pt x="3518" y="1243"/>
                </a:lnTo>
                <a:lnTo>
                  <a:pt x="3518" y="1251"/>
                </a:lnTo>
                <a:moveTo>
                  <a:pt x="3454" y="1251"/>
                </a:moveTo>
                <a:lnTo>
                  <a:pt x="3414" y="1251"/>
                </a:lnTo>
                <a:lnTo>
                  <a:pt x="3414" y="1243"/>
                </a:lnTo>
                <a:lnTo>
                  <a:pt x="3454" y="1243"/>
                </a:lnTo>
                <a:lnTo>
                  <a:pt x="3454" y="1251"/>
                </a:lnTo>
                <a:moveTo>
                  <a:pt x="3390" y="1251"/>
                </a:moveTo>
                <a:lnTo>
                  <a:pt x="3350" y="1251"/>
                </a:lnTo>
                <a:lnTo>
                  <a:pt x="3350" y="1243"/>
                </a:lnTo>
                <a:lnTo>
                  <a:pt x="3390" y="1243"/>
                </a:lnTo>
                <a:lnTo>
                  <a:pt x="3390" y="1251"/>
                </a:lnTo>
                <a:moveTo>
                  <a:pt x="3326" y="1251"/>
                </a:moveTo>
                <a:lnTo>
                  <a:pt x="3286" y="1251"/>
                </a:lnTo>
                <a:lnTo>
                  <a:pt x="3286" y="1243"/>
                </a:lnTo>
                <a:lnTo>
                  <a:pt x="3326" y="1243"/>
                </a:lnTo>
                <a:lnTo>
                  <a:pt x="3326" y="1251"/>
                </a:lnTo>
                <a:moveTo>
                  <a:pt x="3262" y="1251"/>
                </a:moveTo>
                <a:lnTo>
                  <a:pt x="3222" y="1251"/>
                </a:lnTo>
                <a:lnTo>
                  <a:pt x="3222" y="1243"/>
                </a:lnTo>
                <a:lnTo>
                  <a:pt x="3262" y="1243"/>
                </a:lnTo>
                <a:lnTo>
                  <a:pt x="3262" y="1251"/>
                </a:lnTo>
                <a:moveTo>
                  <a:pt x="3198" y="1251"/>
                </a:moveTo>
                <a:lnTo>
                  <a:pt x="3158" y="1251"/>
                </a:lnTo>
                <a:lnTo>
                  <a:pt x="3158" y="1243"/>
                </a:lnTo>
                <a:lnTo>
                  <a:pt x="3198" y="1243"/>
                </a:lnTo>
                <a:lnTo>
                  <a:pt x="3198" y="1251"/>
                </a:lnTo>
                <a:moveTo>
                  <a:pt x="3134" y="1251"/>
                </a:moveTo>
                <a:lnTo>
                  <a:pt x="3094" y="1251"/>
                </a:lnTo>
                <a:lnTo>
                  <a:pt x="3094" y="1243"/>
                </a:lnTo>
                <a:lnTo>
                  <a:pt x="3134" y="1243"/>
                </a:lnTo>
                <a:lnTo>
                  <a:pt x="3134" y="1251"/>
                </a:lnTo>
                <a:moveTo>
                  <a:pt x="3070" y="1251"/>
                </a:moveTo>
                <a:lnTo>
                  <a:pt x="3030" y="1251"/>
                </a:lnTo>
                <a:lnTo>
                  <a:pt x="3030" y="1243"/>
                </a:lnTo>
                <a:lnTo>
                  <a:pt x="3070" y="1243"/>
                </a:lnTo>
                <a:lnTo>
                  <a:pt x="3070" y="1251"/>
                </a:lnTo>
                <a:moveTo>
                  <a:pt x="3006" y="1251"/>
                </a:moveTo>
                <a:lnTo>
                  <a:pt x="2966" y="1251"/>
                </a:lnTo>
                <a:lnTo>
                  <a:pt x="2966" y="1243"/>
                </a:lnTo>
                <a:lnTo>
                  <a:pt x="3006" y="1243"/>
                </a:lnTo>
                <a:lnTo>
                  <a:pt x="3006" y="1251"/>
                </a:lnTo>
                <a:moveTo>
                  <a:pt x="2943" y="1251"/>
                </a:moveTo>
                <a:lnTo>
                  <a:pt x="2903" y="1251"/>
                </a:lnTo>
                <a:lnTo>
                  <a:pt x="2903" y="1243"/>
                </a:lnTo>
                <a:lnTo>
                  <a:pt x="2943" y="1243"/>
                </a:lnTo>
                <a:lnTo>
                  <a:pt x="2943" y="1251"/>
                </a:lnTo>
                <a:moveTo>
                  <a:pt x="2879" y="1251"/>
                </a:moveTo>
                <a:lnTo>
                  <a:pt x="2839" y="1251"/>
                </a:lnTo>
                <a:lnTo>
                  <a:pt x="2839" y="1243"/>
                </a:lnTo>
                <a:lnTo>
                  <a:pt x="2879" y="1243"/>
                </a:lnTo>
                <a:lnTo>
                  <a:pt x="2879" y="1251"/>
                </a:lnTo>
                <a:moveTo>
                  <a:pt x="2815" y="1251"/>
                </a:moveTo>
                <a:lnTo>
                  <a:pt x="2775" y="1251"/>
                </a:lnTo>
                <a:lnTo>
                  <a:pt x="2775" y="1243"/>
                </a:lnTo>
                <a:lnTo>
                  <a:pt x="2815" y="1243"/>
                </a:lnTo>
                <a:lnTo>
                  <a:pt x="2815" y="1251"/>
                </a:lnTo>
                <a:moveTo>
                  <a:pt x="2751" y="1251"/>
                </a:moveTo>
                <a:lnTo>
                  <a:pt x="2711" y="1251"/>
                </a:lnTo>
                <a:lnTo>
                  <a:pt x="2711" y="1243"/>
                </a:lnTo>
                <a:lnTo>
                  <a:pt x="2751" y="1243"/>
                </a:lnTo>
                <a:lnTo>
                  <a:pt x="2751" y="1251"/>
                </a:lnTo>
                <a:moveTo>
                  <a:pt x="2687" y="1251"/>
                </a:moveTo>
                <a:lnTo>
                  <a:pt x="2647" y="1251"/>
                </a:lnTo>
                <a:lnTo>
                  <a:pt x="2647" y="1243"/>
                </a:lnTo>
                <a:lnTo>
                  <a:pt x="2687" y="1243"/>
                </a:lnTo>
                <a:lnTo>
                  <a:pt x="2687" y="1251"/>
                </a:lnTo>
                <a:moveTo>
                  <a:pt x="2623" y="1251"/>
                </a:moveTo>
                <a:lnTo>
                  <a:pt x="2583" y="1251"/>
                </a:lnTo>
                <a:lnTo>
                  <a:pt x="2583" y="1243"/>
                </a:lnTo>
                <a:lnTo>
                  <a:pt x="2623" y="1243"/>
                </a:lnTo>
                <a:lnTo>
                  <a:pt x="2623" y="1251"/>
                </a:lnTo>
                <a:moveTo>
                  <a:pt x="2559" y="1251"/>
                </a:moveTo>
                <a:lnTo>
                  <a:pt x="2519" y="1251"/>
                </a:lnTo>
                <a:lnTo>
                  <a:pt x="2519" y="1243"/>
                </a:lnTo>
                <a:lnTo>
                  <a:pt x="2559" y="1243"/>
                </a:lnTo>
                <a:lnTo>
                  <a:pt x="2559" y="1251"/>
                </a:lnTo>
                <a:moveTo>
                  <a:pt x="2495" y="1251"/>
                </a:moveTo>
                <a:lnTo>
                  <a:pt x="2455" y="1251"/>
                </a:lnTo>
                <a:lnTo>
                  <a:pt x="2455" y="1243"/>
                </a:lnTo>
                <a:lnTo>
                  <a:pt x="2495" y="1243"/>
                </a:lnTo>
                <a:lnTo>
                  <a:pt x="2495" y="1251"/>
                </a:lnTo>
                <a:moveTo>
                  <a:pt x="2431" y="1251"/>
                </a:moveTo>
                <a:lnTo>
                  <a:pt x="2391" y="1251"/>
                </a:lnTo>
                <a:lnTo>
                  <a:pt x="2391" y="1243"/>
                </a:lnTo>
                <a:lnTo>
                  <a:pt x="2431" y="1243"/>
                </a:lnTo>
                <a:lnTo>
                  <a:pt x="2431" y="1251"/>
                </a:lnTo>
                <a:moveTo>
                  <a:pt x="2368" y="1251"/>
                </a:moveTo>
                <a:lnTo>
                  <a:pt x="2328" y="1251"/>
                </a:lnTo>
                <a:lnTo>
                  <a:pt x="2328" y="1243"/>
                </a:lnTo>
                <a:lnTo>
                  <a:pt x="2368" y="1243"/>
                </a:lnTo>
                <a:lnTo>
                  <a:pt x="2368" y="1251"/>
                </a:lnTo>
                <a:moveTo>
                  <a:pt x="2304" y="1251"/>
                </a:moveTo>
                <a:lnTo>
                  <a:pt x="2264" y="1251"/>
                </a:lnTo>
                <a:lnTo>
                  <a:pt x="2264" y="1243"/>
                </a:lnTo>
                <a:lnTo>
                  <a:pt x="2304" y="1243"/>
                </a:lnTo>
                <a:lnTo>
                  <a:pt x="2304" y="1251"/>
                </a:lnTo>
                <a:moveTo>
                  <a:pt x="2240" y="1251"/>
                </a:moveTo>
                <a:lnTo>
                  <a:pt x="2200" y="1251"/>
                </a:lnTo>
                <a:lnTo>
                  <a:pt x="2200" y="1243"/>
                </a:lnTo>
                <a:lnTo>
                  <a:pt x="2240" y="1243"/>
                </a:lnTo>
                <a:lnTo>
                  <a:pt x="2240" y="1251"/>
                </a:lnTo>
                <a:moveTo>
                  <a:pt x="2176" y="1251"/>
                </a:moveTo>
                <a:lnTo>
                  <a:pt x="2136" y="1251"/>
                </a:lnTo>
                <a:lnTo>
                  <a:pt x="2136" y="1243"/>
                </a:lnTo>
                <a:lnTo>
                  <a:pt x="2176" y="1243"/>
                </a:lnTo>
                <a:lnTo>
                  <a:pt x="2176" y="1251"/>
                </a:lnTo>
                <a:moveTo>
                  <a:pt x="2112" y="1251"/>
                </a:moveTo>
                <a:lnTo>
                  <a:pt x="2072" y="1251"/>
                </a:lnTo>
                <a:lnTo>
                  <a:pt x="2072" y="1243"/>
                </a:lnTo>
                <a:lnTo>
                  <a:pt x="2112" y="1243"/>
                </a:lnTo>
                <a:lnTo>
                  <a:pt x="2112" y="1251"/>
                </a:lnTo>
                <a:moveTo>
                  <a:pt x="2048" y="1251"/>
                </a:moveTo>
                <a:lnTo>
                  <a:pt x="2008" y="1251"/>
                </a:lnTo>
                <a:lnTo>
                  <a:pt x="2008" y="1243"/>
                </a:lnTo>
                <a:lnTo>
                  <a:pt x="2048" y="1243"/>
                </a:lnTo>
                <a:lnTo>
                  <a:pt x="2048" y="1251"/>
                </a:lnTo>
                <a:moveTo>
                  <a:pt x="1984" y="1251"/>
                </a:moveTo>
                <a:lnTo>
                  <a:pt x="1944" y="1251"/>
                </a:lnTo>
                <a:lnTo>
                  <a:pt x="1944" y="1243"/>
                </a:lnTo>
                <a:lnTo>
                  <a:pt x="1984" y="1243"/>
                </a:lnTo>
                <a:lnTo>
                  <a:pt x="1984" y="1251"/>
                </a:lnTo>
                <a:moveTo>
                  <a:pt x="1920" y="1251"/>
                </a:moveTo>
                <a:lnTo>
                  <a:pt x="1880" y="1251"/>
                </a:lnTo>
                <a:lnTo>
                  <a:pt x="1880" y="1243"/>
                </a:lnTo>
                <a:lnTo>
                  <a:pt x="1920" y="1243"/>
                </a:lnTo>
                <a:lnTo>
                  <a:pt x="1920" y="1251"/>
                </a:lnTo>
                <a:moveTo>
                  <a:pt x="1856" y="1251"/>
                </a:moveTo>
                <a:lnTo>
                  <a:pt x="1816" y="1251"/>
                </a:lnTo>
                <a:lnTo>
                  <a:pt x="1816" y="1243"/>
                </a:lnTo>
                <a:lnTo>
                  <a:pt x="1856" y="1243"/>
                </a:lnTo>
                <a:lnTo>
                  <a:pt x="1856" y="1251"/>
                </a:lnTo>
                <a:moveTo>
                  <a:pt x="1792" y="1251"/>
                </a:moveTo>
                <a:lnTo>
                  <a:pt x="1753" y="1251"/>
                </a:lnTo>
                <a:lnTo>
                  <a:pt x="1753" y="1243"/>
                </a:lnTo>
                <a:lnTo>
                  <a:pt x="1792" y="1243"/>
                </a:lnTo>
                <a:lnTo>
                  <a:pt x="1792" y="1251"/>
                </a:lnTo>
                <a:moveTo>
                  <a:pt x="1729" y="1251"/>
                </a:moveTo>
                <a:lnTo>
                  <a:pt x="1689" y="1251"/>
                </a:lnTo>
                <a:lnTo>
                  <a:pt x="1689" y="1243"/>
                </a:lnTo>
                <a:lnTo>
                  <a:pt x="1729" y="1243"/>
                </a:lnTo>
                <a:lnTo>
                  <a:pt x="1729" y="1251"/>
                </a:lnTo>
                <a:moveTo>
                  <a:pt x="1665" y="1251"/>
                </a:moveTo>
                <a:lnTo>
                  <a:pt x="1625" y="1251"/>
                </a:lnTo>
                <a:lnTo>
                  <a:pt x="1625" y="1243"/>
                </a:lnTo>
                <a:lnTo>
                  <a:pt x="1665" y="1243"/>
                </a:lnTo>
                <a:lnTo>
                  <a:pt x="1665" y="1251"/>
                </a:lnTo>
                <a:moveTo>
                  <a:pt x="1601" y="1251"/>
                </a:moveTo>
                <a:lnTo>
                  <a:pt x="1561" y="1251"/>
                </a:lnTo>
                <a:lnTo>
                  <a:pt x="1561" y="1243"/>
                </a:lnTo>
                <a:lnTo>
                  <a:pt x="1601" y="1243"/>
                </a:lnTo>
                <a:lnTo>
                  <a:pt x="1601" y="1251"/>
                </a:lnTo>
                <a:moveTo>
                  <a:pt x="1537" y="1251"/>
                </a:moveTo>
                <a:lnTo>
                  <a:pt x="1497" y="1251"/>
                </a:lnTo>
                <a:lnTo>
                  <a:pt x="1497" y="1243"/>
                </a:lnTo>
                <a:lnTo>
                  <a:pt x="1537" y="1243"/>
                </a:lnTo>
                <a:lnTo>
                  <a:pt x="1537" y="1251"/>
                </a:lnTo>
                <a:moveTo>
                  <a:pt x="1473" y="1251"/>
                </a:moveTo>
                <a:lnTo>
                  <a:pt x="1433" y="1251"/>
                </a:lnTo>
                <a:lnTo>
                  <a:pt x="1433" y="1243"/>
                </a:lnTo>
                <a:lnTo>
                  <a:pt x="1473" y="1243"/>
                </a:lnTo>
                <a:lnTo>
                  <a:pt x="1473" y="1251"/>
                </a:lnTo>
                <a:moveTo>
                  <a:pt x="1409" y="1251"/>
                </a:moveTo>
                <a:lnTo>
                  <a:pt x="1369" y="1251"/>
                </a:lnTo>
                <a:lnTo>
                  <a:pt x="1369" y="1243"/>
                </a:lnTo>
                <a:lnTo>
                  <a:pt x="1409" y="1243"/>
                </a:lnTo>
                <a:lnTo>
                  <a:pt x="1409" y="1251"/>
                </a:lnTo>
                <a:moveTo>
                  <a:pt x="1345" y="1251"/>
                </a:moveTo>
                <a:lnTo>
                  <a:pt x="1305" y="1251"/>
                </a:lnTo>
                <a:lnTo>
                  <a:pt x="1305" y="1243"/>
                </a:lnTo>
                <a:lnTo>
                  <a:pt x="1345" y="1243"/>
                </a:lnTo>
                <a:lnTo>
                  <a:pt x="1345" y="1251"/>
                </a:lnTo>
                <a:moveTo>
                  <a:pt x="1281" y="1251"/>
                </a:moveTo>
                <a:lnTo>
                  <a:pt x="1241" y="1251"/>
                </a:lnTo>
                <a:lnTo>
                  <a:pt x="1241" y="1243"/>
                </a:lnTo>
                <a:lnTo>
                  <a:pt x="1281" y="1243"/>
                </a:lnTo>
                <a:lnTo>
                  <a:pt x="1281" y="1251"/>
                </a:lnTo>
                <a:moveTo>
                  <a:pt x="1217" y="1251"/>
                </a:moveTo>
                <a:lnTo>
                  <a:pt x="1178" y="1251"/>
                </a:lnTo>
                <a:lnTo>
                  <a:pt x="1178" y="1243"/>
                </a:lnTo>
                <a:lnTo>
                  <a:pt x="1217" y="1243"/>
                </a:lnTo>
                <a:lnTo>
                  <a:pt x="1217" y="1251"/>
                </a:lnTo>
                <a:moveTo>
                  <a:pt x="1154" y="1251"/>
                </a:moveTo>
                <a:lnTo>
                  <a:pt x="1114" y="1251"/>
                </a:lnTo>
                <a:lnTo>
                  <a:pt x="1114" y="1243"/>
                </a:lnTo>
                <a:lnTo>
                  <a:pt x="1154" y="1243"/>
                </a:lnTo>
                <a:lnTo>
                  <a:pt x="1154" y="1251"/>
                </a:lnTo>
                <a:moveTo>
                  <a:pt x="1090" y="1251"/>
                </a:moveTo>
                <a:lnTo>
                  <a:pt x="1050" y="1251"/>
                </a:lnTo>
                <a:lnTo>
                  <a:pt x="1050" y="1243"/>
                </a:lnTo>
                <a:lnTo>
                  <a:pt x="1090" y="1243"/>
                </a:lnTo>
                <a:lnTo>
                  <a:pt x="1090" y="1251"/>
                </a:lnTo>
                <a:moveTo>
                  <a:pt x="1026" y="1251"/>
                </a:moveTo>
                <a:lnTo>
                  <a:pt x="986" y="1251"/>
                </a:lnTo>
                <a:lnTo>
                  <a:pt x="986" y="1243"/>
                </a:lnTo>
                <a:lnTo>
                  <a:pt x="1026" y="1243"/>
                </a:lnTo>
                <a:lnTo>
                  <a:pt x="1026" y="1251"/>
                </a:lnTo>
                <a:moveTo>
                  <a:pt x="962" y="1251"/>
                </a:moveTo>
                <a:lnTo>
                  <a:pt x="922" y="1251"/>
                </a:lnTo>
                <a:lnTo>
                  <a:pt x="922" y="1243"/>
                </a:lnTo>
                <a:lnTo>
                  <a:pt x="962" y="1243"/>
                </a:lnTo>
                <a:lnTo>
                  <a:pt x="962" y="1251"/>
                </a:lnTo>
                <a:moveTo>
                  <a:pt x="898" y="1251"/>
                </a:moveTo>
                <a:lnTo>
                  <a:pt x="858" y="1251"/>
                </a:lnTo>
                <a:lnTo>
                  <a:pt x="858" y="1243"/>
                </a:lnTo>
                <a:lnTo>
                  <a:pt x="898" y="1243"/>
                </a:lnTo>
                <a:lnTo>
                  <a:pt x="898" y="1251"/>
                </a:lnTo>
                <a:moveTo>
                  <a:pt x="834" y="1251"/>
                </a:moveTo>
                <a:lnTo>
                  <a:pt x="794" y="1251"/>
                </a:lnTo>
                <a:lnTo>
                  <a:pt x="794" y="1243"/>
                </a:lnTo>
                <a:lnTo>
                  <a:pt x="834" y="1243"/>
                </a:lnTo>
                <a:lnTo>
                  <a:pt x="834" y="1251"/>
                </a:lnTo>
                <a:moveTo>
                  <a:pt x="770" y="1251"/>
                </a:moveTo>
                <a:lnTo>
                  <a:pt x="730" y="1251"/>
                </a:lnTo>
                <a:lnTo>
                  <a:pt x="730" y="1243"/>
                </a:lnTo>
                <a:lnTo>
                  <a:pt x="770" y="1243"/>
                </a:lnTo>
                <a:lnTo>
                  <a:pt x="770" y="1251"/>
                </a:lnTo>
                <a:moveTo>
                  <a:pt x="706" y="1251"/>
                </a:moveTo>
                <a:lnTo>
                  <a:pt x="666" y="1251"/>
                </a:lnTo>
                <a:lnTo>
                  <a:pt x="666" y="1243"/>
                </a:lnTo>
                <a:lnTo>
                  <a:pt x="706" y="1243"/>
                </a:lnTo>
                <a:lnTo>
                  <a:pt x="706" y="1251"/>
                </a:lnTo>
                <a:moveTo>
                  <a:pt x="642" y="1251"/>
                </a:moveTo>
                <a:lnTo>
                  <a:pt x="603" y="1251"/>
                </a:lnTo>
                <a:lnTo>
                  <a:pt x="603" y="1243"/>
                </a:lnTo>
                <a:lnTo>
                  <a:pt x="642" y="1243"/>
                </a:lnTo>
                <a:lnTo>
                  <a:pt x="642" y="1251"/>
                </a:lnTo>
                <a:moveTo>
                  <a:pt x="579" y="1251"/>
                </a:moveTo>
                <a:lnTo>
                  <a:pt x="539" y="1251"/>
                </a:lnTo>
                <a:lnTo>
                  <a:pt x="539" y="1243"/>
                </a:lnTo>
                <a:lnTo>
                  <a:pt x="579" y="1243"/>
                </a:lnTo>
                <a:lnTo>
                  <a:pt x="579" y="1251"/>
                </a:lnTo>
                <a:moveTo>
                  <a:pt x="515" y="1251"/>
                </a:moveTo>
                <a:lnTo>
                  <a:pt x="475" y="1251"/>
                </a:lnTo>
                <a:lnTo>
                  <a:pt x="475" y="1243"/>
                </a:lnTo>
                <a:lnTo>
                  <a:pt x="515" y="1243"/>
                </a:lnTo>
                <a:lnTo>
                  <a:pt x="515" y="1251"/>
                </a:lnTo>
                <a:moveTo>
                  <a:pt x="451" y="1251"/>
                </a:moveTo>
                <a:lnTo>
                  <a:pt x="411" y="1251"/>
                </a:lnTo>
                <a:lnTo>
                  <a:pt x="411" y="1243"/>
                </a:lnTo>
                <a:lnTo>
                  <a:pt x="451" y="1243"/>
                </a:lnTo>
                <a:lnTo>
                  <a:pt x="451" y="1251"/>
                </a:lnTo>
                <a:moveTo>
                  <a:pt x="387" y="1251"/>
                </a:moveTo>
                <a:lnTo>
                  <a:pt x="347" y="1251"/>
                </a:lnTo>
                <a:lnTo>
                  <a:pt x="347" y="1243"/>
                </a:lnTo>
                <a:lnTo>
                  <a:pt x="387" y="1243"/>
                </a:lnTo>
                <a:lnTo>
                  <a:pt x="387" y="1251"/>
                </a:lnTo>
                <a:moveTo>
                  <a:pt x="323" y="1251"/>
                </a:moveTo>
                <a:lnTo>
                  <a:pt x="283" y="1251"/>
                </a:lnTo>
                <a:lnTo>
                  <a:pt x="283" y="1243"/>
                </a:lnTo>
                <a:lnTo>
                  <a:pt x="323" y="1243"/>
                </a:lnTo>
                <a:lnTo>
                  <a:pt x="323" y="1251"/>
                </a:lnTo>
                <a:moveTo>
                  <a:pt x="259" y="1251"/>
                </a:moveTo>
                <a:lnTo>
                  <a:pt x="219" y="1251"/>
                </a:lnTo>
                <a:lnTo>
                  <a:pt x="219" y="1243"/>
                </a:lnTo>
                <a:lnTo>
                  <a:pt x="259" y="1243"/>
                </a:lnTo>
                <a:lnTo>
                  <a:pt x="259" y="1251"/>
                </a:lnTo>
                <a:moveTo>
                  <a:pt x="195" y="1251"/>
                </a:moveTo>
                <a:lnTo>
                  <a:pt x="155" y="1251"/>
                </a:lnTo>
                <a:lnTo>
                  <a:pt x="155" y="1243"/>
                </a:lnTo>
                <a:lnTo>
                  <a:pt x="195" y="1243"/>
                </a:lnTo>
                <a:lnTo>
                  <a:pt x="195" y="1251"/>
                </a:lnTo>
                <a:moveTo>
                  <a:pt x="131" y="1251"/>
                </a:moveTo>
                <a:lnTo>
                  <a:pt x="91" y="1251"/>
                </a:lnTo>
                <a:lnTo>
                  <a:pt x="91" y="1243"/>
                </a:lnTo>
                <a:lnTo>
                  <a:pt x="131" y="1243"/>
                </a:lnTo>
                <a:lnTo>
                  <a:pt x="131" y="1251"/>
                </a:lnTo>
                <a:moveTo>
                  <a:pt x="67" y="1251"/>
                </a:moveTo>
                <a:lnTo>
                  <a:pt x="28" y="1251"/>
                </a:lnTo>
                <a:lnTo>
                  <a:pt x="28" y="1243"/>
                </a:lnTo>
                <a:lnTo>
                  <a:pt x="67" y="1243"/>
                </a:lnTo>
                <a:lnTo>
                  <a:pt x="67" y="1251"/>
                </a:lnTo>
                <a:moveTo>
                  <a:pt x="0" y="1247"/>
                </a:moveTo>
                <a:lnTo>
                  <a:pt x="0" y="1207"/>
                </a:lnTo>
                <a:lnTo>
                  <a:pt x="8" y="1207"/>
                </a:lnTo>
                <a:lnTo>
                  <a:pt x="8" y="1247"/>
                </a:lnTo>
                <a:lnTo>
                  <a:pt x="0" y="1247"/>
                </a:lnTo>
                <a:moveTo>
                  <a:pt x="0" y="1183"/>
                </a:moveTo>
                <a:lnTo>
                  <a:pt x="0" y="1144"/>
                </a:lnTo>
                <a:lnTo>
                  <a:pt x="8" y="1144"/>
                </a:lnTo>
                <a:lnTo>
                  <a:pt x="8" y="1183"/>
                </a:lnTo>
                <a:lnTo>
                  <a:pt x="0" y="1183"/>
                </a:lnTo>
                <a:moveTo>
                  <a:pt x="0" y="1120"/>
                </a:moveTo>
                <a:lnTo>
                  <a:pt x="0" y="1080"/>
                </a:lnTo>
                <a:lnTo>
                  <a:pt x="8" y="1080"/>
                </a:lnTo>
                <a:lnTo>
                  <a:pt x="8" y="1120"/>
                </a:lnTo>
                <a:lnTo>
                  <a:pt x="0" y="1120"/>
                </a:lnTo>
                <a:moveTo>
                  <a:pt x="0" y="1056"/>
                </a:moveTo>
                <a:lnTo>
                  <a:pt x="0" y="1016"/>
                </a:lnTo>
                <a:lnTo>
                  <a:pt x="8" y="1016"/>
                </a:lnTo>
                <a:lnTo>
                  <a:pt x="8" y="1056"/>
                </a:lnTo>
                <a:lnTo>
                  <a:pt x="0" y="1056"/>
                </a:lnTo>
                <a:moveTo>
                  <a:pt x="0" y="992"/>
                </a:moveTo>
                <a:lnTo>
                  <a:pt x="0" y="952"/>
                </a:lnTo>
                <a:lnTo>
                  <a:pt x="8" y="952"/>
                </a:lnTo>
                <a:lnTo>
                  <a:pt x="8" y="992"/>
                </a:lnTo>
                <a:lnTo>
                  <a:pt x="0" y="992"/>
                </a:lnTo>
                <a:moveTo>
                  <a:pt x="0" y="929"/>
                </a:moveTo>
                <a:lnTo>
                  <a:pt x="0" y="889"/>
                </a:lnTo>
                <a:lnTo>
                  <a:pt x="8" y="889"/>
                </a:lnTo>
                <a:lnTo>
                  <a:pt x="8" y="929"/>
                </a:lnTo>
                <a:lnTo>
                  <a:pt x="0" y="929"/>
                </a:lnTo>
                <a:moveTo>
                  <a:pt x="0" y="865"/>
                </a:moveTo>
                <a:lnTo>
                  <a:pt x="0" y="825"/>
                </a:lnTo>
                <a:lnTo>
                  <a:pt x="8" y="825"/>
                </a:lnTo>
                <a:lnTo>
                  <a:pt x="8" y="865"/>
                </a:lnTo>
                <a:lnTo>
                  <a:pt x="0" y="865"/>
                </a:lnTo>
                <a:moveTo>
                  <a:pt x="0" y="801"/>
                </a:moveTo>
                <a:lnTo>
                  <a:pt x="0" y="761"/>
                </a:lnTo>
                <a:lnTo>
                  <a:pt x="8" y="761"/>
                </a:lnTo>
                <a:lnTo>
                  <a:pt x="8" y="801"/>
                </a:lnTo>
                <a:lnTo>
                  <a:pt x="0" y="801"/>
                </a:lnTo>
                <a:moveTo>
                  <a:pt x="0" y="738"/>
                </a:moveTo>
                <a:lnTo>
                  <a:pt x="0" y="698"/>
                </a:lnTo>
                <a:lnTo>
                  <a:pt x="8" y="698"/>
                </a:lnTo>
                <a:lnTo>
                  <a:pt x="8" y="738"/>
                </a:lnTo>
                <a:lnTo>
                  <a:pt x="0" y="738"/>
                </a:lnTo>
                <a:moveTo>
                  <a:pt x="0" y="674"/>
                </a:moveTo>
                <a:lnTo>
                  <a:pt x="0" y="634"/>
                </a:lnTo>
                <a:lnTo>
                  <a:pt x="8" y="634"/>
                </a:lnTo>
                <a:lnTo>
                  <a:pt x="8" y="674"/>
                </a:lnTo>
                <a:lnTo>
                  <a:pt x="0" y="674"/>
                </a:lnTo>
                <a:moveTo>
                  <a:pt x="0" y="610"/>
                </a:moveTo>
                <a:lnTo>
                  <a:pt x="0" y="570"/>
                </a:lnTo>
                <a:lnTo>
                  <a:pt x="8" y="570"/>
                </a:lnTo>
                <a:lnTo>
                  <a:pt x="8" y="610"/>
                </a:lnTo>
                <a:lnTo>
                  <a:pt x="0" y="610"/>
                </a:lnTo>
                <a:moveTo>
                  <a:pt x="0" y="546"/>
                </a:moveTo>
                <a:lnTo>
                  <a:pt x="0" y="507"/>
                </a:lnTo>
                <a:lnTo>
                  <a:pt x="8" y="507"/>
                </a:lnTo>
                <a:lnTo>
                  <a:pt x="8" y="546"/>
                </a:lnTo>
                <a:lnTo>
                  <a:pt x="0" y="546"/>
                </a:lnTo>
                <a:moveTo>
                  <a:pt x="0" y="483"/>
                </a:moveTo>
                <a:lnTo>
                  <a:pt x="0" y="443"/>
                </a:lnTo>
                <a:lnTo>
                  <a:pt x="8" y="443"/>
                </a:lnTo>
                <a:lnTo>
                  <a:pt x="8" y="483"/>
                </a:lnTo>
                <a:lnTo>
                  <a:pt x="0" y="483"/>
                </a:lnTo>
                <a:moveTo>
                  <a:pt x="0" y="419"/>
                </a:moveTo>
                <a:lnTo>
                  <a:pt x="0" y="379"/>
                </a:lnTo>
                <a:lnTo>
                  <a:pt x="8" y="379"/>
                </a:lnTo>
                <a:lnTo>
                  <a:pt x="8" y="419"/>
                </a:lnTo>
                <a:lnTo>
                  <a:pt x="0" y="419"/>
                </a:lnTo>
                <a:moveTo>
                  <a:pt x="0" y="355"/>
                </a:moveTo>
                <a:lnTo>
                  <a:pt x="0" y="316"/>
                </a:lnTo>
                <a:lnTo>
                  <a:pt x="8" y="316"/>
                </a:lnTo>
                <a:lnTo>
                  <a:pt x="8" y="355"/>
                </a:lnTo>
                <a:lnTo>
                  <a:pt x="0" y="355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4"/>
                </a:moveTo>
                <a:lnTo>
                  <a:pt x="0" y="125"/>
                </a:lnTo>
                <a:lnTo>
                  <a:pt x="8" y="125"/>
                </a:lnTo>
                <a:lnTo>
                  <a:pt x="8" y="164"/>
                </a:lnTo>
                <a:lnTo>
                  <a:pt x="0" y="164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5335560" y="33573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5335560" y="33674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3334680" y="3182760"/>
            <a:ext cx="11772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3334680" y="3354120"/>
            <a:ext cx="3481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3345840" y="3454560"/>
            <a:ext cx="1794600" cy="138240"/>
          </a:xfrm>
          <a:custGeom>
            <a:avLst/>
            <a:gdLst/>
            <a:ahLst/>
            <a:rect l="0" t="0" r="r" b="b"/>
            <a:pathLst>
              <a:path w="4985" h="384">
                <a:moveTo>
                  <a:pt x="0" y="0"/>
                </a:moveTo>
                <a:lnTo>
                  <a:pt x="4985" y="0"/>
                </a:lnTo>
                <a:lnTo>
                  <a:pt x="4985" y="384"/>
                </a:lnTo>
                <a:lnTo>
                  <a:pt x="0" y="3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3344400" y="3453120"/>
            <a:ext cx="1797480" cy="141120"/>
          </a:xfrm>
          <a:custGeom>
            <a:avLst/>
            <a:gdLst/>
            <a:ahLst/>
            <a:rect l="0" t="0" r="r" b="b"/>
            <a:pathLst>
              <a:path w="4993" h="392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8"/>
                </a:lnTo>
                <a:lnTo>
                  <a:pt x="2241" y="8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8"/>
                </a:lnTo>
                <a:lnTo>
                  <a:pt x="2368" y="8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5" y="0"/>
                </a:lnTo>
                <a:lnTo>
                  <a:pt x="2855" y="8"/>
                </a:lnTo>
                <a:lnTo>
                  <a:pt x="2816" y="8"/>
                </a:lnTo>
                <a:lnTo>
                  <a:pt x="2816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3" y="0"/>
                </a:lnTo>
                <a:lnTo>
                  <a:pt x="2983" y="8"/>
                </a:lnTo>
                <a:lnTo>
                  <a:pt x="2943" y="8"/>
                </a:lnTo>
                <a:lnTo>
                  <a:pt x="2943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200" y="0"/>
                </a:moveTo>
                <a:lnTo>
                  <a:pt x="3240" y="0"/>
                </a:lnTo>
                <a:lnTo>
                  <a:pt x="3240" y="8"/>
                </a:lnTo>
                <a:lnTo>
                  <a:pt x="3200" y="8"/>
                </a:lnTo>
                <a:lnTo>
                  <a:pt x="3200" y="0"/>
                </a:lnTo>
                <a:moveTo>
                  <a:pt x="3264" y="0"/>
                </a:moveTo>
                <a:lnTo>
                  <a:pt x="3304" y="0"/>
                </a:lnTo>
                <a:lnTo>
                  <a:pt x="3304" y="8"/>
                </a:lnTo>
                <a:lnTo>
                  <a:pt x="3264" y="8"/>
                </a:lnTo>
                <a:lnTo>
                  <a:pt x="3264" y="0"/>
                </a:lnTo>
                <a:moveTo>
                  <a:pt x="3328" y="0"/>
                </a:moveTo>
                <a:lnTo>
                  <a:pt x="3368" y="0"/>
                </a:lnTo>
                <a:lnTo>
                  <a:pt x="3368" y="8"/>
                </a:lnTo>
                <a:lnTo>
                  <a:pt x="3328" y="8"/>
                </a:lnTo>
                <a:lnTo>
                  <a:pt x="3328" y="0"/>
                </a:lnTo>
                <a:moveTo>
                  <a:pt x="3392" y="0"/>
                </a:moveTo>
                <a:lnTo>
                  <a:pt x="3432" y="0"/>
                </a:lnTo>
                <a:lnTo>
                  <a:pt x="3432" y="8"/>
                </a:lnTo>
                <a:lnTo>
                  <a:pt x="3392" y="8"/>
                </a:lnTo>
                <a:lnTo>
                  <a:pt x="3392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9" y="0"/>
                </a:lnTo>
                <a:lnTo>
                  <a:pt x="3559" y="8"/>
                </a:lnTo>
                <a:lnTo>
                  <a:pt x="3519" y="8"/>
                </a:lnTo>
                <a:lnTo>
                  <a:pt x="3519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8"/>
                </a:lnTo>
                <a:lnTo>
                  <a:pt x="3583" y="8"/>
                </a:lnTo>
                <a:lnTo>
                  <a:pt x="3583" y="0"/>
                </a:lnTo>
                <a:moveTo>
                  <a:pt x="3647" y="0"/>
                </a:moveTo>
                <a:lnTo>
                  <a:pt x="3687" y="0"/>
                </a:lnTo>
                <a:lnTo>
                  <a:pt x="3687" y="8"/>
                </a:lnTo>
                <a:lnTo>
                  <a:pt x="3647" y="8"/>
                </a:lnTo>
                <a:lnTo>
                  <a:pt x="3647" y="0"/>
                </a:lnTo>
                <a:moveTo>
                  <a:pt x="3711" y="0"/>
                </a:moveTo>
                <a:lnTo>
                  <a:pt x="3751" y="0"/>
                </a:lnTo>
                <a:lnTo>
                  <a:pt x="3751" y="8"/>
                </a:lnTo>
                <a:lnTo>
                  <a:pt x="3711" y="8"/>
                </a:lnTo>
                <a:lnTo>
                  <a:pt x="3711" y="0"/>
                </a:lnTo>
                <a:moveTo>
                  <a:pt x="3775" y="0"/>
                </a:moveTo>
                <a:lnTo>
                  <a:pt x="3815" y="0"/>
                </a:lnTo>
                <a:lnTo>
                  <a:pt x="3815" y="8"/>
                </a:lnTo>
                <a:lnTo>
                  <a:pt x="3775" y="8"/>
                </a:lnTo>
                <a:lnTo>
                  <a:pt x="3775" y="0"/>
                </a:lnTo>
                <a:moveTo>
                  <a:pt x="3839" y="0"/>
                </a:moveTo>
                <a:lnTo>
                  <a:pt x="3879" y="0"/>
                </a:lnTo>
                <a:lnTo>
                  <a:pt x="3879" y="8"/>
                </a:lnTo>
                <a:lnTo>
                  <a:pt x="3839" y="8"/>
                </a:lnTo>
                <a:lnTo>
                  <a:pt x="3839" y="0"/>
                </a:lnTo>
                <a:moveTo>
                  <a:pt x="3903" y="0"/>
                </a:moveTo>
                <a:lnTo>
                  <a:pt x="3943" y="0"/>
                </a:lnTo>
                <a:lnTo>
                  <a:pt x="3943" y="8"/>
                </a:lnTo>
                <a:lnTo>
                  <a:pt x="3903" y="8"/>
                </a:lnTo>
                <a:lnTo>
                  <a:pt x="3903" y="0"/>
                </a:lnTo>
                <a:moveTo>
                  <a:pt x="3967" y="0"/>
                </a:moveTo>
                <a:lnTo>
                  <a:pt x="4007" y="0"/>
                </a:lnTo>
                <a:lnTo>
                  <a:pt x="4007" y="8"/>
                </a:lnTo>
                <a:lnTo>
                  <a:pt x="3967" y="8"/>
                </a:lnTo>
                <a:lnTo>
                  <a:pt x="3967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4" y="0"/>
                </a:lnTo>
                <a:lnTo>
                  <a:pt x="4134" y="8"/>
                </a:lnTo>
                <a:lnTo>
                  <a:pt x="4094" y="8"/>
                </a:lnTo>
                <a:lnTo>
                  <a:pt x="4094" y="0"/>
                </a:lnTo>
                <a:moveTo>
                  <a:pt x="4158" y="0"/>
                </a:moveTo>
                <a:lnTo>
                  <a:pt x="4198" y="0"/>
                </a:lnTo>
                <a:lnTo>
                  <a:pt x="4198" y="8"/>
                </a:lnTo>
                <a:lnTo>
                  <a:pt x="4158" y="8"/>
                </a:lnTo>
                <a:lnTo>
                  <a:pt x="4158" y="0"/>
                </a:lnTo>
                <a:moveTo>
                  <a:pt x="4222" y="0"/>
                </a:moveTo>
                <a:lnTo>
                  <a:pt x="4262" y="0"/>
                </a:lnTo>
                <a:lnTo>
                  <a:pt x="4262" y="8"/>
                </a:lnTo>
                <a:lnTo>
                  <a:pt x="4222" y="8"/>
                </a:lnTo>
                <a:lnTo>
                  <a:pt x="4222" y="0"/>
                </a:lnTo>
                <a:moveTo>
                  <a:pt x="4286" y="0"/>
                </a:moveTo>
                <a:lnTo>
                  <a:pt x="4326" y="0"/>
                </a:lnTo>
                <a:lnTo>
                  <a:pt x="4326" y="8"/>
                </a:lnTo>
                <a:lnTo>
                  <a:pt x="4286" y="8"/>
                </a:lnTo>
                <a:lnTo>
                  <a:pt x="4286" y="0"/>
                </a:lnTo>
                <a:moveTo>
                  <a:pt x="4350" y="0"/>
                </a:moveTo>
                <a:lnTo>
                  <a:pt x="4390" y="0"/>
                </a:lnTo>
                <a:lnTo>
                  <a:pt x="4390" y="8"/>
                </a:lnTo>
                <a:lnTo>
                  <a:pt x="4350" y="8"/>
                </a:lnTo>
                <a:lnTo>
                  <a:pt x="4350" y="0"/>
                </a:lnTo>
                <a:moveTo>
                  <a:pt x="4414" y="0"/>
                </a:moveTo>
                <a:lnTo>
                  <a:pt x="4454" y="0"/>
                </a:lnTo>
                <a:lnTo>
                  <a:pt x="4454" y="8"/>
                </a:lnTo>
                <a:lnTo>
                  <a:pt x="4414" y="8"/>
                </a:lnTo>
                <a:lnTo>
                  <a:pt x="4414" y="0"/>
                </a:lnTo>
                <a:moveTo>
                  <a:pt x="4478" y="0"/>
                </a:moveTo>
                <a:lnTo>
                  <a:pt x="4518" y="0"/>
                </a:lnTo>
                <a:lnTo>
                  <a:pt x="4518" y="8"/>
                </a:lnTo>
                <a:lnTo>
                  <a:pt x="4478" y="8"/>
                </a:lnTo>
                <a:lnTo>
                  <a:pt x="4478" y="0"/>
                </a:lnTo>
                <a:moveTo>
                  <a:pt x="4542" y="0"/>
                </a:moveTo>
                <a:lnTo>
                  <a:pt x="4582" y="0"/>
                </a:lnTo>
                <a:lnTo>
                  <a:pt x="4582" y="8"/>
                </a:lnTo>
                <a:lnTo>
                  <a:pt x="4542" y="8"/>
                </a:lnTo>
                <a:lnTo>
                  <a:pt x="4542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3" y="0"/>
                </a:moveTo>
                <a:lnTo>
                  <a:pt x="4773" y="0"/>
                </a:lnTo>
                <a:lnTo>
                  <a:pt x="4773" y="8"/>
                </a:lnTo>
                <a:lnTo>
                  <a:pt x="4733" y="8"/>
                </a:lnTo>
                <a:lnTo>
                  <a:pt x="4733" y="0"/>
                </a:lnTo>
                <a:moveTo>
                  <a:pt x="4797" y="0"/>
                </a:moveTo>
                <a:lnTo>
                  <a:pt x="4837" y="0"/>
                </a:lnTo>
                <a:lnTo>
                  <a:pt x="4837" y="8"/>
                </a:lnTo>
                <a:lnTo>
                  <a:pt x="4797" y="8"/>
                </a:lnTo>
                <a:lnTo>
                  <a:pt x="4797" y="0"/>
                </a:lnTo>
                <a:moveTo>
                  <a:pt x="4861" y="0"/>
                </a:moveTo>
                <a:lnTo>
                  <a:pt x="4901" y="0"/>
                </a:lnTo>
                <a:lnTo>
                  <a:pt x="4901" y="8"/>
                </a:lnTo>
                <a:lnTo>
                  <a:pt x="4861" y="8"/>
                </a:lnTo>
                <a:lnTo>
                  <a:pt x="4861" y="0"/>
                </a:lnTo>
                <a:moveTo>
                  <a:pt x="4925" y="0"/>
                </a:moveTo>
                <a:lnTo>
                  <a:pt x="4965" y="0"/>
                </a:lnTo>
                <a:lnTo>
                  <a:pt x="4965" y="8"/>
                </a:lnTo>
                <a:lnTo>
                  <a:pt x="4925" y="8"/>
                </a:lnTo>
                <a:lnTo>
                  <a:pt x="4925" y="0"/>
                </a:lnTo>
                <a:moveTo>
                  <a:pt x="4993" y="4"/>
                </a:moveTo>
                <a:lnTo>
                  <a:pt x="4993" y="44"/>
                </a:lnTo>
                <a:lnTo>
                  <a:pt x="4985" y="44"/>
                </a:lnTo>
                <a:lnTo>
                  <a:pt x="4985" y="4"/>
                </a:lnTo>
                <a:lnTo>
                  <a:pt x="4993" y="4"/>
                </a:lnTo>
                <a:moveTo>
                  <a:pt x="4993" y="68"/>
                </a:moveTo>
                <a:lnTo>
                  <a:pt x="4993" y="108"/>
                </a:lnTo>
                <a:lnTo>
                  <a:pt x="4985" y="108"/>
                </a:lnTo>
                <a:lnTo>
                  <a:pt x="4985" y="68"/>
                </a:lnTo>
                <a:lnTo>
                  <a:pt x="4993" y="68"/>
                </a:lnTo>
                <a:moveTo>
                  <a:pt x="4993" y="132"/>
                </a:moveTo>
                <a:lnTo>
                  <a:pt x="4993" y="172"/>
                </a:lnTo>
                <a:lnTo>
                  <a:pt x="4985" y="172"/>
                </a:lnTo>
                <a:lnTo>
                  <a:pt x="4985" y="132"/>
                </a:lnTo>
                <a:lnTo>
                  <a:pt x="4993" y="132"/>
                </a:lnTo>
                <a:moveTo>
                  <a:pt x="4993" y="196"/>
                </a:moveTo>
                <a:lnTo>
                  <a:pt x="4993" y="235"/>
                </a:lnTo>
                <a:lnTo>
                  <a:pt x="4985" y="235"/>
                </a:lnTo>
                <a:lnTo>
                  <a:pt x="4985" y="196"/>
                </a:lnTo>
                <a:lnTo>
                  <a:pt x="4993" y="196"/>
                </a:lnTo>
                <a:moveTo>
                  <a:pt x="4993" y="259"/>
                </a:moveTo>
                <a:lnTo>
                  <a:pt x="4993" y="299"/>
                </a:lnTo>
                <a:lnTo>
                  <a:pt x="4985" y="299"/>
                </a:lnTo>
                <a:lnTo>
                  <a:pt x="4985" y="259"/>
                </a:lnTo>
                <a:lnTo>
                  <a:pt x="4993" y="259"/>
                </a:lnTo>
                <a:moveTo>
                  <a:pt x="4993" y="323"/>
                </a:moveTo>
                <a:lnTo>
                  <a:pt x="4993" y="364"/>
                </a:lnTo>
                <a:lnTo>
                  <a:pt x="4985" y="364"/>
                </a:lnTo>
                <a:lnTo>
                  <a:pt x="4985" y="323"/>
                </a:lnTo>
                <a:lnTo>
                  <a:pt x="4993" y="323"/>
                </a:lnTo>
                <a:moveTo>
                  <a:pt x="4989" y="392"/>
                </a:moveTo>
                <a:lnTo>
                  <a:pt x="4949" y="392"/>
                </a:lnTo>
                <a:lnTo>
                  <a:pt x="4949" y="384"/>
                </a:lnTo>
                <a:lnTo>
                  <a:pt x="4989" y="384"/>
                </a:lnTo>
                <a:lnTo>
                  <a:pt x="4989" y="392"/>
                </a:lnTo>
                <a:moveTo>
                  <a:pt x="4925" y="392"/>
                </a:moveTo>
                <a:lnTo>
                  <a:pt x="4885" y="392"/>
                </a:lnTo>
                <a:lnTo>
                  <a:pt x="4885" y="384"/>
                </a:lnTo>
                <a:lnTo>
                  <a:pt x="4925" y="384"/>
                </a:lnTo>
                <a:lnTo>
                  <a:pt x="4925" y="392"/>
                </a:lnTo>
                <a:moveTo>
                  <a:pt x="4861" y="392"/>
                </a:moveTo>
                <a:lnTo>
                  <a:pt x="4821" y="392"/>
                </a:lnTo>
                <a:lnTo>
                  <a:pt x="4821" y="384"/>
                </a:lnTo>
                <a:lnTo>
                  <a:pt x="4861" y="384"/>
                </a:lnTo>
                <a:lnTo>
                  <a:pt x="4861" y="392"/>
                </a:lnTo>
                <a:moveTo>
                  <a:pt x="4797" y="392"/>
                </a:moveTo>
                <a:lnTo>
                  <a:pt x="4757" y="392"/>
                </a:lnTo>
                <a:lnTo>
                  <a:pt x="4757" y="384"/>
                </a:lnTo>
                <a:lnTo>
                  <a:pt x="4797" y="384"/>
                </a:lnTo>
                <a:lnTo>
                  <a:pt x="4797" y="392"/>
                </a:lnTo>
                <a:moveTo>
                  <a:pt x="4733" y="392"/>
                </a:moveTo>
                <a:lnTo>
                  <a:pt x="4693" y="392"/>
                </a:lnTo>
                <a:lnTo>
                  <a:pt x="4693" y="384"/>
                </a:lnTo>
                <a:lnTo>
                  <a:pt x="4733" y="384"/>
                </a:lnTo>
                <a:lnTo>
                  <a:pt x="4733" y="392"/>
                </a:lnTo>
                <a:moveTo>
                  <a:pt x="4669" y="392"/>
                </a:moveTo>
                <a:lnTo>
                  <a:pt x="4629" y="392"/>
                </a:lnTo>
                <a:lnTo>
                  <a:pt x="4629" y="384"/>
                </a:lnTo>
                <a:lnTo>
                  <a:pt x="4669" y="384"/>
                </a:lnTo>
                <a:lnTo>
                  <a:pt x="4669" y="392"/>
                </a:lnTo>
                <a:moveTo>
                  <a:pt x="4605" y="392"/>
                </a:moveTo>
                <a:lnTo>
                  <a:pt x="4566" y="392"/>
                </a:lnTo>
                <a:lnTo>
                  <a:pt x="4566" y="384"/>
                </a:lnTo>
                <a:lnTo>
                  <a:pt x="4605" y="384"/>
                </a:lnTo>
                <a:lnTo>
                  <a:pt x="4605" y="392"/>
                </a:lnTo>
                <a:moveTo>
                  <a:pt x="4542" y="392"/>
                </a:moveTo>
                <a:lnTo>
                  <a:pt x="4502" y="392"/>
                </a:lnTo>
                <a:lnTo>
                  <a:pt x="4502" y="384"/>
                </a:lnTo>
                <a:lnTo>
                  <a:pt x="4542" y="384"/>
                </a:lnTo>
                <a:lnTo>
                  <a:pt x="4542" y="392"/>
                </a:lnTo>
                <a:moveTo>
                  <a:pt x="4478" y="392"/>
                </a:moveTo>
                <a:lnTo>
                  <a:pt x="4438" y="392"/>
                </a:lnTo>
                <a:lnTo>
                  <a:pt x="4438" y="384"/>
                </a:lnTo>
                <a:lnTo>
                  <a:pt x="4478" y="384"/>
                </a:lnTo>
                <a:lnTo>
                  <a:pt x="4478" y="392"/>
                </a:lnTo>
                <a:moveTo>
                  <a:pt x="4414" y="392"/>
                </a:moveTo>
                <a:lnTo>
                  <a:pt x="4374" y="392"/>
                </a:lnTo>
                <a:lnTo>
                  <a:pt x="4374" y="384"/>
                </a:lnTo>
                <a:lnTo>
                  <a:pt x="4414" y="384"/>
                </a:lnTo>
                <a:lnTo>
                  <a:pt x="4414" y="392"/>
                </a:lnTo>
                <a:moveTo>
                  <a:pt x="4350" y="392"/>
                </a:moveTo>
                <a:lnTo>
                  <a:pt x="4310" y="392"/>
                </a:lnTo>
                <a:lnTo>
                  <a:pt x="4310" y="384"/>
                </a:lnTo>
                <a:lnTo>
                  <a:pt x="4350" y="384"/>
                </a:lnTo>
                <a:lnTo>
                  <a:pt x="4350" y="392"/>
                </a:lnTo>
                <a:moveTo>
                  <a:pt x="4286" y="392"/>
                </a:moveTo>
                <a:lnTo>
                  <a:pt x="4246" y="392"/>
                </a:lnTo>
                <a:lnTo>
                  <a:pt x="4246" y="384"/>
                </a:lnTo>
                <a:lnTo>
                  <a:pt x="4286" y="384"/>
                </a:lnTo>
                <a:lnTo>
                  <a:pt x="4286" y="392"/>
                </a:lnTo>
                <a:moveTo>
                  <a:pt x="4222" y="392"/>
                </a:moveTo>
                <a:lnTo>
                  <a:pt x="4182" y="392"/>
                </a:lnTo>
                <a:lnTo>
                  <a:pt x="4182" y="384"/>
                </a:lnTo>
                <a:lnTo>
                  <a:pt x="4222" y="384"/>
                </a:lnTo>
                <a:lnTo>
                  <a:pt x="4222" y="392"/>
                </a:lnTo>
                <a:moveTo>
                  <a:pt x="4158" y="392"/>
                </a:moveTo>
                <a:lnTo>
                  <a:pt x="4118" y="392"/>
                </a:lnTo>
                <a:lnTo>
                  <a:pt x="4118" y="384"/>
                </a:lnTo>
                <a:lnTo>
                  <a:pt x="4158" y="384"/>
                </a:lnTo>
                <a:lnTo>
                  <a:pt x="4158" y="392"/>
                </a:lnTo>
                <a:moveTo>
                  <a:pt x="4094" y="392"/>
                </a:moveTo>
                <a:lnTo>
                  <a:pt x="4054" y="392"/>
                </a:lnTo>
                <a:lnTo>
                  <a:pt x="4054" y="384"/>
                </a:lnTo>
                <a:lnTo>
                  <a:pt x="4094" y="384"/>
                </a:lnTo>
                <a:lnTo>
                  <a:pt x="4094" y="392"/>
                </a:lnTo>
                <a:moveTo>
                  <a:pt x="4030" y="392"/>
                </a:moveTo>
                <a:lnTo>
                  <a:pt x="3991" y="392"/>
                </a:lnTo>
                <a:lnTo>
                  <a:pt x="3991" y="384"/>
                </a:lnTo>
                <a:lnTo>
                  <a:pt x="4030" y="384"/>
                </a:lnTo>
                <a:lnTo>
                  <a:pt x="4030" y="392"/>
                </a:lnTo>
                <a:moveTo>
                  <a:pt x="3967" y="392"/>
                </a:moveTo>
                <a:lnTo>
                  <a:pt x="3927" y="392"/>
                </a:lnTo>
                <a:lnTo>
                  <a:pt x="3927" y="384"/>
                </a:lnTo>
                <a:lnTo>
                  <a:pt x="3967" y="384"/>
                </a:lnTo>
                <a:lnTo>
                  <a:pt x="3967" y="392"/>
                </a:lnTo>
                <a:moveTo>
                  <a:pt x="3903" y="392"/>
                </a:moveTo>
                <a:lnTo>
                  <a:pt x="3863" y="392"/>
                </a:lnTo>
                <a:lnTo>
                  <a:pt x="3863" y="384"/>
                </a:lnTo>
                <a:lnTo>
                  <a:pt x="3903" y="384"/>
                </a:lnTo>
                <a:lnTo>
                  <a:pt x="3903" y="392"/>
                </a:lnTo>
                <a:moveTo>
                  <a:pt x="3839" y="392"/>
                </a:moveTo>
                <a:lnTo>
                  <a:pt x="3799" y="392"/>
                </a:lnTo>
                <a:lnTo>
                  <a:pt x="3799" y="384"/>
                </a:lnTo>
                <a:lnTo>
                  <a:pt x="3839" y="384"/>
                </a:lnTo>
                <a:lnTo>
                  <a:pt x="3839" y="392"/>
                </a:lnTo>
                <a:moveTo>
                  <a:pt x="3775" y="392"/>
                </a:moveTo>
                <a:lnTo>
                  <a:pt x="3735" y="392"/>
                </a:lnTo>
                <a:lnTo>
                  <a:pt x="3735" y="384"/>
                </a:lnTo>
                <a:lnTo>
                  <a:pt x="3775" y="384"/>
                </a:lnTo>
                <a:lnTo>
                  <a:pt x="3775" y="392"/>
                </a:lnTo>
                <a:moveTo>
                  <a:pt x="3711" y="392"/>
                </a:moveTo>
                <a:lnTo>
                  <a:pt x="3671" y="392"/>
                </a:lnTo>
                <a:lnTo>
                  <a:pt x="3671" y="384"/>
                </a:lnTo>
                <a:lnTo>
                  <a:pt x="3711" y="384"/>
                </a:lnTo>
                <a:lnTo>
                  <a:pt x="3711" y="392"/>
                </a:lnTo>
                <a:moveTo>
                  <a:pt x="3647" y="392"/>
                </a:moveTo>
                <a:lnTo>
                  <a:pt x="3607" y="392"/>
                </a:lnTo>
                <a:lnTo>
                  <a:pt x="3607" y="384"/>
                </a:lnTo>
                <a:lnTo>
                  <a:pt x="3647" y="384"/>
                </a:lnTo>
                <a:lnTo>
                  <a:pt x="3647" y="392"/>
                </a:lnTo>
                <a:moveTo>
                  <a:pt x="3583" y="392"/>
                </a:moveTo>
                <a:lnTo>
                  <a:pt x="3543" y="392"/>
                </a:lnTo>
                <a:lnTo>
                  <a:pt x="3543" y="384"/>
                </a:lnTo>
                <a:lnTo>
                  <a:pt x="3583" y="384"/>
                </a:lnTo>
                <a:lnTo>
                  <a:pt x="3583" y="392"/>
                </a:lnTo>
                <a:moveTo>
                  <a:pt x="3519" y="392"/>
                </a:moveTo>
                <a:lnTo>
                  <a:pt x="3479" y="392"/>
                </a:lnTo>
                <a:lnTo>
                  <a:pt x="3479" y="384"/>
                </a:lnTo>
                <a:lnTo>
                  <a:pt x="3519" y="384"/>
                </a:lnTo>
                <a:lnTo>
                  <a:pt x="3519" y="392"/>
                </a:lnTo>
                <a:moveTo>
                  <a:pt x="3455" y="392"/>
                </a:moveTo>
                <a:lnTo>
                  <a:pt x="3416" y="392"/>
                </a:lnTo>
                <a:lnTo>
                  <a:pt x="3416" y="384"/>
                </a:lnTo>
                <a:lnTo>
                  <a:pt x="3455" y="384"/>
                </a:lnTo>
                <a:lnTo>
                  <a:pt x="3455" y="392"/>
                </a:lnTo>
                <a:moveTo>
                  <a:pt x="3392" y="392"/>
                </a:moveTo>
                <a:lnTo>
                  <a:pt x="3352" y="392"/>
                </a:lnTo>
                <a:lnTo>
                  <a:pt x="3352" y="384"/>
                </a:lnTo>
                <a:lnTo>
                  <a:pt x="3392" y="384"/>
                </a:lnTo>
                <a:lnTo>
                  <a:pt x="3392" y="392"/>
                </a:lnTo>
                <a:moveTo>
                  <a:pt x="3328" y="392"/>
                </a:moveTo>
                <a:lnTo>
                  <a:pt x="3288" y="392"/>
                </a:lnTo>
                <a:lnTo>
                  <a:pt x="3288" y="384"/>
                </a:lnTo>
                <a:lnTo>
                  <a:pt x="3328" y="384"/>
                </a:lnTo>
                <a:lnTo>
                  <a:pt x="3328" y="392"/>
                </a:lnTo>
                <a:moveTo>
                  <a:pt x="3264" y="392"/>
                </a:moveTo>
                <a:lnTo>
                  <a:pt x="3224" y="392"/>
                </a:lnTo>
                <a:lnTo>
                  <a:pt x="3224" y="384"/>
                </a:lnTo>
                <a:lnTo>
                  <a:pt x="3264" y="384"/>
                </a:lnTo>
                <a:lnTo>
                  <a:pt x="3264" y="392"/>
                </a:lnTo>
                <a:moveTo>
                  <a:pt x="3200" y="392"/>
                </a:moveTo>
                <a:lnTo>
                  <a:pt x="3159" y="392"/>
                </a:lnTo>
                <a:lnTo>
                  <a:pt x="3159" y="384"/>
                </a:lnTo>
                <a:lnTo>
                  <a:pt x="3200" y="384"/>
                </a:lnTo>
                <a:lnTo>
                  <a:pt x="3200" y="392"/>
                </a:lnTo>
                <a:moveTo>
                  <a:pt x="3135" y="392"/>
                </a:moveTo>
                <a:lnTo>
                  <a:pt x="3095" y="392"/>
                </a:lnTo>
                <a:lnTo>
                  <a:pt x="3095" y="384"/>
                </a:lnTo>
                <a:lnTo>
                  <a:pt x="3135" y="384"/>
                </a:lnTo>
                <a:lnTo>
                  <a:pt x="3135" y="392"/>
                </a:lnTo>
                <a:moveTo>
                  <a:pt x="3071" y="392"/>
                </a:moveTo>
                <a:lnTo>
                  <a:pt x="3031" y="392"/>
                </a:lnTo>
                <a:lnTo>
                  <a:pt x="3031" y="384"/>
                </a:lnTo>
                <a:lnTo>
                  <a:pt x="3071" y="384"/>
                </a:lnTo>
                <a:lnTo>
                  <a:pt x="3071" y="392"/>
                </a:lnTo>
                <a:moveTo>
                  <a:pt x="3007" y="392"/>
                </a:moveTo>
                <a:lnTo>
                  <a:pt x="2967" y="392"/>
                </a:lnTo>
                <a:lnTo>
                  <a:pt x="2967" y="384"/>
                </a:lnTo>
                <a:lnTo>
                  <a:pt x="3007" y="384"/>
                </a:lnTo>
                <a:lnTo>
                  <a:pt x="3007" y="392"/>
                </a:lnTo>
                <a:moveTo>
                  <a:pt x="2943" y="392"/>
                </a:moveTo>
                <a:lnTo>
                  <a:pt x="2903" y="392"/>
                </a:lnTo>
                <a:lnTo>
                  <a:pt x="2903" y="384"/>
                </a:lnTo>
                <a:lnTo>
                  <a:pt x="2943" y="384"/>
                </a:lnTo>
                <a:lnTo>
                  <a:pt x="2943" y="392"/>
                </a:lnTo>
                <a:moveTo>
                  <a:pt x="2879" y="392"/>
                </a:moveTo>
                <a:lnTo>
                  <a:pt x="2840" y="392"/>
                </a:lnTo>
                <a:lnTo>
                  <a:pt x="2840" y="384"/>
                </a:lnTo>
                <a:lnTo>
                  <a:pt x="2879" y="384"/>
                </a:lnTo>
                <a:lnTo>
                  <a:pt x="2879" y="392"/>
                </a:lnTo>
                <a:moveTo>
                  <a:pt x="2816" y="392"/>
                </a:moveTo>
                <a:lnTo>
                  <a:pt x="2776" y="392"/>
                </a:lnTo>
                <a:lnTo>
                  <a:pt x="2776" y="384"/>
                </a:lnTo>
                <a:lnTo>
                  <a:pt x="2816" y="384"/>
                </a:lnTo>
                <a:lnTo>
                  <a:pt x="2816" y="392"/>
                </a:lnTo>
                <a:moveTo>
                  <a:pt x="2752" y="392"/>
                </a:moveTo>
                <a:lnTo>
                  <a:pt x="2712" y="392"/>
                </a:lnTo>
                <a:lnTo>
                  <a:pt x="2712" y="384"/>
                </a:lnTo>
                <a:lnTo>
                  <a:pt x="2752" y="384"/>
                </a:lnTo>
                <a:lnTo>
                  <a:pt x="2752" y="392"/>
                </a:lnTo>
                <a:moveTo>
                  <a:pt x="2688" y="392"/>
                </a:moveTo>
                <a:lnTo>
                  <a:pt x="2648" y="392"/>
                </a:lnTo>
                <a:lnTo>
                  <a:pt x="2648" y="384"/>
                </a:lnTo>
                <a:lnTo>
                  <a:pt x="2688" y="384"/>
                </a:lnTo>
                <a:lnTo>
                  <a:pt x="2688" y="392"/>
                </a:lnTo>
                <a:moveTo>
                  <a:pt x="2624" y="392"/>
                </a:moveTo>
                <a:lnTo>
                  <a:pt x="2584" y="392"/>
                </a:lnTo>
                <a:lnTo>
                  <a:pt x="2584" y="384"/>
                </a:lnTo>
                <a:lnTo>
                  <a:pt x="2624" y="384"/>
                </a:lnTo>
                <a:lnTo>
                  <a:pt x="2624" y="392"/>
                </a:lnTo>
                <a:moveTo>
                  <a:pt x="2560" y="392"/>
                </a:moveTo>
                <a:lnTo>
                  <a:pt x="2520" y="392"/>
                </a:lnTo>
                <a:lnTo>
                  <a:pt x="2520" y="384"/>
                </a:lnTo>
                <a:lnTo>
                  <a:pt x="2560" y="384"/>
                </a:lnTo>
                <a:lnTo>
                  <a:pt x="2560" y="392"/>
                </a:lnTo>
                <a:moveTo>
                  <a:pt x="2496" y="392"/>
                </a:moveTo>
                <a:lnTo>
                  <a:pt x="2456" y="392"/>
                </a:lnTo>
                <a:lnTo>
                  <a:pt x="2456" y="384"/>
                </a:lnTo>
                <a:lnTo>
                  <a:pt x="2496" y="384"/>
                </a:lnTo>
                <a:lnTo>
                  <a:pt x="2496" y="392"/>
                </a:lnTo>
                <a:moveTo>
                  <a:pt x="2432" y="392"/>
                </a:moveTo>
                <a:lnTo>
                  <a:pt x="2392" y="392"/>
                </a:lnTo>
                <a:lnTo>
                  <a:pt x="2392" y="384"/>
                </a:lnTo>
                <a:lnTo>
                  <a:pt x="2432" y="384"/>
                </a:lnTo>
                <a:lnTo>
                  <a:pt x="2432" y="392"/>
                </a:lnTo>
                <a:moveTo>
                  <a:pt x="2368" y="392"/>
                </a:moveTo>
                <a:lnTo>
                  <a:pt x="2328" y="392"/>
                </a:lnTo>
                <a:lnTo>
                  <a:pt x="2328" y="384"/>
                </a:lnTo>
                <a:lnTo>
                  <a:pt x="2368" y="384"/>
                </a:lnTo>
                <a:lnTo>
                  <a:pt x="2368" y="392"/>
                </a:lnTo>
                <a:moveTo>
                  <a:pt x="2304" y="392"/>
                </a:moveTo>
                <a:lnTo>
                  <a:pt x="2264" y="392"/>
                </a:lnTo>
                <a:lnTo>
                  <a:pt x="2264" y="384"/>
                </a:lnTo>
                <a:lnTo>
                  <a:pt x="2304" y="384"/>
                </a:lnTo>
                <a:lnTo>
                  <a:pt x="2304" y="392"/>
                </a:lnTo>
                <a:moveTo>
                  <a:pt x="2241" y="392"/>
                </a:moveTo>
                <a:lnTo>
                  <a:pt x="2201" y="392"/>
                </a:lnTo>
                <a:lnTo>
                  <a:pt x="2201" y="384"/>
                </a:lnTo>
                <a:lnTo>
                  <a:pt x="2241" y="384"/>
                </a:lnTo>
                <a:lnTo>
                  <a:pt x="2241" y="392"/>
                </a:lnTo>
                <a:moveTo>
                  <a:pt x="2177" y="392"/>
                </a:moveTo>
                <a:lnTo>
                  <a:pt x="2137" y="392"/>
                </a:lnTo>
                <a:lnTo>
                  <a:pt x="2137" y="384"/>
                </a:lnTo>
                <a:lnTo>
                  <a:pt x="2177" y="384"/>
                </a:lnTo>
                <a:lnTo>
                  <a:pt x="2177" y="392"/>
                </a:lnTo>
                <a:moveTo>
                  <a:pt x="2113" y="392"/>
                </a:moveTo>
                <a:lnTo>
                  <a:pt x="2073" y="392"/>
                </a:lnTo>
                <a:lnTo>
                  <a:pt x="2073" y="384"/>
                </a:lnTo>
                <a:lnTo>
                  <a:pt x="2113" y="384"/>
                </a:lnTo>
                <a:lnTo>
                  <a:pt x="2113" y="392"/>
                </a:lnTo>
                <a:moveTo>
                  <a:pt x="2049" y="392"/>
                </a:moveTo>
                <a:lnTo>
                  <a:pt x="2009" y="392"/>
                </a:lnTo>
                <a:lnTo>
                  <a:pt x="2009" y="384"/>
                </a:lnTo>
                <a:lnTo>
                  <a:pt x="2049" y="384"/>
                </a:lnTo>
                <a:lnTo>
                  <a:pt x="2049" y="392"/>
                </a:lnTo>
                <a:moveTo>
                  <a:pt x="1985" y="392"/>
                </a:moveTo>
                <a:lnTo>
                  <a:pt x="1945" y="392"/>
                </a:lnTo>
                <a:lnTo>
                  <a:pt x="1945" y="384"/>
                </a:lnTo>
                <a:lnTo>
                  <a:pt x="1985" y="384"/>
                </a:lnTo>
                <a:lnTo>
                  <a:pt x="1985" y="392"/>
                </a:lnTo>
                <a:moveTo>
                  <a:pt x="1921" y="392"/>
                </a:moveTo>
                <a:lnTo>
                  <a:pt x="1881" y="392"/>
                </a:lnTo>
                <a:lnTo>
                  <a:pt x="1881" y="384"/>
                </a:lnTo>
                <a:lnTo>
                  <a:pt x="1921" y="384"/>
                </a:lnTo>
                <a:lnTo>
                  <a:pt x="1921" y="392"/>
                </a:lnTo>
                <a:moveTo>
                  <a:pt x="1857" y="392"/>
                </a:moveTo>
                <a:lnTo>
                  <a:pt x="1817" y="392"/>
                </a:lnTo>
                <a:lnTo>
                  <a:pt x="1817" y="384"/>
                </a:lnTo>
                <a:lnTo>
                  <a:pt x="1857" y="384"/>
                </a:lnTo>
                <a:lnTo>
                  <a:pt x="1857" y="392"/>
                </a:lnTo>
                <a:moveTo>
                  <a:pt x="1793" y="392"/>
                </a:moveTo>
                <a:lnTo>
                  <a:pt x="1753" y="392"/>
                </a:lnTo>
                <a:lnTo>
                  <a:pt x="1753" y="384"/>
                </a:lnTo>
                <a:lnTo>
                  <a:pt x="1793" y="384"/>
                </a:lnTo>
                <a:lnTo>
                  <a:pt x="1793" y="392"/>
                </a:lnTo>
                <a:moveTo>
                  <a:pt x="1729" y="392"/>
                </a:moveTo>
                <a:lnTo>
                  <a:pt x="1689" y="392"/>
                </a:lnTo>
                <a:lnTo>
                  <a:pt x="1689" y="384"/>
                </a:lnTo>
                <a:lnTo>
                  <a:pt x="1729" y="384"/>
                </a:lnTo>
                <a:lnTo>
                  <a:pt x="1729" y="392"/>
                </a:lnTo>
                <a:moveTo>
                  <a:pt x="1666" y="392"/>
                </a:moveTo>
                <a:lnTo>
                  <a:pt x="1626" y="392"/>
                </a:lnTo>
                <a:lnTo>
                  <a:pt x="1626" y="384"/>
                </a:lnTo>
                <a:lnTo>
                  <a:pt x="1666" y="384"/>
                </a:lnTo>
                <a:lnTo>
                  <a:pt x="1666" y="392"/>
                </a:lnTo>
                <a:moveTo>
                  <a:pt x="1602" y="392"/>
                </a:moveTo>
                <a:lnTo>
                  <a:pt x="1562" y="392"/>
                </a:lnTo>
                <a:lnTo>
                  <a:pt x="1562" y="384"/>
                </a:lnTo>
                <a:lnTo>
                  <a:pt x="1602" y="384"/>
                </a:lnTo>
                <a:lnTo>
                  <a:pt x="1602" y="392"/>
                </a:lnTo>
                <a:moveTo>
                  <a:pt x="1538" y="392"/>
                </a:moveTo>
                <a:lnTo>
                  <a:pt x="1498" y="392"/>
                </a:lnTo>
                <a:lnTo>
                  <a:pt x="1498" y="384"/>
                </a:lnTo>
                <a:lnTo>
                  <a:pt x="1538" y="384"/>
                </a:lnTo>
                <a:lnTo>
                  <a:pt x="1538" y="392"/>
                </a:lnTo>
                <a:moveTo>
                  <a:pt x="1474" y="392"/>
                </a:moveTo>
                <a:lnTo>
                  <a:pt x="1434" y="392"/>
                </a:lnTo>
                <a:lnTo>
                  <a:pt x="1434" y="384"/>
                </a:lnTo>
                <a:lnTo>
                  <a:pt x="1474" y="384"/>
                </a:lnTo>
                <a:lnTo>
                  <a:pt x="1474" y="392"/>
                </a:lnTo>
                <a:moveTo>
                  <a:pt x="1410" y="392"/>
                </a:moveTo>
                <a:lnTo>
                  <a:pt x="1370" y="392"/>
                </a:lnTo>
                <a:lnTo>
                  <a:pt x="1370" y="384"/>
                </a:lnTo>
                <a:lnTo>
                  <a:pt x="1410" y="384"/>
                </a:lnTo>
                <a:lnTo>
                  <a:pt x="1410" y="392"/>
                </a:lnTo>
                <a:moveTo>
                  <a:pt x="1346" y="392"/>
                </a:moveTo>
                <a:lnTo>
                  <a:pt x="1306" y="392"/>
                </a:lnTo>
                <a:lnTo>
                  <a:pt x="1306" y="384"/>
                </a:lnTo>
                <a:lnTo>
                  <a:pt x="1346" y="384"/>
                </a:lnTo>
                <a:lnTo>
                  <a:pt x="1346" y="392"/>
                </a:lnTo>
                <a:moveTo>
                  <a:pt x="1282" y="392"/>
                </a:moveTo>
                <a:lnTo>
                  <a:pt x="1242" y="392"/>
                </a:lnTo>
                <a:lnTo>
                  <a:pt x="1242" y="384"/>
                </a:lnTo>
                <a:lnTo>
                  <a:pt x="1282" y="384"/>
                </a:lnTo>
                <a:lnTo>
                  <a:pt x="1282" y="392"/>
                </a:lnTo>
                <a:moveTo>
                  <a:pt x="1218" y="392"/>
                </a:moveTo>
                <a:lnTo>
                  <a:pt x="1178" y="392"/>
                </a:lnTo>
                <a:lnTo>
                  <a:pt x="1178" y="384"/>
                </a:lnTo>
                <a:lnTo>
                  <a:pt x="1218" y="384"/>
                </a:lnTo>
                <a:lnTo>
                  <a:pt x="1218" y="392"/>
                </a:lnTo>
                <a:moveTo>
                  <a:pt x="1154" y="392"/>
                </a:moveTo>
                <a:lnTo>
                  <a:pt x="1114" y="392"/>
                </a:lnTo>
                <a:lnTo>
                  <a:pt x="1114" y="384"/>
                </a:lnTo>
                <a:lnTo>
                  <a:pt x="1154" y="384"/>
                </a:lnTo>
                <a:lnTo>
                  <a:pt x="1154" y="392"/>
                </a:lnTo>
                <a:moveTo>
                  <a:pt x="1091" y="392"/>
                </a:moveTo>
                <a:lnTo>
                  <a:pt x="1051" y="392"/>
                </a:lnTo>
                <a:lnTo>
                  <a:pt x="1051" y="384"/>
                </a:lnTo>
                <a:lnTo>
                  <a:pt x="1091" y="384"/>
                </a:lnTo>
                <a:lnTo>
                  <a:pt x="1091" y="392"/>
                </a:lnTo>
                <a:moveTo>
                  <a:pt x="1027" y="392"/>
                </a:moveTo>
                <a:lnTo>
                  <a:pt x="987" y="392"/>
                </a:lnTo>
                <a:lnTo>
                  <a:pt x="987" y="384"/>
                </a:lnTo>
                <a:lnTo>
                  <a:pt x="1027" y="384"/>
                </a:lnTo>
                <a:lnTo>
                  <a:pt x="1027" y="392"/>
                </a:lnTo>
                <a:moveTo>
                  <a:pt x="963" y="392"/>
                </a:moveTo>
                <a:lnTo>
                  <a:pt x="923" y="392"/>
                </a:lnTo>
                <a:lnTo>
                  <a:pt x="923" y="384"/>
                </a:lnTo>
                <a:lnTo>
                  <a:pt x="963" y="384"/>
                </a:lnTo>
                <a:lnTo>
                  <a:pt x="963" y="392"/>
                </a:lnTo>
                <a:moveTo>
                  <a:pt x="899" y="392"/>
                </a:moveTo>
                <a:lnTo>
                  <a:pt x="859" y="392"/>
                </a:lnTo>
                <a:lnTo>
                  <a:pt x="859" y="384"/>
                </a:lnTo>
                <a:lnTo>
                  <a:pt x="899" y="384"/>
                </a:lnTo>
                <a:lnTo>
                  <a:pt x="899" y="392"/>
                </a:lnTo>
                <a:moveTo>
                  <a:pt x="835" y="392"/>
                </a:moveTo>
                <a:lnTo>
                  <a:pt x="795" y="392"/>
                </a:lnTo>
                <a:lnTo>
                  <a:pt x="795" y="384"/>
                </a:lnTo>
                <a:lnTo>
                  <a:pt x="835" y="384"/>
                </a:lnTo>
                <a:lnTo>
                  <a:pt x="835" y="392"/>
                </a:lnTo>
                <a:moveTo>
                  <a:pt x="771" y="392"/>
                </a:moveTo>
                <a:lnTo>
                  <a:pt x="731" y="392"/>
                </a:lnTo>
                <a:lnTo>
                  <a:pt x="731" y="384"/>
                </a:lnTo>
                <a:lnTo>
                  <a:pt x="771" y="384"/>
                </a:lnTo>
                <a:lnTo>
                  <a:pt x="771" y="392"/>
                </a:lnTo>
                <a:moveTo>
                  <a:pt x="707" y="392"/>
                </a:moveTo>
                <a:lnTo>
                  <a:pt x="667" y="392"/>
                </a:lnTo>
                <a:lnTo>
                  <a:pt x="667" y="384"/>
                </a:lnTo>
                <a:lnTo>
                  <a:pt x="707" y="384"/>
                </a:lnTo>
                <a:lnTo>
                  <a:pt x="707" y="392"/>
                </a:lnTo>
                <a:moveTo>
                  <a:pt x="643" y="392"/>
                </a:moveTo>
                <a:lnTo>
                  <a:pt x="603" y="392"/>
                </a:lnTo>
                <a:lnTo>
                  <a:pt x="603" y="384"/>
                </a:lnTo>
                <a:lnTo>
                  <a:pt x="643" y="384"/>
                </a:lnTo>
                <a:lnTo>
                  <a:pt x="643" y="392"/>
                </a:lnTo>
                <a:moveTo>
                  <a:pt x="579" y="392"/>
                </a:moveTo>
                <a:lnTo>
                  <a:pt x="539" y="392"/>
                </a:lnTo>
                <a:lnTo>
                  <a:pt x="539" y="384"/>
                </a:lnTo>
                <a:lnTo>
                  <a:pt x="579" y="384"/>
                </a:lnTo>
                <a:lnTo>
                  <a:pt x="579" y="392"/>
                </a:lnTo>
                <a:moveTo>
                  <a:pt x="515" y="392"/>
                </a:moveTo>
                <a:lnTo>
                  <a:pt x="476" y="392"/>
                </a:lnTo>
                <a:lnTo>
                  <a:pt x="476" y="384"/>
                </a:lnTo>
                <a:lnTo>
                  <a:pt x="515" y="384"/>
                </a:lnTo>
                <a:lnTo>
                  <a:pt x="515" y="392"/>
                </a:lnTo>
                <a:moveTo>
                  <a:pt x="452" y="392"/>
                </a:moveTo>
                <a:lnTo>
                  <a:pt x="412" y="392"/>
                </a:lnTo>
                <a:lnTo>
                  <a:pt x="412" y="384"/>
                </a:lnTo>
                <a:lnTo>
                  <a:pt x="452" y="384"/>
                </a:lnTo>
                <a:lnTo>
                  <a:pt x="452" y="392"/>
                </a:lnTo>
                <a:moveTo>
                  <a:pt x="388" y="392"/>
                </a:moveTo>
                <a:lnTo>
                  <a:pt x="348" y="392"/>
                </a:lnTo>
                <a:lnTo>
                  <a:pt x="348" y="384"/>
                </a:lnTo>
                <a:lnTo>
                  <a:pt x="388" y="384"/>
                </a:lnTo>
                <a:lnTo>
                  <a:pt x="388" y="392"/>
                </a:lnTo>
                <a:moveTo>
                  <a:pt x="324" y="392"/>
                </a:moveTo>
                <a:lnTo>
                  <a:pt x="284" y="392"/>
                </a:lnTo>
                <a:lnTo>
                  <a:pt x="284" y="384"/>
                </a:lnTo>
                <a:lnTo>
                  <a:pt x="324" y="384"/>
                </a:lnTo>
                <a:lnTo>
                  <a:pt x="324" y="392"/>
                </a:lnTo>
                <a:moveTo>
                  <a:pt x="260" y="392"/>
                </a:moveTo>
                <a:lnTo>
                  <a:pt x="220" y="392"/>
                </a:lnTo>
                <a:lnTo>
                  <a:pt x="220" y="384"/>
                </a:lnTo>
                <a:lnTo>
                  <a:pt x="260" y="384"/>
                </a:lnTo>
                <a:lnTo>
                  <a:pt x="260" y="392"/>
                </a:lnTo>
                <a:moveTo>
                  <a:pt x="196" y="392"/>
                </a:moveTo>
                <a:lnTo>
                  <a:pt x="156" y="392"/>
                </a:lnTo>
                <a:lnTo>
                  <a:pt x="156" y="384"/>
                </a:lnTo>
                <a:lnTo>
                  <a:pt x="196" y="384"/>
                </a:lnTo>
                <a:lnTo>
                  <a:pt x="196" y="392"/>
                </a:lnTo>
                <a:moveTo>
                  <a:pt x="132" y="392"/>
                </a:moveTo>
                <a:lnTo>
                  <a:pt x="92" y="392"/>
                </a:lnTo>
                <a:lnTo>
                  <a:pt x="92" y="384"/>
                </a:lnTo>
                <a:lnTo>
                  <a:pt x="132" y="384"/>
                </a:lnTo>
                <a:lnTo>
                  <a:pt x="132" y="392"/>
                </a:lnTo>
                <a:moveTo>
                  <a:pt x="68" y="392"/>
                </a:moveTo>
                <a:lnTo>
                  <a:pt x="28" y="392"/>
                </a:lnTo>
                <a:lnTo>
                  <a:pt x="28" y="384"/>
                </a:lnTo>
                <a:lnTo>
                  <a:pt x="68" y="384"/>
                </a:lnTo>
                <a:lnTo>
                  <a:pt x="68" y="392"/>
                </a:lnTo>
                <a:moveTo>
                  <a:pt x="0" y="388"/>
                </a:moveTo>
                <a:lnTo>
                  <a:pt x="0" y="347"/>
                </a:lnTo>
                <a:lnTo>
                  <a:pt x="8" y="347"/>
                </a:lnTo>
                <a:lnTo>
                  <a:pt x="8" y="388"/>
                </a:lnTo>
                <a:lnTo>
                  <a:pt x="0" y="388"/>
                </a:lnTo>
                <a:moveTo>
                  <a:pt x="0" y="323"/>
                </a:moveTo>
                <a:lnTo>
                  <a:pt x="0" y="283"/>
                </a:lnTo>
                <a:lnTo>
                  <a:pt x="8" y="283"/>
                </a:lnTo>
                <a:lnTo>
                  <a:pt x="8" y="323"/>
                </a:lnTo>
                <a:lnTo>
                  <a:pt x="0" y="323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6"/>
                </a:moveTo>
                <a:lnTo>
                  <a:pt x="0" y="156"/>
                </a:lnTo>
                <a:lnTo>
                  <a:pt x="8" y="156"/>
                </a:lnTo>
                <a:lnTo>
                  <a:pt x="8" y="196"/>
                </a:lnTo>
                <a:lnTo>
                  <a:pt x="0" y="196"/>
                </a:lnTo>
                <a:moveTo>
                  <a:pt x="0" y="132"/>
                </a:moveTo>
                <a:lnTo>
                  <a:pt x="0" y="92"/>
                </a:lnTo>
                <a:lnTo>
                  <a:pt x="8" y="92"/>
                </a:lnTo>
                <a:lnTo>
                  <a:pt x="8" y="132"/>
                </a:lnTo>
                <a:lnTo>
                  <a:pt x="0" y="132"/>
                </a:lnTo>
                <a:moveTo>
                  <a:pt x="0" y="68"/>
                </a:moveTo>
                <a:lnTo>
                  <a:pt x="0" y="28"/>
                </a:lnTo>
                <a:lnTo>
                  <a:pt x="8" y="28"/>
                </a:lnTo>
                <a:lnTo>
                  <a:pt x="8" y="68"/>
                </a:lnTo>
                <a:lnTo>
                  <a:pt x="0" y="68"/>
                </a:lnTo>
                <a:moveTo>
                  <a:pt x="4" y="0"/>
                </a:move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5082480" y="34776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5082480" y="34876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3334680" y="3400200"/>
            <a:ext cx="15948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3375000" y="3474720"/>
            <a:ext cx="2019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345840" y="3615120"/>
            <a:ext cx="733680" cy="137880"/>
          </a:xfrm>
          <a:custGeom>
            <a:avLst/>
            <a:gdLst/>
            <a:ahLst/>
            <a:rect l="0" t="0" r="r" b="b"/>
            <a:pathLst>
              <a:path w="2038" h="383">
                <a:moveTo>
                  <a:pt x="0" y="0"/>
                </a:moveTo>
                <a:lnTo>
                  <a:pt x="2038" y="0"/>
                </a:lnTo>
                <a:lnTo>
                  <a:pt x="2038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3344400" y="3613680"/>
            <a:ext cx="736560" cy="140760"/>
          </a:xfrm>
          <a:custGeom>
            <a:avLst/>
            <a:gdLst/>
            <a:ahLst/>
            <a:rect l="0" t="0" r="r" b="b"/>
            <a:pathLst>
              <a:path w="2046" h="391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2" y="0"/>
                </a:lnTo>
                <a:lnTo>
                  <a:pt x="1962" y="8"/>
                </a:lnTo>
                <a:lnTo>
                  <a:pt x="1921" y="8"/>
                </a:lnTo>
                <a:lnTo>
                  <a:pt x="1921" y="0"/>
                </a:lnTo>
                <a:moveTo>
                  <a:pt x="1986" y="0"/>
                </a:moveTo>
                <a:lnTo>
                  <a:pt x="2026" y="0"/>
                </a:lnTo>
                <a:lnTo>
                  <a:pt x="2026" y="8"/>
                </a:lnTo>
                <a:lnTo>
                  <a:pt x="1986" y="8"/>
                </a:lnTo>
                <a:lnTo>
                  <a:pt x="1986" y="0"/>
                </a:lnTo>
                <a:moveTo>
                  <a:pt x="2046" y="12"/>
                </a:moveTo>
                <a:lnTo>
                  <a:pt x="2046" y="52"/>
                </a:lnTo>
                <a:lnTo>
                  <a:pt x="2038" y="52"/>
                </a:lnTo>
                <a:lnTo>
                  <a:pt x="2038" y="12"/>
                </a:lnTo>
                <a:lnTo>
                  <a:pt x="2046" y="12"/>
                </a:lnTo>
                <a:moveTo>
                  <a:pt x="2046" y="76"/>
                </a:moveTo>
                <a:lnTo>
                  <a:pt x="2046" y="116"/>
                </a:lnTo>
                <a:lnTo>
                  <a:pt x="2038" y="116"/>
                </a:lnTo>
                <a:lnTo>
                  <a:pt x="2038" y="76"/>
                </a:lnTo>
                <a:lnTo>
                  <a:pt x="2046" y="76"/>
                </a:lnTo>
                <a:moveTo>
                  <a:pt x="2046" y="140"/>
                </a:moveTo>
                <a:lnTo>
                  <a:pt x="2046" y="179"/>
                </a:lnTo>
                <a:lnTo>
                  <a:pt x="2038" y="179"/>
                </a:lnTo>
                <a:lnTo>
                  <a:pt x="2038" y="140"/>
                </a:lnTo>
                <a:lnTo>
                  <a:pt x="2046" y="140"/>
                </a:lnTo>
                <a:moveTo>
                  <a:pt x="2046" y="203"/>
                </a:moveTo>
                <a:lnTo>
                  <a:pt x="2046" y="243"/>
                </a:lnTo>
                <a:lnTo>
                  <a:pt x="2038" y="243"/>
                </a:lnTo>
                <a:lnTo>
                  <a:pt x="2038" y="203"/>
                </a:lnTo>
                <a:lnTo>
                  <a:pt x="2046" y="203"/>
                </a:lnTo>
                <a:moveTo>
                  <a:pt x="2046" y="267"/>
                </a:moveTo>
                <a:lnTo>
                  <a:pt x="2046" y="308"/>
                </a:lnTo>
                <a:lnTo>
                  <a:pt x="2038" y="308"/>
                </a:lnTo>
                <a:lnTo>
                  <a:pt x="2038" y="267"/>
                </a:lnTo>
                <a:lnTo>
                  <a:pt x="2046" y="267"/>
                </a:lnTo>
                <a:moveTo>
                  <a:pt x="2046" y="332"/>
                </a:moveTo>
                <a:lnTo>
                  <a:pt x="2046" y="371"/>
                </a:lnTo>
                <a:lnTo>
                  <a:pt x="2038" y="371"/>
                </a:lnTo>
                <a:lnTo>
                  <a:pt x="2038" y="332"/>
                </a:lnTo>
                <a:lnTo>
                  <a:pt x="2046" y="332"/>
                </a:lnTo>
                <a:moveTo>
                  <a:pt x="2034" y="391"/>
                </a:moveTo>
                <a:lnTo>
                  <a:pt x="1994" y="391"/>
                </a:lnTo>
                <a:lnTo>
                  <a:pt x="1994" y="383"/>
                </a:lnTo>
                <a:lnTo>
                  <a:pt x="2034" y="383"/>
                </a:lnTo>
                <a:lnTo>
                  <a:pt x="2034" y="391"/>
                </a:lnTo>
                <a:moveTo>
                  <a:pt x="1970" y="391"/>
                </a:moveTo>
                <a:lnTo>
                  <a:pt x="1929" y="391"/>
                </a:lnTo>
                <a:lnTo>
                  <a:pt x="1929" y="383"/>
                </a:lnTo>
                <a:lnTo>
                  <a:pt x="1970" y="383"/>
                </a:lnTo>
                <a:lnTo>
                  <a:pt x="1970" y="391"/>
                </a:lnTo>
                <a:moveTo>
                  <a:pt x="1905" y="391"/>
                </a:moveTo>
                <a:lnTo>
                  <a:pt x="1865" y="391"/>
                </a:lnTo>
                <a:lnTo>
                  <a:pt x="1865" y="383"/>
                </a:lnTo>
                <a:lnTo>
                  <a:pt x="1905" y="383"/>
                </a:lnTo>
                <a:lnTo>
                  <a:pt x="1905" y="391"/>
                </a:lnTo>
                <a:moveTo>
                  <a:pt x="1841" y="391"/>
                </a:moveTo>
                <a:lnTo>
                  <a:pt x="1801" y="391"/>
                </a:lnTo>
                <a:lnTo>
                  <a:pt x="1801" y="383"/>
                </a:lnTo>
                <a:lnTo>
                  <a:pt x="1841" y="383"/>
                </a:lnTo>
                <a:lnTo>
                  <a:pt x="1841" y="391"/>
                </a:lnTo>
                <a:moveTo>
                  <a:pt x="1777" y="391"/>
                </a:moveTo>
                <a:lnTo>
                  <a:pt x="1737" y="391"/>
                </a:lnTo>
                <a:lnTo>
                  <a:pt x="1737" y="383"/>
                </a:lnTo>
                <a:lnTo>
                  <a:pt x="1777" y="383"/>
                </a:lnTo>
                <a:lnTo>
                  <a:pt x="1777" y="391"/>
                </a:lnTo>
                <a:moveTo>
                  <a:pt x="1713" y="391"/>
                </a:moveTo>
                <a:lnTo>
                  <a:pt x="1674" y="391"/>
                </a:lnTo>
                <a:lnTo>
                  <a:pt x="1674" y="383"/>
                </a:lnTo>
                <a:lnTo>
                  <a:pt x="1713" y="383"/>
                </a:lnTo>
                <a:lnTo>
                  <a:pt x="1713" y="391"/>
                </a:lnTo>
                <a:moveTo>
                  <a:pt x="1650" y="391"/>
                </a:moveTo>
                <a:lnTo>
                  <a:pt x="1610" y="391"/>
                </a:lnTo>
                <a:lnTo>
                  <a:pt x="1610" y="383"/>
                </a:lnTo>
                <a:lnTo>
                  <a:pt x="1650" y="383"/>
                </a:lnTo>
                <a:lnTo>
                  <a:pt x="1650" y="391"/>
                </a:lnTo>
                <a:moveTo>
                  <a:pt x="1586" y="391"/>
                </a:moveTo>
                <a:lnTo>
                  <a:pt x="1546" y="391"/>
                </a:lnTo>
                <a:lnTo>
                  <a:pt x="1546" y="383"/>
                </a:lnTo>
                <a:lnTo>
                  <a:pt x="1586" y="383"/>
                </a:lnTo>
                <a:lnTo>
                  <a:pt x="1586" y="391"/>
                </a:lnTo>
                <a:moveTo>
                  <a:pt x="1522" y="391"/>
                </a:moveTo>
                <a:lnTo>
                  <a:pt x="1482" y="391"/>
                </a:lnTo>
                <a:lnTo>
                  <a:pt x="1482" y="383"/>
                </a:lnTo>
                <a:lnTo>
                  <a:pt x="1522" y="383"/>
                </a:lnTo>
                <a:lnTo>
                  <a:pt x="1522" y="391"/>
                </a:lnTo>
                <a:moveTo>
                  <a:pt x="1458" y="391"/>
                </a:moveTo>
                <a:lnTo>
                  <a:pt x="1418" y="391"/>
                </a:lnTo>
                <a:lnTo>
                  <a:pt x="1418" y="383"/>
                </a:lnTo>
                <a:lnTo>
                  <a:pt x="1458" y="383"/>
                </a:lnTo>
                <a:lnTo>
                  <a:pt x="1458" y="391"/>
                </a:lnTo>
                <a:moveTo>
                  <a:pt x="1394" y="391"/>
                </a:moveTo>
                <a:lnTo>
                  <a:pt x="1354" y="391"/>
                </a:lnTo>
                <a:lnTo>
                  <a:pt x="1354" y="383"/>
                </a:lnTo>
                <a:lnTo>
                  <a:pt x="1394" y="383"/>
                </a:lnTo>
                <a:lnTo>
                  <a:pt x="1394" y="391"/>
                </a:lnTo>
                <a:moveTo>
                  <a:pt x="1330" y="391"/>
                </a:moveTo>
                <a:lnTo>
                  <a:pt x="1290" y="391"/>
                </a:lnTo>
                <a:lnTo>
                  <a:pt x="1290" y="383"/>
                </a:lnTo>
                <a:lnTo>
                  <a:pt x="1330" y="383"/>
                </a:lnTo>
                <a:lnTo>
                  <a:pt x="1330" y="391"/>
                </a:lnTo>
                <a:moveTo>
                  <a:pt x="1266" y="391"/>
                </a:moveTo>
                <a:lnTo>
                  <a:pt x="1226" y="391"/>
                </a:lnTo>
                <a:lnTo>
                  <a:pt x="1226" y="383"/>
                </a:lnTo>
                <a:lnTo>
                  <a:pt x="1266" y="383"/>
                </a:lnTo>
                <a:lnTo>
                  <a:pt x="1266" y="391"/>
                </a:lnTo>
                <a:moveTo>
                  <a:pt x="1202" y="391"/>
                </a:moveTo>
                <a:lnTo>
                  <a:pt x="1162" y="391"/>
                </a:lnTo>
                <a:lnTo>
                  <a:pt x="1162" y="383"/>
                </a:lnTo>
                <a:lnTo>
                  <a:pt x="1202" y="383"/>
                </a:lnTo>
                <a:lnTo>
                  <a:pt x="1202" y="391"/>
                </a:lnTo>
                <a:moveTo>
                  <a:pt x="1138" y="391"/>
                </a:moveTo>
                <a:lnTo>
                  <a:pt x="1098" y="391"/>
                </a:lnTo>
                <a:lnTo>
                  <a:pt x="1098" y="383"/>
                </a:lnTo>
                <a:lnTo>
                  <a:pt x="1138" y="383"/>
                </a:lnTo>
                <a:lnTo>
                  <a:pt x="1138" y="391"/>
                </a:lnTo>
                <a:moveTo>
                  <a:pt x="1075" y="391"/>
                </a:moveTo>
                <a:lnTo>
                  <a:pt x="1035" y="391"/>
                </a:lnTo>
                <a:lnTo>
                  <a:pt x="1035" y="383"/>
                </a:lnTo>
                <a:lnTo>
                  <a:pt x="1075" y="383"/>
                </a:lnTo>
                <a:lnTo>
                  <a:pt x="1075" y="391"/>
                </a:lnTo>
                <a:moveTo>
                  <a:pt x="1011" y="391"/>
                </a:moveTo>
                <a:lnTo>
                  <a:pt x="971" y="391"/>
                </a:lnTo>
                <a:lnTo>
                  <a:pt x="971" y="383"/>
                </a:lnTo>
                <a:lnTo>
                  <a:pt x="1011" y="383"/>
                </a:lnTo>
                <a:lnTo>
                  <a:pt x="1011" y="391"/>
                </a:lnTo>
                <a:moveTo>
                  <a:pt x="947" y="391"/>
                </a:moveTo>
                <a:lnTo>
                  <a:pt x="907" y="391"/>
                </a:lnTo>
                <a:lnTo>
                  <a:pt x="907" y="383"/>
                </a:lnTo>
                <a:lnTo>
                  <a:pt x="947" y="383"/>
                </a:lnTo>
                <a:lnTo>
                  <a:pt x="947" y="391"/>
                </a:lnTo>
                <a:moveTo>
                  <a:pt x="883" y="391"/>
                </a:moveTo>
                <a:lnTo>
                  <a:pt x="843" y="391"/>
                </a:lnTo>
                <a:lnTo>
                  <a:pt x="843" y="383"/>
                </a:lnTo>
                <a:lnTo>
                  <a:pt x="883" y="383"/>
                </a:lnTo>
                <a:lnTo>
                  <a:pt x="883" y="391"/>
                </a:lnTo>
                <a:moveTo>
                  <a:pt x="819" y="391"/>
                </a:moveTo>
                <a:lnTo>
                  <a:pt x="779" y="391"/>
                </a:lnTo>
                <a:lnTo>
                  <a:pt x="779" y="383"/>
                </a:lnTo>
                <a:lnTo>
                  <a:pt x="819" y="383"/>
                </a:lnTo>
                <a:lnTo>
                  <a:pt x="819" y="391"/>
                </a:lnTo>
                <a:moveTo>
                  <a:pt x="755" y="391"/>
                </a:moveTo>
                <a:lnTo>
                  <a:pt x="715" y="391"/>
                </a:lnTo>
                <a:lnTo>
                  <a:pt x="715" y="383"/>
                </a:lnTo>
                <a:lnTo>
                  <a:pt x="755" y="383"/>
                </a:lnTo>
                <a:lnTo>
                  <a:pt x="755" y="391"/>
                </a:lnTo>
                <a:moveTo>
                  <a:pt x="691" y="391"/>
                </a:moveTo>
                <a:lnTo>
                  <a:pt x="651" y="391"/>
                </a:lnTo>
                <a:lnTo>
                  <a:pt x="651" y="383"/>
                </a:lnTo>
                <a:lnTo>
                  <a:pt x="691" y="383"/>
                </a:lnTo>
                <a:lnTo>
                  <a:pt x="691" y="391"/>
                </a:lnTo>
                <a:moveTo>
                  <a:pt x="627" y="391"/>
                </a:moveTo>
                <a:lnTo>
                  <a:pt x="587" y="391"/>
                </a:lnTo>
                <a:lnTo>
                  <a:pt x="587" y="383"/>
                </a:lnTo>
                <a:lnTo>
                  <a:pt x="627" y="383"/>
                </a:lnTo>
                <a:lnTo>
                  <a:pt x="627" y="391"/>
                </a:lnTo>
                <a:moveTo>
                  <a:pt x="563" y="391"/>
                </a:moveTo>
                <a:lnTo>
                  <a:pt x="523" y="391"/>
                </a:lnTo>
                <a:lnTo>
                  <a:pt x="523" y="383"/>
                </a:lnTo>
                <a:lnTo>
                  <a:pt x="563" y="383"/>
                </a:lnTo>
                <a:lnTo>
                  <a:pt x="563" y="391"/>
                </a:lnTo>
                <a:moveTo>
                  <a:pt x="500" y="391"/>
                </a:moveTo>
                <a:lnTo>
                  <a:pt x="460" y="391"/>
                </a:lnTo>
                <a:lnTo>
                  <a:pt x="460" y="383"/>
                </a:lnTo>
                <a:lnTo>
                  <a:pt x="500" y="383"/>
                </a:lnTo>
                <a:lnTo>
                  <a:pt x="500" y="391"/>
                </a:lnTo>
                <a:moveTo>
                  <a:pt x="436" y="391"/>
                </a:moveTo>
                <a:lnTo>
                  <a:pt x="396" y="391"/>
                </a:lnTo>
                <a:lnTo>
                  <a:pt x="396" y="383"/>
                </a:lnTo>
                <a:lnTo>
                  <a:pt x="436" y="383"/>
                </a:lnTo>
                <a:lnTo>
                  <a:pt x="436" y="391"/>
                </a:lnTo>
                <a:moveTo>
                  <a:pt x="372" y="391"/>
                </a:moveTo>
                <a:lnTo>
                  <a:pt x="332" y="391"/>
                </a:lnTo>
                <a:lnTo>
                  <a:pt x="332" y="383"/>
                </a:lnTo>
                <a:lnTo>
                  <a:pt x="372" y="383"/>
                </a:lnTo>
                <a:lnTo>
                  <a:pt x="372" y="391"/>
                </a:lnTo>
                <a:moveTo>
                  <a:pt x="308" y="391"/>
                </a:moveTo>
                <a:lnTo>
                  <a:pt x="268" y="391"/>
                </a:lnTo>
                <a:lnTo>
                  <a:pt x="268" y="383"/>
                </a:lnTo>
                <a:lnTo>
                  <a:pt x="308" y="383"/>
                </a:lnTo>
                <a:lnTo>
                  <a:pt x="308" y="391"/>
                </a:lnTo>
                <a:moveTo>
                  <a:pt x="244" y="391"/>
                </a:moveTo>
                <a:lnTo>
                  <a:pt x="204" y="391"/>
                </a:lnTo>
                <a:lnTo>
                  <a:pt x="204" y="383"/>
                </a:lnTo>
                <a:lnTo>
                  <a:pt x="244" y="383"/>
                </a:lnTo>
                <a:lnTo>
                  <a:pt x="244" y="391"/>
                </a:lnTo>
                <a:moveTo>
                  <a:pt x="180" y="391"/>
                </a:moveTo>
                <a:lnTo>
                  <a:pt x="140" y="391"/>
                </a:lnTo>
                <a:lnTo>
                  <a:pt x="140" y="383"/>
                </a:lnTo>
                <a:lnTo>
                  <a:pt x="180" y="383"/>
                </a:lnTo>
                <a:lnTo>
                  <a:pt x="180" y="391"/>
                </a:lnTo>
                <a:moveTo>
                  <a:pt x="116" y="391"/>
                </a:moveTo>
                <a:lnTo>
                  <a:pt x="76" y="391"/>
                </a:lnTo>
                <a:lnTo>
                  <a:pt x="76" y="383"/>
                </a:lnTo>
                <a:lnTo>
                  <a:pt x="116" y="383"/>
                </a:lnTo>
                <a:lnTo>
                  <a:pt x="116" y="391"/>
                </a:lnTo>
                <a:moveTo>
                  <a:pt x="52" y="391"/>
                </a:moveTo>
                <a:lnTo>
                  <a:pt x="12" y="391"/>
                </a:lnTo>
                <a:lnTo>
                  <a:pt x="12" y="383"/>
                </a:lnTo>
                <a:lnTo>
                  <a:pt x="52" y="383"/>
                </a:lnTo>
                <a:lnTo>
                  <a:pt x="52" y="391"/>
                </a:lnTo>
                <a:moveTo>
                  <a:pt x="0" y="371"/>
                </a:moveTo>
                <a:lnTo>
                  <a:pt x="0" y="332"/>
                </a:lnTo>
                <a:lnTo>
                  <a:pt x="8" y="332"/>
                </a:lnTo>
                <a:lnTo>
                  <a:pt x="8" y="371"/>
                </a:lnTo>
                <a:lnTo>
                  <a:pt x="0" y="371"/>
                </a:lnTo>
                <a:moveTo>
                  <a:pt x="0" y="308"/>
                </a:moveTo>
                <a:lnTo>
                  <a:pt x="0" y="267"/>
                </a:lnTo>
                <a:lnTo>
                  <a:pt x="8" y="267"/>
                </a:lnTo>
                <a:lnTo>
                  <a:pt x="8" y="308"/>
                </a:lnTo>
                <a:lnTo>
                  <a:pt x="0" y="308"/>
                </a:lnTo>
                <a:moveTo>
                  <a:pt x="0" y="243"/>
                </a:moveTo>
                <a:lnTo>
                  <a:pt x="0" y="203"/>
                </a:lnTo>
                <a:lnTo>
                  <a:pt x="8" y="203"/>
                </a:lnTo>
                <a:lnTo>
                  <a:pt x="8" y="243"/>
                </a:lnTo>
                <a:lnTo>
                  <a:pt x="0" y="243"/>
                </a:lnTo>
                <a:moveTo>
                  <a:pt x="0" y="179"/>
                </a:moveTo>
                <a:lnTo>
                  <a:pt x="0" y="140"/>
                </a:lnTo>
                <a:lnTo>
                  <a:pt x="8" y="140"/>
                </a:lnTo>
                <a:lnTo>
                  <a:pt x="8" y="179"/>
                </a:lnTo>
                <a:lnTo>
                  <a:pt x="0" y="179"/>
                </a:lnTo>
                <a:moveTo>
                  <a:pt x="0" y="116"/>
                </a:moveTo>
                <a:lnTo>
                  <a:pt x="0" y="76"/>
                </a:lnTo>
                <a:lnTo>
                  <a:pt x="8" y="76"/>
                </a:lnTo>
                <a:lnTo>
                  <a:pt x="8" y="116"/>
                </a:lnTo>
                <a:lnTo>
                  <a:pt x="0" y="116"/>
                </a:lnTo>
                <a:moveTo>
                  <a:pt x="0" y="52"/>
                </a:moveTo>
                <a:lnTo>
                  <a:pt x="0" y="12"/>
                </a:lnTo>
                <a:lnTo>
                  <a:pt x="8" y="12"/>
                </a:lnTo>
                <a:lnTo>
                  <a:pt x="8" y="52"/>
                </a:lnTo>
                <a:lnTo>
                  <a:pt x="0" y="52"/>
                </a:lnTo>
                <a:moveTo>
                  <a:pt x="4" y="0"/>
                </a:move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021560" y="36381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021560" y="36482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375000" y="3520800"/>
            <a:ext cx="15490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3375000" y="3634920"/>
            <a:ext cx="1119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3305880" y="3861720"/>
            <a:ext cx="1817280" cy="186480"/>
          </a:xfrm>
          <a:custGeom>
            <a:avLst/>
            <a:gdLst/>
            <a:ahLst/>
            <a:rect l="0" t="0" r="r" b="b"/>
            <a:pathLst>
              <a:path w="5048" h="518">
                <a:moveTo>
                  <a:pt x="0" y="0"/>
                </a:moveTo>
                <a:lnTo>
                  <a:pt x="5048" y="0"/>
                </a:lnTo>
                <a:lnTo>
                  <a:pt x="5048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304440" y="3860280"/>
            <a:ext cx="1820160" cy="189360"/>
          </a:xfrm>
          <a:custGeom>
            <a:avLst/>
            <a:gdLst/>
            <a:ahLst/>
            <a:rect l="0" t="0" r="r" b="b"/>
            <a:pathLst>
              <a:path w="5056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5" y="0"/>
                </a:lnTo>
                <a:lnTo>
                  <a:pt x="3495" y="8"/>
                </a:lnTo>
                <a:lnTo>
                  <a:pt x="3454" y="8"/>
                </a:lnTo>
                <a:lnTo>
                  <a:pt x="3454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6" y="4"/>
                </a:moveTo>
                <a:lnTo>
                  <a:pt x="5056" y="45"/>
                </a:lnTo>
                <a:lnTo>
                  <a:pt x="5048" y="45"/>
                </a:lnTo>
                <a:lnTo>
                  <a:pt x="5048" y="4"/>
                </a:lnTo>
                <a:lnTo>
                  <a:pt x="5056" y="4"/>
                </a:lnTo>
                <a:moveTo>
                  <a:pt x="5056" y="69"/>
                </a:moveTo>
                <a:lnTo>
                  <a:pt x="5056" y="108"/>
                </a:lnTo>
                <a:lnTo>
                  <a:pt x="5048" y="108"/>
                </a:lnTo>
                <a:lnTo>
                  <a:pt x="5048" y="69"/>
                </a:lnTo>
                <a:lnTo>
                  <a:pt x="5056" y="69"/>
                </a:lnTo>
                <a:moveTo>
                  <a:pt x="5056" y="132"/>
                </a:moveTo>
                <a:lnTo>
                  <a:pt x="5056" y="172"/>
                </a:lnTo>
                <a:lnTo>
                  <a:pt x="5048" y="172"/>
                </a:lnTo>
                <a:lnTo>
                  <a:pt x="5048" y="132"/>
                </a:lnTo>
                <a:lnTo>
                  <a:pt x="5056" y="132"/>
                </a:lnTo>
                <a:moveTo>
                  <a:pt x="5056" y="196"/>
                </a:moveTo>
                <a:lnTo>
                  <a:pt x="5056" y="236"/>
                </a:lnTo>
                <a:lnTo>
                  <a:pt x="5048" y="236"/>
                </a:lnTo>
                <a:lnTo>
                  <a:pt x="5048" y="196"/>
                </a:lnTo>
                <a:lnTo>
                  <a:pt x="5056" y="196"/>
                </a:lnTo>
                <a:moveTo>
                  <a:pt x="5056" y="260"/>
                </a:moveTo>
                <a:lnTo>
                  <a:pt x="5056" y="300"/>
                </a:lnTo>
                <a:lnTo>
                  <a:pt x="5048" y="300"/>
                </a:lnTo>
                <a:lnTo>
                  <a:pt x="5048" y="260"/>
                </a:lnTo>
                <a:lnTo>
                  <a:pt x="5056" y="260"/>
                </a:lnTo>
                <a:moveTo>
                  <a:pt x="5056" y="323"/>
                </a:moveTo>
                <a:lnTo>
                  <a:pt x="5056" y="363"/>
                </a:lnTo>
                <a:lnTo>
                  <a:pt x="5048" y="363"/>
                </a:lnTo>
                <a:lnTo>
                  <a:pt x="5048" y="323"/>
                </a:lnTo>
                <a:lnTo>
                  <a:pt x="5056" y="323"/>
                </a:lnTo>
                <a:moveTo>
                  <a:pt x="5056" y="387"/>
                </a:moveTo>
                <a:lnTo>
                  <a:pt x="5056" y="427"/>
                </a:lnTo>
                <a:lnTo>
                  <a:pt x="5048" y="427"/>
                </a:lnTo>
                <a:lnTo>
                  <a:pt x="5048" y="387"/>
                </a:lnTo>
                <a:lnTo>
                  <a:pt x="5056" y="387"/>
                </a:lnTo>
                <a:moveTo>
                  <a:pt x="5056" y="451"/>
                </a:moveTo>
                <a:lnTo>
                  <a:pt x="5056" y="491"/>
                </a:lnTo>
                <a:lnTo>
                  <a:pt x="5048" y="491"/>
                </a:lnTo>
                <a:lnTo>
                  <a:pt x="5048" y="451"/>
                </a:lnTo>
                <a:lnTo>
                  <a:pt x="5056" y="451"/>
                </a:lnTo>
                <a:moveTo>
                  <a:pt x="5056" y="514"/>
                </a:moveTo>
                <a:lnTo>
                  <a:pt x="5056" y="526"/>
                </a:lnTo>
                <a:lnTo>
                  <a:pt x="5020" y="526"/>
                </a:lnTo>
                <a:lnTo>
                  <a:pt x="5020" y="518"/>
                </a:lnTo>
                <a:lnTo>
                  <a:pt x="5052" y="518"/>
                </a:lnTo>
                <a:lnTo>
                  <a:pt x="5052" y="522"/>
                </a:lnTo>
                <a:lnTo>
                  <a:pt x="5048" y="522"/>
                </a:lnTo>
                <a:lnTo>
                  <a:pt x="5048" y="514"/>
                </a:lnTo>
                <a:lnTo>
                  <a:pt x="5056" y="514"/>
                </a:lnTo>
                <a:moveTo>
                  <a:pt x="4996" y="526"/>
                </a:moveTo>
                <a:lnTo>
                  <a:pt x="4956" y="526"/>
                </a:lnTo>
                <a:lnTo>
                  <a:pt x="4956" y="518"/>
                </a:lnTo>
                <a:lnTo>
                  <a:pt x="4996" y="518"/>
                </a:lnTo>
                <a:lnTo>
                  <a:pt x="4996" y="526"/>
                </a:lnTo>
                <a:moveTo>
                  <a:pt x="4932" y="526"/>
                </a:moveTo>
                <a:lnTo>
                  <a:pt x="4892" y="526"/>
                </a:lnTo>
                <a:lnTo>
                  <a:pt x="4892" y="518"/>
                </a:lnTo>
                <a:lnTo>
                  <a:pt x="4932" y="518"/>
                </a:lnTo>
                <a:lnTo>
                  <a:pt x="4932" y="526"/>
                </a:lnTo>
                <a:moveTo>
                  <a:pt x="4868" y="526"/>
                </a:moveTo>
                <a:lnTo>
                  <a:pt x="4828" y="526"/>
                </a:lnTo>
                <a:lnTo>
                  <a:pt x="4828" y="518"/>
                </a:lnTo>
                <a:lnTo>
                  <a:pt x="4868" y="518"/>
                </a:lnTo>
                <a:lnTo>
                  <a:pt x="4868" y="526"/>
                </a:lnTo>
                <a:moveTo>
                  <a:pt x="4804" y="526"/>
                </a:moveTo>
                <a:lnTo>
                  <a:pt x="4764" y="526"/>
                </a:lnTo>
                <a:lnTo>
                  <a:pt x="4764" y="518"/>
                </a:lnTo>
                <a:lnTo>
                  <a:pt x="4804" y="518"/>
                </a:lnTo>
                <a:lnTo>
                  <a:pt x="4804" y="526"/>
                </a:lnTo>
                <a:moveTo>
                  <a:pt x="4740" y="526"/>
                </a:moveTo>
                <a:lnTo>
                  <a:pt x="4701" y="526"/>
                </a:lnTo>
                <a:lnTo>
                  <a:pt x="4701" y="518"/>
                </a:lnTo>
                <a:lnTo>
                  <a:pt x="4740" y="518"/>
                </a:lnTo>
                <a:lnTo>
                  <a:pt x="4740" y="526"/>
                </a:lnTo>
                <a:moveTo>
                  <a:pt x="4677" y="526"/>
                </a:moveTo>
                <a:lnTo>
                  <a:pt x="4637" y="526"/>
                </a:lnTo>
                <a:lnTo>
                  <a:pt x="4637" y="518"/>
                </a:lnTo>
                <a:lnTo>
                  <a:pt x="4677" y="518"/>
                </a:lnTo>
                <a:lnTo>
                  <a:pt x="4677" y="526"/>
                </a:lnTo>
                <a:moveTo>
                  <a:pt x="4613" y="526"/>
                </a:moveTo>
                <a:lnTo>
                  <a:pt x="4573" y="526"/>
                </a:lnTo>
                <a:lnTo>
                  <a:pt x="4573" y="518"/>
                </a:lnTo>
                <a:lnTo>
                  <a:pt x="4613" y="518"/>
                </a:lnTo>
                <a:lnTo>
                  <a:pt x="4613" y="526"/>
                </a:lnTo>
                <a:moveTo>
                  <a:pt x="4549" y="526"/>
                </a:moveTo>
                <a:lnTo>
                  <a:pt x="4509" y="526"/>
                </a:lnTo>
                <a:lnTo>
                  <a:pt x="4509" y="518"/>
                </a:lnTo>
                <a:lnTo>
                  <a:pt x="4549" y="518"/>
                </a:lnTo>
                <a:lnTo>
                  <a:pt x="4549" y="526"/>
                </a:lnTo>
                <a:moveTo>
                  <a:pt x="4485" y="526"/>
                </a:moveTo>
                <a:lnTo>
                  <a:pt x="4445" y="526"/>
                </a:lnTo>
                <a:lnTo>
                  <a:pt x="4445" y="518"/>
                </a:lnTo>
                <a:lnTo>
                  <a:pt x="4485" y="518"/>
                </a:lnTo>
                <a:lnTo>
                  <a:pt x="4485" y="526"/>
                </a:lnTo>
                <a:moveTo>
                  <a:pt x="4421" y="526"/>
                </a:moveTo>
                <a:lnTo>
                  <a:pt x="4381" y="526"/>
                </a:lnTo>
                <a:lnTo>
                  <a:pt x="4381" y="518"/>
                </a:lnTo>
                <a:lnTo>
                  <a:pt x="4421" y="518"/>
                </a:lnTo>
                <a:lnTo>
                  <a:pt x="4421" y="526"/>
                </a:lnTo>
                <a:moveTo>
                  <a:pt x="4357" y="526"/>
                </a:moveTo>
                <a:lnTo>
                  <a:pt x="4317" y="526"/>
                </a:lnTo>
                <a:lnTo>
                  <a:pt x="4317" y="518"/>
                </a:lnTo>
                <a:lnTo>
                  <a:pt x="4357" y="518"/>
                </a:lnTo>
                <a:lnTo>
                  <a:pt x="4357" y="526"/>
                </a:lnTo>
                <a:moveTo>
                  <a:pt x="4293" y="526"/>
                </a:moveTo>
                <a:lnTo>
                  <a:pt x="4253" y="526"/>
                </a:lnTo>
                <a:lnTo>
                  <a:pt x="4253" y="518"/>
                </a:lnTo>
                <a:lnTo>
                  <a:pt x="4293" y="518"/>
                </a:lnTo>
                <a:lnTo>
                  <a:pt x="4293" y="526"/>
                </a:lnTo>
                <a:moveTo>
                  <a:pt x="4229" y="526"/>
                </a:moveTo>
                <a:lnTo>
                  <a:pt x="4189" y="526"/>
                </a:lnTo>
                <a:lnTo>
                  <a:pt x="4189" y="518"/>
                </a:lnTo>
                <a:lnTo>
                  <a:pt x="4229" y="518"/>
                </a:lnTo>
                <a:lnTo>
                  <a:pt x="4229" y="526"/>
                </a:lnTo>
                <a:moveTo>
                  <a:pt x="4165" y="526"/>
                </a:moveTo>
                <a:lnTo>
                  <a:pt x="4126" y="526"/>
                </a:lnTo>
                <a:lnTo>
                  <a:pt x="4126" y="518"/>
                </a:lnTo>
                <a:lnTo>
                  <a:pt x="4165" y="518"/>
                </a:lnTo>
                <a:lnTo>
                  <a:pt x="4165" y="526"/>
                </a:lnTo>
                <a:moveTo>
                  <a:pt x="4102" y="526"/>
                </a:moveTo>
                <a:lnTo>
                  <a:pt x="4062" y="526"/>
                </a:lnTo>
                <a:lnTo>
                  <a:pt x="4062" y="518"/>
                </a:lnTo>
                <a:lnTo>
                  <a:pt x="4102" y="518"/>
                </a:lnTo>
                <a:lnTo>
                  <a:pt x="4102" y="526"/>
                </a:lnTo>
                <a:moveTo>
                  <a:pt x="4038" y="526"/>
                </a:moveTo>
                <a:lnTo>
                  <a:pt x="3998" y="526"/>
                </a:lnTo>
                <a:lnTo>
                  <a:pt x="3998" y="518"/>
                </a:lnTo>
                <a:lnTo>
                  <a:pt x="4038" y="518"/>
                </a:lnTo>
                <a:lnTo>
                  <a:pt x="4038" y="526"/>
                </a:lnTo>
                <a:moveTo>
                  <a:pt x="3974" y="526"/>
                </a:moveTo>
                <a:lnTo>
                  <a:pt x="3934" y="526"/>
                </a:lnTo>
                <a:lnTo>
                  <a:pt x="3934" y="518"/>
                </a:lnTo>
                <a:lnTo>
                  <a:pt x="3974" y="518"/>
                </a:lnTo>
                <a:lnTo>
                  <a:pt x="3974" y="526"/>
                </a:lnTo>
                <a:moveTo>
                  <a:pt x="3910" y="526"/>
                </a:moveTo>
                <a:lnTo>
                  <a:pt x="3870" y="526"/>
                </a:lnTo>
                <a:lnTo>
                  <a:pt x="3870" y="518"/>
                </a:lnTo>
                <a:lnTo>
                  <a:pt x="3910" y="518"/>
                </a:lnTo>
                <a:lnTo>
                  <a:pt x="3910" y="526"/>
                </a:lnTo>
                <a:moveTo>
                  <a:pt x="3846" y="526"/>
                </a:moveTo>
                <a:lnTo>
                  <a:pt x="3806" y="526"/>
                </a:lnTo>
                <a:lnTo>
                  <a:pt x="3806" y="518"/>
                </a:lnTo>
                <a:lnTo>
                  <a:pt x="3846" y="518"/>
                </a:lnTo>
                <a:lnTo>
                  <a:pt x="3846" y="526"/>
                </a:lnTo>
                <a:moveTo>
                  <a:pt x="3782" y="526"/>
                </a:moveTo>
                <a:lnTo>
                  <a:pt x="3742" y="526"/>
                </a:lnTo>
                <a:lnTo>
                  <a:pt x="3742" y="518"/>
                </a:lnTo>
                <a:lnTo>
                  <a:pt x="3782" y="518"/>
                </a:lnTo>
                <a:lnTo>
                  <a:pt x="3782" y="526"/>
                </a:lnTo>
                <a:moveTo>
                  <a:pt x="3718" y="526"/>
                </a:moveTo>
                <a:lnTo>
                  <a:pt x="3678" y="526"/>
                </a:lnTo>
                <a:lnTo>
                  <a:pt x="3678" y="518"/>
                </a:lnTo>
                <a:lnTo>
                  <a:pt x="3718" y="518"/>
                </a:lnTo>
                <a:lnTo>
                  <a:pt x="3718" y="526"/>
                </a:lnTo>
                <a:moveTo>
                  <a:pt x="3654" y="526"/>
                </a:moveTo>
                <a:lnTo>
                  <a:pt x="3614" y="526"/>
                </a:lnTo>
                <a:lnTo>
                  <a:pt x="3614" y="518"/>
                </a:lnTo>
                <a:lnTo>
                  <a:pt x="3654" y="518"/>
                </a:lnTo>
                <a:lnTo>
                  <a:pt x="3654" y="526"/>
                </a:lnTo>
                <a:moveTo>
                  <a:pt x="3590" y="526"/>
                </a:moveTo>
                <a:lnTo>
                  <a:pt x="3550" y="526"/>
                </a:lnTo>
                <a:lnTo>
                  <a:pt x="3550" y="518"/>
                </a:lnTo>
                <a:lnTo>
                  <a:pt x="3590" y="518"/>
                </a:lnTo>
                <a:lnTo>
                  <a:pt x="3590" y="526"/>
                </a:lnTo>
                <a:moveTo>
                  <a:pt x="3527" y="526"/>
                </a:moveTo>
                <a:lnTo>
                  <a:pt x="3487" y="526"/>
                </a:lnTo>
                <a:lnTo>
                  <a:pt x="3487" y="518"/>
                </a:lnTo>
                <a:lnTo>
                  <a:pt x="3527" y="518"/>
                </a:lnTo>
                <a:lnTo>
                  <a:pt x="3527" y="526"/>
                </a:lnTo>
                <a:moveTo>
                  <a:pt x="3463" y="526"/>
                </a:moveTo>
                <a:lnTo>
                  <a:pt x="3422" y="526"/>
                </a:lnTo>
                <a:lnTo>
                  <a:pt x="3422" y="518"/>
                </a:lnTo>
                <a:lnTo>
                  <a:pt x="3463" y="518"/>
                </a:lnTo>
                <a:lnTo>
                  <a:pt x="3463" y="526"/>
                </a:lnTo>
                <a:moveTo>
                  <a:pt x="3398" y="526"/>
                </a:moveTo>
                <a:lnTo>
                  <a:pt x="3358" y="526"/>
                </a:lnTo>
                <a:lnTo>
                  <a:pt x="3358" y="518"/>
                </a:lnTo>
                <a:lnTo>
                  <a:pt x="3398" y="518"/>
                </a:lnTo>
                <a:lnTo>
                  <a:pt x="3398" y="526"/>
                </a:lnTo>
                <a:moveTo>
                  <a:pt x="3334" y="526"/>
                </a:moveTo>
                <a:lnTo>
                  <a:pt x="3294" y="526"/>
                </a:lnTo>
                <a:lnTo>
                  <a:pt x="3294" y="518"/>
                </a:lnTo>
                <a:lnTo>
                  <a:pt x="3334" y="518"/>
                </a:lnTo>
                <a:lnTo>
                  <a:pt x="3334" y="526"/>
                </a:lnTo>
                <a:moveTo>
                  <a:pt x="3270" y="526"/>
                </a:moveTo>
                <a:lnTo>
                  <a:pt x="3230" y="526"/>
                </a:lnTo>
                <a:lnTo>
                  <a:pt x="3230" y="518"/>
                </a:lnTo>
                <a:lnTo>
                  <a:pt x="3270" y="518"/>
                </a:lnTo>
                <a:lnTo>
                  <a:pt x="3270" y="526"/>
                </a:lnTo>
                <a:moveTo>
                  <a:pt x="3206" y="526"/>
                </a:moveTo>
                <a:lnTo>
                  <a:pt x="3166" y="526"/>
                </a:lnTo>
                <a:lnTo>
                  <a:pt x="3166" y="518"/>
                </a:lnTo>
                <a:lnTo>
                  <a:pt x="3206" y="518"/>
                </a:lnTo>
                <a:lnTo>
                  <a:pt x="3206" y="526"/>
                </a:lnTo>
                <a:moveTo>
                  <a:pt x="3142" y="526"/>
                </a:moveTo>
                <a:lnTo>
                  <a:pt x="3102" y="526"/>
                </a:lnTo>
                <a:lnTo>
                  <a:pt x="3102" y="518"/>
                </a:lnTo>
                <a:lnTo>
                  <a:pt x="3142" y="518"/>
                </a:lnTo>
                <a:lnTo>
                  <a:pt x="3142" y="526"/>
                </a:lnTo>
                <a:moveTo>
                  <a:pt x="3078" y="526"/>
                </a:moveTo>
                <a:lnTo>
                  <a:pt x="3038" y="526"/>
                </a:lnTo>
                <a:lnTo>
                  <a:pt x="3038" y="518"/>
                </a:lnTo>
                <a:lnTo>
                  <a:pt x="3078" y="518"/>
                </a:lnTo>
                <a:lnTo>
                  <a:pt x="3078" y="526"/>
                </a:lnTo>
                <a:moveTo>
                  <a:pt x="3014" y="526"/>
                </a:moveTo>
                <a:lnTo>
                  <a:pt x="2974" y="526"/>
                </a:lnTo>
                <a:lnTo>
                  <a:pt x="2974" y="518"/>
                </a:lnTo>
                <a:lnTo>
                  <a:pt x="3014" y="518"/>
                </a:lnTo>
                <a:lnTo>
                  <a:pt x="3014" y="526"/>
                </a:lnTo>
                <a:moveTo>
                  <a:pt x="2951" y="526"/>
                </a:moveTo>
                <a:lnTo>
                  <a:pt x="2911" y="526"/>
                </a:lnTo>
                <a:lnTo>
                  <a:pt x="2911" y="518"/>
                </a:lnTo>
                <a:lnTo>
                  <a:pt x="2951" y="518"/>
                </a:lnTo>
                <a:lnTo>
                  <a:pt x="2951" y="526"/>
                </a:lnTo>
                <a:moveTo>
                  <a:pt x="2887" y="526"/>
                </a:moveTo>
                <a:lnTo>
                  <a:pt x="2847" y="526"/>
                </a:lnTo>
                <a:lnTo>
                  <a:pt x="2847" y="518"/>
                </a:lnTo>
                <a:lnTo>
                  <a:pt x="2887" y="518"/>
                </a:lnTo>
                <a:lnTo>
                  <a:pt x="2887" y="526"/>
                </a:lnTo>
                <a:moveTo>
                  <a:pt x="2823" y="526"/>
                </a:moveTo>
                <a:lnTo>
                  <a:pt x="2783" y="526"/>
                </a:lnTo>
                <a:lnTo>
                  <a:pt x="2783" y="518"/>
                </a:lnTo>
                <a:lnTo>
                  <a:pt x="2823" y="518"/>
                </a:lnTo>
                <a:lnTo>
                  <a:pt x="2823" y="526"/>
                </a:lnTo>
                <a:moveTo>
                  <a:pt x="2759" y="526"/>
                </a:moveTo>
                <a:lnTo>
                  <a:pt x="2719" y="526"/>
                </a:lnTo>
                <a:lnTo>
                  <a:pt x="2719" y="518"/>
                </a:lnTo>
                <a:lnTo>
                  <a:pt x="2759" y="518"/>
                </a:lnTo>
                <a:lnTo>
                  <a:pt x="2759" y="526"/>
                </a:lnTo>
                <a:moveTo>
                  <a:pt x="2695" y="526"/>
                </a:moveTo>
                <a:lnTo>
                  <a:pt x="2655" y="526"/>
                </a:lnTo>
                <a:lnTo>
                  <a:pt x="2655" y="518"/>
                </a:lnTo>
                <a:lnTo>
                  <a:pt x="2695" y="518"/>
                </a:lnTo>
                <a:lnTo>
                  <a:pt x="2695" y="526"/>
                </a:lnTo>
                <a:moveTo>
                  <a:pt x="2631" y="526"/>
                </a:moveTo>
                <a:lnTo>
                  <a:pt x="2591" y="526"/>
                </a:lnTo>
                <a:lnTo>
                  <a:pt x="2591" y="518"/>
                </a:lnTo>
                <a:lnTo>
                  <a:pt x="2631" y="518"/>
                </a:lnTo>
                <a:lnTo>
                  <a:pt x="2631" y="526"/>
                </a:lnTo>
                <a:moveTo>
                  <a:pt x="2567" y="526"/>
                </a:moveTo>
                <a:lnTo>
                  <a:pt x="2527" y="526"/>
                </a:lnTo>
                <a:lnTo>
                  <a:pt x="2527" y="518"/>
                </a:lnTo>
                <a:lnTo>
                  <a:pt x="2567" y="518"/>
                </a:lnTo>
                <a:lnTo>
                  <a:pt x="2567" y="526"/>
                </a:lnTo>
                <a:moveTo>
                  <a:pt x="2503" y="526"/>
                </a:moveTo>
                <a:lnTo>
                  <a:pt x="2463" y="526"/>
                </a:lnTo>
                <a:lnTo>
                  <a:pt x="2463" y="518"/>
                </a:lnTo>
                <a:lnTo>
                  <a:pt x="2503" y="518"/>
                </a:lnTo>
                <a:lnTo>
                  <a:pt x="2503" y="526"/>
                </a:lnTo>
                <a:moveTo>
                  <a:pt x="2439" y="526"/>
                </a:moveTo>
                <a:lnTo>
                  <a:pt x="2399" y="526"/>
                </a:lnTo>
                <a:lnTo>
                  <a:pt x="2399" y="518"/>
                </a:lnTo>
                <a:lnTo>
                  <a:pt x="2439" y="518"/>
                </a:lnTo>
                <a:lnTo>
                  <a:pt x="2439" y="526"/>
                </a:lnTo>
                <a:moveTo>
                  <a:pt x="2375" y="526"/>
                </a:moveTo>
                <a:lnTo>
                  <a:pt x="2336" y="526"/>
                </a:lnTo>
                <a:lnTo>
                  <a:pt x="2336" y="518"/>
                </a:lnTo>
                <a:lnTo>
                  <a:pt x="2375" y="518"/>
                </a:lnTo>
                <a:lnTo>
                  <a:pt x="2375" y="526"/>
                </a:lnTo>
                <a:moveTo>
                  <a:pt x="2312" y="526"/>
                </a:moveTo>
                <a:lnTo>
                  <a:pt x="2272" y="526"/>
                </a:lnTo>
                <a:lnTo>
                  <a:pt x="2272" y="518"/>
                </a:lnTo>
                <a:lnTo>
                  <a:pt x="2312" y="518"/>
                </a:lnTo>
                <a:lnTo>
                  <a:pt x="2312" y="526"/>
                </a:lnTo>
                <a:moveTo>
                  <a:pt x="2248" y="526"/>
                </a:moveTo>
                <a:lnTo>
                  <a:pt x="2208" y="526"/>
                </a:lnTo>
                <a:lnTo>
                  <a:pt x="2208" y="518"/>
                </a:lnTo>
                <a:lnTo>
                  <a:pt x="2248" y="518"/>
                </a:lnTo>
                <a:lnTo>
                  <a:pt x="2248" y="526"/>
                </a:lnTo>
                <a:moveTo>
                  <a:pt x="2184" y="526"/>
                </a:moveTo>
                <a:lnTo>
                  <a:pt x="2144" y="526"/>
                </a:lnTo>
                <a:lnTo>
                  <a:pt x="2144" y="518"/>
                </a:lnTo>
                <a:lnTo>
                  <a:pt x="2184" y="518"/>
                </a:lnTo>
                <a:lnTo>
                  <a:pt x="2184" y="526"/>
                </a:lnTo>
                <a:moveTo>
                  <a:pt x="2120" y="526"/>
                </a:moveTo>
                <a:lnTo>
                  <a:pt x="2080" y="526"/>
                </a:lnTo>
                <a:lnTo>
                  <a:pt x="2080" y="518"/>
                </a:lnTo>
                <a:lnTo>
                  <a:pt x="2120" y="518"/>
                </a:lnTo>
                <a:lnTo>
                  <a:pt x="2120" y="526"/>
                </a:lnTo>
                <a:moveTo>
                  <a:pt x="2056" y="526"/>
                </a:moveTo>
                <a:lnTo>
                  <a:pt x="2016" y="526"/>
                </a:lnTo>
                <a:lnTo>
                  <a:pt x="2016" y="518"/>
                </a:lnTo>
                <a:lnTo>
                  <a:pt x="2056" y="518"/>
                </a:lnTo>
                <a:lnTo>
                  <a:pt x="2056" y="526"/>
                </a:lnTo>
                <a:moveTo>
                  <a:pt x="1992" y="526"/>
                </a:moveTo>
                <a:lnTo>
                  <a:pt x="1952" y="526"/>
                </a:lnTo>
                <a:lnTo>
                  <a:pt x="1952" y="518"/>
                </a:lnTo>
                <a:lnTo>
                  <a:pt x="1992" y="518"/>
                </a:lnTo>
                <a:lnTo>
                  <a:pt x="1992" y="526"/>
                </a:lnTo>
                <a:moveTo>
                  <a:pt x="1928" y="526"/>
                </a:moveTo>
                <a:lnTo>
                  <a:pt x="1888" y="526"/>
                </a:lnTo>
                <a:lnTo>
                  <a:pt x="1888" y="518"/>
                </a:lnTo>
                <a:lnTo>
                  <a:pt x="1928" y="518"/>
                </a:lnTo>
                <a:lnTo>
                  <a:pt x="1928" y="526"/>
                </a:lnTo>
                <a:moveTo>
                  <a:pt x="1864" y="526"/>
                </a:moveTo>
                <a:lnTo>
                  <a:pt x="1824" y="526"/>
                </a:lnTo>
                <a:lnTo>
                  <a:pt x="1824" y="518"/>
                </a:lnTo>
                <a:lnTo>
                  <a:pt x="1864" y="518"/>
                </a:lnTo>
                <a:lnTo>
                  <a:pt x="1864" y="526"/>
                </a:lnTo>
                <a:moveTo>
                  <a:pt x="1800" y="526"/>
                </a:moveTo>
                <a:lnTo>
                  <a:pt x="1761" y="526"/>
                </a:lnTo>
                <a:lnTo>
                  <a:pt x="1761" y="518"/>
                </a:lnTo>
                <a:lnTo>
                  <a:pt x="1800" y="518"/>
                </a:lnTo>
                <a:lnTo>
                  <a:pt x="1800" y="526"/>
                </a:lnTo>
                <a:moveTo>
                  <a:pt x="1737" y="526"/>
                </a:moveTo>
                <a:lnTo>
                  <a:pt x="1697" y="526"/>
                </a:lnTo>
                <a:lnTo>
                  <a:pt x="1697" y="518"/>
                </a:lnTo>
                <a:lnTo>
                  <a:pt x="1737" y="518"/>
                </a:lnTo>
                <a:lnTo>
                  <a:pt x="1737" y="526"/>
                </a:lnTo>
                <a:moveTo>
                  <a:pt x="1673" y="526"/>
                </a:moveTo>
                <a:lnTo>
                  <a:pt x="1633" y="526"/>
                </a:lnTo>
                <a:lnTo>
                  <a:pt x="1633" y="518"/>
                </a:lnTo>
                <a:lnTo>
                  <a:pt x="1673" y="518"/>
                </a:lnTo>
                <a:lnTo>
                  <a:pt x="1673" y="526"/>
                </a:lnTo>
                <a:moveTo>
                  <a:pt x="1609" y="526"/>
                </a:moveTo>
                <a:lnTo>
                  <a:pt x="1569" y="526"/>
                </a:lnTo>
                <a:lnTo>
                  <a:pt x="1569" y="518"/>
                </a:lnTo>
                <a:lnTo>
                  <a:pt x="1609" y="518"/>
                </a:lnTo>
                <a:lnTo>
                  <a:pt x="1609" y="526"/>
                </a:lnTo>
                <a:moveTo>
                  <a:pt x="1545" y="526"/>
                </a:moveTo>
                <a:lnTo>
                  <a:pt x="1505" y="526"/>
                </a:lnTo>
                <a:lnTo>
                  <a:pt x="1505" y="518"/>
                </a:lnTo>
                <a:lnTo>
                  <a:pt x="1545" y="518"/>
                </a:lnTo>
                <a:lnTo>
                  <a:pt x="1545" y="526"/>
                </a:lnTo>
                <a:moveTo>
                  <a:pt x="1481" y="526"/>
                </a:moveTo>
                <a:lnTo>
                  <a:pt x="1441" y="526"/>
                </a:lnTo>
                <a:lnTo>
                  <a:pt x="1441" y="518"/>
                </a:lnTo>
                <a:lnTo>
                  <a:pt x="1481" y="518"/>
                </a:lnTo>
                <a:lnTo>
                  <a:pt x="1481" y="526"/>
                </a:lnTo>
                <a:moveTo>
                  <a:pt x="1417" y="526"/>
                </a:moveTo>
                <a:lnTo>
                  <a:pt x="1377" y="526"/>
                </a:lnTo>
                <a:lnTo>
                  <a:pt x="1377" y="518"/>
                </a:lnTo>
                <a:lnTo>
                  <a:pt x="1417" y="518"/>
                </a:lnTo>
                <a:lnTo>
                  <a:pt x="1417" y="526"/>
                </a:lnTo>
                <a:moveTo>
                  <a:pt x="1353" y="526"/>
                </a:moveTo>
                <a:lnTo>
                  <a:pt x="1313" y="526"/>
                </a:lnTo>
                <a:lnTo>
                  <a:pt x="1313" y="518"/>
                </a:lnTo>
                <a:lnTo>
                  <a:pt x="1353" y="518"/>
                </a:lnTo>
                <a:lnTo>
                  <a:pt x="1353" y="526"/>
                </a:lnTo>
                <a:moveTo>
                  <a:pt x="1289" y="526"/>
                </a:moveTo>
                <a:lnTo>
                  <a:pt x="1249" y="526"/>
                </a:lnTo>
                <a:lnTo>
                  <a:pt x="1249" y="518"/>
                </a:lnTo>
                <a:lnTo>
                  <a:pt x="1289" y="518"/>
                </a:lnTo>
                <a:lnTo>
                  <a:pt x="1289" y="526"/>
                </a:lnTo>
                <a:moveTo>
                  <a:pt x="1225" y="526"/>
                </a:moveTo>
                <a:lnTo>
                  <a:pt x="1186" y="526"/>
                </a:lnTo>
                <a:lnTo>
                  <a:pt x="1186" y="518"/>
                </a:lnTo>
                <a:lnTo>
                  <a:pt x="1225" y="518"/>
                </a:lnTo>
                <a:lnTo>
                  <a:pt x="1225" y="526"/>
                </a:lnTo>
                <a:moveTo>
                  <a:pt x="1162" y="526"/>
                </a:moveTo>
                <a:lnTo>
                  <a:pt x="1122" y="526"/>
                </a:lnTo>
                <a:lnTo>
                  <a:pt x="1122" y="518"/>
                </a:lnTo>
                <a:lnTo>
                  <a:pt x="1162" y="518"/>
                </a:lnTo>
                <a:lnTo>
                  <a:pt x="1162" y="526"/>
                </a:lnTo>
                <a:moveTo>
                  <a:pt x="1098" y="526"/>
                </a:moveTo>
                <a:lnTo>
                  <a:pt x="1058" y="526"/>
                </a:lnTo>
                <a:lnTo>
                  <a:pt x="1058" y="518"/>
                </a:lnTo>
                <a:lnTo>
                  <a:pt x="1098" y="518"/>
                </a:lnTo>
                <a:lnTo>
                  <a:pt x="1098" y="526"/>
                </a:lnTo>
                <a:moveTo>
                  <a:pt x="1034" y="526"/>
                </a:moveTo>
                <a:lnTo>
                  <a:pt x="994" y="526"/>
                </a:lnTo>
                <a:lnTo>
                  <a:pt x="994" y="518"/>
                </a:lnTo>
                <a:lnTo>
                  <a:pt x="1034" y="518"/>
                </a:lnTo>
                <a:lnTo>
                  <a:pt x="1034" y="526"/>
                </a:lnTo>
                <a:moveTo>
                  <a:pt x="970" y="526"/>
                </a:moveTo>
                <a:lnTo>
                  <a:pt x="930" y="526"/>
                </a:lnTo>
                <a:lnTo>
                  <a:pt x="930" y="518"/>
                </a:lnTo>
                <a:lnTo>
                  <a:pt x="970" y="518"/>
                </a:lnTo>
                <a:lnTo>
                  <a:pt x="970" y="526"/>
                </a:lnTo>
                <a:moveTo>
                  <a:pt x="906" y="526"/>
                </a:moveTo>
                <a:lnTo>
                  <a:pt x="866" y="526"/>
                </a:lnTo>
                <a:lnTo>
                  <a:pt x="866" y="518"/>
                </a:lnTo>
                <a:lnTo>
                  <a:pt x="906" y="518"/>
                </a:lnTo>
                <a:lnTo>
                  <a:pt x="906" y="526"/>
                </a:lnTo>
                <a:moveTo>
                  <a:pt x="842" y="526"/>
                </a:moveTo>
                <a:lnTo>
                  <a:pt x="802" y="526"/>
                </a:lnTo>
                <a:lnTo>
                  <a:pt x="802" y="518"/>
                </a:lnTo>
                <a:lnTo>
                  <a:pt x="842" y="518"/>
                </a:lnTo>
                <a:lnTo>
                  <a:pt x="842" y="526"/>
                </a:lnTo>
                <a:moveTo>
                  <a:pt x="778" y="526"/>
                </a:moveTo>
                <a:lnTo>
                  <a:pt x="738" y="526"/>
                </a:lnTo>
                <a:lnTo>
                  <a:pt x="738" y="518"/>
                </a:lnTo>
                <a:lnTo>
                  <a:pt x="778" y="518"/>
                </a:lnTo>
                <a:lnTo>
                  <a:pt x="778" y="526"/>
                </a:lnTo>
                <a:moveTo>
                  <a:pt x="714" y="526"/>
                </a:moveTo>
                <a:lnTo>
                  <a:pt x="674" y="526"/>
                </a:lnTo>
                <a:lnTo>
                  <a:pt x="674" y="518"/>
                </a:lnTo>
                <a:lnTo>
                  <a:pt x="714" y="518"/>
                </a:lnTo>
                <a:lnTo>
                  <a:pt x="714" y="526"/>
                </a:lnTo>
                <a:moveTo>
                  <a:pt x="650" y="526"/>
                </a:moveTo>
                <a:lnTo>
                  <a:pt x="611" y="526"/>
                </a:lnTo>
                <a:lnTo>
                  <a:pt x="611" y="518"/>
                </a:lnTo>
                <a:lnTo>
                  <a:pt x="650" y="518"/>
                </a:lnTo>
                <a:lnTo>
                  <a:pt x="650" y="526"/>
                </a:lnTo>
                <a:moveTo>
                  <a:pt x="587" y="526"/>
                </a:moveTo>
                <a:lnTo>
                  <a:pt x="547" y="526"/>
                </a:lnTo>
                <a:lnTo>
                  <a:pt x="547" y="518"/>
                </a:lnTo>
                <a:lnTo>
                  <a:pt x="587" y="518"/>
                </a:lnTo>
                <a:lnTo>
                  <a:pt x="587" y="526"/>
                </a:lnTo>
                <a:moveTo>
                  <a:pt x="523" y="526"/>
                </a:moveTo>
                <a:lnTo>
                  <a:pt x="483" y="526"/>
                </a:lnTo>
                <a:lnTo>
                  <a:pt x="483" y="518"/>
                </a:lnTo>
                <a:lnTo>
                  <a:pt x="523" y="518"/>
                </a:lnTo>
                <a:lnTo>
                  <a:pt x="523" y="526"/>
                </a:lnTo>
                <a:moveTo>
                  <a:pt x="459" y="526"/>
                </a:moveTo>
                <a:lnTo>
                  <a:pt x="419" y="526"/>
                </a:lnTo>
                <a:lnTo>
                  <a:pt x="419" y="518"/>
                </a:lnTo>
                <a:lnTo>
                  <a:pt x="459" y="518"/>
                </a:lnTo>
                <a:lnTo>
                  <a:pt x="459" y="526"/>
                </a:lnTo>
                <a:moveTo>
                  <a:pt x="395" y="526"/>
                </a:moveTo>
                <a:lnTo>
                  <a:pt x="355" y="526"/>
                </a:lnTo>
                <a:lnTo>
                  <a:pt x="355" y="518"/>
                </a:lnTo>
                <a:lnTo>
                  <a:pt x="395" y="518"/>
                </a:lnTo>
                <a:lnTo>
                  <a:pt x="395" y="526"/>
                </a:lnTo>
                <a:moveTo>
                  <a:pt x="331" y="526"/>
                </a:moveTo>
                <a:lnTo>
                  <a:pt x="291" y="526"/>
                </a:lnTo>
                <a:lnTo>
                  <a:pt x="291" y="518"/>
                </a:lnTo>
                <a:lnTo>
                  <a:pt x="331" y="518"/>
                </a:lnTo>
                <a:lnTo>
                  <a:pt x="331" y="526"/>
                </a:lnTo>
                <a:moveTo>
                  <a:pt x="267" y="526"/>
                </a:moveTo>
                <a:lnTo>
                  <a:pt x="227" y="526"/>
                </a:lnTo>
                <a:lnTo>
                  <a:pt x="227" y="518"/>
                </a:lnTo>
                <a:lnTo>
                  <a:pt x="267" y="518"/>
                </a:lnTo>
                <a:lnTo>
                  <a:pt x="267" y="526"/>
                </a:lnTo>
                <a:moveTo>
                  <a:pt x="203" y="526"/>
                </a:moveTo>
                <a:lnTo>
                  <a:pt x="163" y="526"/>
                </a:lnTo>
                <a:lnTo>
                  <a:pt x="163" y="518"/>
                </a:lnTo>
                <a:lnTo>
                  <a:pt x="203" y="518"/>
                </a:lnTo>
                <a:lnTo>
                  <a:pt x="203" y="526"/>
                </a:lnTo>
                <a:moveTo>
                  <a:pt x="139" y="526"/>
                </a:moveTo>
                <a:lnTo>
                  <a:pt x="99" y="526"/>
                </a:lnTo>
                <a:lnTo>
                  <a:pt x="99" y="518"/>
                </a:lnTo>
                <a:lnTo>
                  <a:pt x="139" y="518"/>
                </a:lnTo>
                <a:lnTo>
                  <a:pt x="139" y="526"/>
                </a:lnTo>
                <a:moveTo>
                  <a:pt x="75" y="526"/>
                </a:moveTo>
                <a:lnTo>
                  <a:pt x="36" y="526"/>
                </a:lnTo>
                <a:lnTo>
                  <a:pt x="36" y="518"/>
                </a:lnTo>
                <a:lnTo>
                  <a:pt x="75" y="518"/>
                </a:lnTo>
                <a:lnTo>
                  <a:pt x="75" y="526"/>
                </a:lnTo>
                <a:moveTo>
                  <a:pt x="12" y="526"/>
                </a:moveTo>
                <a:lnTo>
                  <a:pt x="0" y="526"/>
                </a:lnTo>
                <a:lnTo>
                  <a:pt x="0" y="491"/>
                </a:lnTo>
                <a:lnTo>
                  <a:pt x="8" y="491"/>
                </a:lnTo>
                <a:lnTo>
                  <a:pt x="8" y="522"/>
                </a:lnTo>
                <a:lnTo>
                  <a:pt x="4" y="522"/>
                </a:lnTo>
                <a:lnTo>
                  <a:pt x="4" y="518"/>
                </a:lnTo>
                <a:lnTo>
                  <a:pt x="12" y="518"/>
                </a:lnTo>
                <a:lnTo>
                  <a:pt x="12" y="526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3"/>
                </a:lnTo>
                <a:lnTo>
                  <a:pt x="8" y="363"/>
                </a:lnTo>
                <a:lnTo>
                  <a:pt x="8" y="403"/>
                </a:lnTo>
                <a:lnTo>
                  <a:pt x="0" y="403"/>
                </a:lnTo>
                <a:moveTo>
                  <a:pt x="0" y="339"/>
                </a:moveTo>
                <a:lnTo>
                  <a:pt x="0" y="300"/>
                </a:lnTo>
                <a:lnTo>
                  <a:pt x="8" y="300"/>
                </a:lnTo>
                <a:lnTo>
                  <a:pt x="8" y="339"/>
                </a:lnTo>
                <a:lnTo>
                  <a:pt x="0" y="339"/>
                </a:lnTo>
                <a:moveTo>
                  <a:pt x="0" y="276"/>
                </a:moveTo>
                <a:lnTo>
                  <a:pt x="0" y="236"/>
                </a:lnTo>
                <a:lnTo>
                  <a:pt x="8" y="236"/>
                </a:lnTo>
                <a:lnTo>
                  <a:pt x="8" y="276"/>
                </a:lnTo>
                <a:lnTo>
                  <a:pt x="0" y="276"/>
                </a:lnTo>
                <a:moveTo>
                  <a:pt x="0" y="212"/>
                </a:moveTo>
                <a:lnTo>
                  <a:pt x="0" y="172"/>
                </a:lnTo>
                <a:lnTo>
                  <a:pt x="8" y="172"/>
                </a:lnTo>
                <a:lnTo>
                  <a:pt x="8" y="212"/>
                </a:lnTo>
                <a:lnTo>
                  <a:pt x="0" y="212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5"/>
                </a:moveTo>
                <a:lnTo>
                  <a:pt x="0" y="45"/>
                </a:lnTo>
                <a:lnTo>
                  <a:pt x="8" y="45"/>
                </a:lnTo>
                <a:lnTo>
                  <a:pt x="8" y="85"/>
                </a:lnTo>
                <a:lnTo>
                  <a:pt x="0" y="85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5065200" y="38847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5065200" y="3894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375000" y="3681360"/>
            <a:ext cx="5601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3334680" y="3881520"/>
            <a:ext cx="5310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3334680" y="3927960"/>
            <a:ext cx="8708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305880" y="4128120"/>
            <a:ext cx="1196280" cy="186840"/>
          </a:xfrm>
          <a:custGeom>
            <a:avLst/>
            <a:gdLst/>
            <a:ahLst/>
            <a:rect l="0" t="0" r="r" b="b"/>
            <a:pathLst>
              <a:path w="3323" h="519">
                <a:moveTo>
                  <a:pt x="0" y="0"/>
                </a:moveTo>
                <a:lnTo>
                  <a:pt x="3323" y="0"/>
                </a:lnTo>
                <a:lnTo>
                  <a:pt x="3323" y="519"/>
                </a:lnTo>
                <a:lnTo>
                  <a:pt x="0" y="51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304440" y="4126680"/>
            <a:ext cx="1199160" cy="189720"/>
          </a:xfrm>
          <a:custGeom>
            <a:avLst/>
            <a:gdLst/>
            <a:ahLst/>
            <a:rect l="0" t="0" r="r" b="b"/>
            <a:pathLst>
              <a:path w="3331" h="527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31" y="4"/>
                </a:moveTo>
                <a:lnTo>
                  <a:pt x="3331" y="44"/>
                </a:lnTo>
                <a:lnTo>
                  <a:pt x="3323" y="44"/>
                </a:lnTo>
                <a:lnTo>
                  <a:pt x="3323" y="4"/>
                </a:lnTo>
                <a:lnTo>
                  <a:pt x="3331" y="4"/>
                </a:lnTo>
                <a:moveTo>
                  <a:pt x="3331" y="68"/>
                </a:moveTo>
                <a:lnTo>
                  <a:pt x="3331" y="108"/>
                </a:lnTo>
                <a:lnTo>
                  <a:pt x="3323" y="108"/>
                </a:lnTo>
                <a:lnTo>
                  <a:pt x="3323" y="68"/>
                </a:lnTo>
                <a:lnTo>
                  <a:pt x="3331" y="68"/>
                </a:lnTo>
                <a:moveTo>
                  <a:pt x="3331" y="132"/>
                </a:moveTo>
                <a:lnTo>
                  <a:pt x="3331" y="172"/>
                </a:lnTo>
                <a:lnTo>
                  <a:pt x="3323" y="172"/>
                </a:lnTo>
                <a:lnTo>
                  <a:pt x="3323" y="132"/>
                </a:lnTo>
                <a:lnTo>
                  <a:pt x="3331" y="132"/>
                </a:lnTo>
                <a:moveTo>
                  <a:pt x="3331" y="195"/>
                </a:moveTo>
                <a:lnTo>
                  <a:pt x="3331" y="235"/>
                </a:lnTo>
                <a:lnTo>
                  <a:pt x="3323" y="235"/>
                </a:lnTo>
                <a:lnTo>
                  <a:pt x="3323" y="195"/>
                </a:lnTo>
                <a:lnTo>
                  <a:pt x="3331" y="195"/>
                </a:lnTo>
                <a:moveTo>
                  <a:pt x="3331" y="259"/>
                </a:moveTo>
                <a:lnTo>
                  <a:pt x="3331" y="299"/>
                </a:lnTo>
                <a:lnTo>
                  <a:pt x="3323" y="299"/>
                </a:lnTo>
                <a:lnTo>
                  <a:pt x="3323" y="259"/>
                </a:lnTo>
                <a:lnTo>
                  <a:pt x="3331" y="259"/>
                </a:lnTo>
                <a:moveTo>
                  <a:pt x="3331" y="323"/>
                </a:moveTo>
                <a:lnTo>
                  <a:pt x="3331" y="364"/>
                </a:lnTo>
                <a:lnTo>
                  <a:pt x="3323" y="364"/>
                </a:lnTo>
                <a:lnTo>
                  <a:pt x="3323" y="323"/>
                </a:lnTo>
                <a:lnTo>
                  <a:pt x="3331" y="323"/>
                </a:lnTo>
                <a:moveTo>
                  <a:pt x="3331" y="387"/>
                </a:moveTo>
                <a:lnTo>
                  <a:pt x="3331" y="427"/>
                </a:lnTo>
                <a:lnTo>
                  <a:pt x="3323" y="427"/>
                </a:lnTo>
                <a:lnTo>
                  <a:pt x="3323" y="387"/>
                </a:lnTo>
                <a:lnTo>
                  <a:pt x="3331" y="387"/>
                </a:lnTo>
                <a:moveTo>
                  <a:pt x="3331" y="451"/>
                </a:moveTo>
                <a:lnTo>
                  <a:pt x="3331" y="491"/>
                </a:lnTo>
                <a:lnTo>
                  <a:pt x="3323" y="491"/>
                </a:lnTo>
                <a:lnTo>
                  <a:pt x="3323" y="451"/>
                </a:lnTo>
                <a:lnTo>
                  <a:pt x="3331" y="451"/>
                </a:lnTo>
                <a:moveTo>
                  <a:pt x="3331" y="515"/>
                </a:moveTo>
                <a:lnTo>
                  <a:pt x="3331" y="527"/>
                </a:lnTo>
                <a:lnTo>
                  <a:pt x="3295" y="527"/>
                </a:lnTo>
                <a:lnTo>
                  <a:pt x="3295" y="519"/>
                </a:lnTo>
                <a:lnTo>
                  <a:pt x="3327" y="519"/>
                </a:lnTo>
                <a:lnTo>
                  <a:pt x="3327" y="523"/>
                </a:lnTo>
                <a:lnTo>
                  <a:pt x="3323" y="523"/>
                </a:lnTo>
                <a:lnTo>
                  <a:pt x="3323" y="515"/>
                </a:lnTo>
                <a:lnTo>
                  <a:pt x="3331" y="515"/>
                </a:lnTo>
                <a:moveTo>
                  <a:pt x="3271" y="527"/>
                </a:moveTo>
                <a:lnTo>
                  <a:pt x="3231" y="527"/>
                </a:lnTo>
                <a:lnTo>
                  <a:pt x="3231" y="519"/>
                </a:lnTo>
                <a:lnTo>
                  <a:pt x="3271" y="519"/>
                </a:lnTo>
                <a:lnTo>
                  <a:pt x="3271" y="527"/>
                </a:lnTo>
                <a:moveTo>
                  <a:pt x="3207" y="527"/>
                </a:moveTo>
                <a:lnTo>
                  <a:pt x="3167" y="527"/>
                </a:lnTo>
                <a:lnTo>
                  <a:pt x="3167" y="519"/>
                </a:lnTo>
                <a:lnTo>
                  <a:pt x="3207" y="519"/>
                </a:lnTo>
                <a:lnTo>
                  <a:pt x="3207" y="527"/>
                </a:lnTo>
                <a:moveTo>
                  <a:pt x="3143" y="527"/>
                </a:moveTo>
                <a:lnTo>
                  <a:pt x="3103" y="527"/>
                </a:lnTo>
                <a:lnTo>
                  <a:pt x="3103" y="519"/>
                </a:lnTo>
                <a:lnTo>
                  <a:pt x="3143" y="519"/>
                </a:lnTo>
                <a:lnTo>
                  <a:pt x="3143" y="527"/>
                </a:lnTo>
                <a:moveTo>
                  <a:pt x="3079" y="527"/>
                </a:moveTo>
                <a:lnTo>
                  <a:pt x="3039" y="527"/>
                </a:lnTo>
                <a:lnTo>
                  <a:pt x="3039" y="519"/>
                </a:lnTo>
                <a:lnTo>
                  <a:pt x="3079" y="519"/>
                </a:lnTo>
                <a:lnTo>
                  <a:pt x="3079" y="527"/>
                </a:lnTo>
                <a:moveTo>
                  <a:pt x="3015" y="527"/>
                </a:moveTo>
                <a:lnTo>
                  <a:pt x="2975" y="527"/>
                </a:lnTo>
                <a:lnTo>
                  <a:pt x="2975" y="519"/>
                </a:lnTo>
                <a:lnTo>
                  <a:pt x="3015" y="519"/>
                </a:lnTo>
                <a:lnTo>
                  <a:pt x="3015" y="527"/>
                </a:lnTo>
                <a:moveTo>
                  <a:pt x="2952" y="527"/>
                </a:moveTo>
                <a:lnTo>
                  <a:pt x="2912" y="527"/>
                </a:lnTo>
                <a:lnTo>
                  <a:pt x="2912" y="519"/>
                </a:lnTo>
                <a:lnTo>
                  <a:pt x="2952" y="519"/>
                </a:lnTo>
                <a:lnTo>
                  <a:pt x="2952" y="527"/>
                </a:lnTo>
                <a:moveTo>
                  <a:pt x="2888" y="527"/>
                </a:moveTo>
                <a:lnTo>
                  <a:pt x="2848" y="527"/>
                </a:lnTo>
                <a:lnTo>
                  <a:pt x="2848" y="519"/>
                </a:lnTo>
                <a:lnTo>
                  <a:pt x="2888" y="519"/>
                </a:lnTo>
                <a:lnTo>
                  <a:pt x="2888" y="527"/>
                </a:lnTo>
                <a:moveTo>
                  <a:pt x="2824" y="527"/>
                </a:moveTo>
                <a:lnTo>
                  <a:pt x="2784" y="527"/>
                </a:lnTo>
                <a:lnTo>
                  <a:pt x="2784" y="519"/>
                </a:lnTo>
                <a:lnTo>
                  <a:pt x="2824" y="519"/>
                </a:lnTo>
                <a:lnTo>
                  <a:pt x="2824" y="527"/>
                </a:lnTo>
                <a:moveTo>
                  <a:pt x="2760" y="527"/>
                </a:moveTo>
                <a:lnTo>
                  <a:pt x="2720" y="527"/>
                </a:lnTo>
                <a:lnTo>
                  <a:pt x="2720" y="519"/>
                </a:lnTo>
                <a:lnTo>
                  <a:pt x="2760" y="519"/>
                </a:lnTo>
                <a:lnTo>
                  <a:pt x="2760" y="527"/>
                </a:lnTo>
                <a:moveTo>
                  <a:pt x="2696" y="527"/>
                </a:moveTo>
                <a:lnTo>
                  <a:pt x="2656" y="527"/>
                </a:lnTo>
                <a:lnTo>
                  <a:pt x="2656" y="519"/>
                </a:lnTo>
                <a:lnTo>
                  <a:pt x="2696" y="519"/>
                </a:lnTo>
                <a:lnTo>
                  <a:pt x="2696" y="527"/>
                </a:lnTo>
                <a:moveTo>
                  <a:pt x="2632" y="527"/>
                </a:moveTo>
                <a:lnTo>
                  <a:pt x="2592" y="527"/>
                </a:lnTo>
                <a:lnTo>
                  <a:pt x="2592" y="519"/>
                </a:lnTo>
                <a:lnTo>
                  <a:pt x="2632" y="519"/>
                </a:lnTo>
                <a:lnTo>
                  <a:pt x="2632" y="527"/>
                </a:lnTo>
                <a:moveTo>
                  <a:pt x="2568" y="527"/>
                </a:moveTo>
                <a:lnTo>
                  <a:pt x="2528" y="527"/>
                </a:lnTo>
                <a:lnTo>
                  <a:pt x="2528" y="519"/>
                </a:lnTo>
                <a:lnTo>
                  <a:pt x="2568" y="519"/>
                </a:lnTo>
                <a:lnTo>
                  <a:pt x="2568" y="527"/>
                </a:lnTo>
                <a:moveTo>
                  <a:pt x="2504" y="527"/>
                </a:moveTo>
                <a:lnTo>
                  <a:pt x="2463" y="527"/>
                </a:lnTo>
                <a:lnTo>
                  <a:pt x="2463" y="519"/>
                </a:lnTo>
                <a:lnTo>
                  <a:pt x="2504" y="519"/>
                </a:lnTo>
                <a:lnTo>
                  <a:pt x="2504" y="527"/>
                </a:lnTo>
                <a:moveTo>
                  <a:pt x="2439" y="527"/>
                </a:moveTo>
                <a:lnTo>
                  <a:pt x="2399" y="527"/>
                </a:lnTo>
                <a:lnTo>
                  <a:pt x="2399" y="519"/>
                </a:lnTo>
                <a:lnTo>
                  <a:pt x="2439" y="519"/>
                </a:lnTo>
                <a:lnTo>
                  <a:pt x="2439" y="527"/>
                </a:lnTo>
                <a:moveTo>
                  <a:pt x="2375" y="527"/>
                </a:moveTo>
                <a:lnTo>
                  <a:pt x="2336" y="527"/>
                </a:lnTo>
                <a:lnTo>
                  <a:pt x="2336" y="519"/>
                </a:lnTo>
                <a:lnTo>
                  <a:pt x="2375" y="519"/>
                </a:lnTo>
                <a:lnTo>
                  <a:pt x="2375" y="527"/>
                </a:lnTo>
                <a:moveTo>
                  <a:pt x="2312" y="527"/>
                </a:moveTo>
                <a:lnTo>
                  <a:pt x="2272" y="527"/>
                </a:lnTo>
                <a:lnTo>
                  <a:pt x="2272" y="519"/>
                </a:lnTo>
                <a:lnTo>
                  <a:pt x="2312" y="519"/>
                </a:lnTo>
                <a:lnTo>
                  <a:pt x="2312" y="527"/>
                </a:lnTo>
                <a:moveTo>
                  <a:pt x="2248" y="527"/>
                </a:moveTo>
                <a:lnTo>
                  <a:pt x="2208" y="527"/>
                </a:lnTo>
                <a:lnTo>
                  <a:pt x="2208" y="519"/>
                </a:lnTo>
                <a:lnTo>
                  <a:pt x="2248" y="519"/>
                </a:lnTo>
                <a:lnTo>
                  <a:pt x="2248" y="527"/>
                </a:lnTo>
                <a:moveTo>
                  <a:pt x="2184" y="527"/>
                </a:moveTo>
                <a:lnTo>
                  <a:pt x="2144" y="527"/>
                </a:lnTo>
                <a:lnTo>
                  <a:pt x="2144" y="519"/>
                </a:lnTo>
                <a:lnTo>
                  <a:pt x="2184" y="519"/>
                </a:lnTo>
                <a:lnTo>
                  <a:pt x="2184" y="527"/>
                </a:lnTo>
                <a:moveTo>
                  <a:pt x="2120" y="527"/>
                </a:moveTo>
                <a:lnTo>
                  <a:pt x="2080" y="527"/>
                </a:lnTo>
                <a:lnTo>
                  <a:pt x="2080" y="519"/>
                </a:lnTo>
                <a:lnTo>
                  <a:pt x="2120" y="519"/>
                </a:lnTo>
                <a:lnTo>
                  <a:pt x="2120" y="527"/>
                </a:lnTo>
                <a:moveTo>
                  <a:pt x="2056" y="527"/>
                </a:moveTo>
                <a:lnTo>
                  <a:pt x="2016" y="527"/>
                </a:lnTo>
                <a:lnTo>
                  <a:pt x="2016" y="519"/>
                </a:lnTo>
                <a:lnTo>
                  <a:pt x="2056" y="519"/>
                </a:lnTo>
                <a:lnTo>
                  <a:pt x="2056" y="527"/>
                </a:lnTo>
                <a:moveTo>
                  <a:pt x="1992" y="527"/>
                </a:moveTo>
                <a:lnTo>
                  <a:pt x="1952" y="527"/>
                </a:lnTo>
                <a:lnTo>
                  <a:pt x="1952" y="519"/>
                </a:lnTo>
                <a:lnTo>
                  <a:pt x="1992" y="519"/>
                </a:lnTo>
                <a:lnTo>
                  <a:pt x="1992" y="527"/>
                </a:lnTo>
                <a:moveTo>
                  <a:pt x="1928" y="527"/>
                </a:moveTo>
                <a:lnTo>
                  <a:pt x="1888" y="527"/>
                </a:lnTo>
                <a:lnTo>
                  <a:pt x="1888" y="519"/>
                </a:lnTo>
                <a:lnTo>
                  <a:pt x="1928" y="519"/>
                </a:lnTo>
                <a:lnTo>
                  <a:pt x="1928" y="527"/>
                </a:lnTo>
                <a:moveTo>
                  <a:pt x="1864" y="527"/>
                </a:moveTo>
                <a:lnTo>
                  <a:pt x="1824" y="527"/>
                </a:lnTo>
                <a:lnTo>
                  <a:pt x="1824" y="519"/>
                </a:lnTo>
                <a:lnTo>
                  <a:pt x="1864" y="519"/>
                </a:lnTo>
                <a:lnTo>
                  <a:pt x="1864" y="527"/>
                </a:lnTo>
                <a:moveTo>
                  <a:pt x="1800" y="527"/>
                </a:moveTo>
                <a:lnTo>
                  <a:pt x="1761" y="527"/>
                </a:lnTo>
                <a:lnTo>
                  <a:pt x="1761" y="519"/>
                </a:lnTo>
                <a:lnTo>
                  <a:pt x="1800" y="519"/>
                </a:lnTo>
                <a:lnTo>
                  <a:pt x="1800" y="527"/>
                </a:lnTo>
                <a:moveTo>
                  <a:pt x="1737" y="527"/>
                </a:moveTo>
                <a:lnTo>
                  <a:pt x="1697" y="527"/>
                </a:lnTo>
                <a:lnTo>
                  <a:pt x="1697" y="519"/>
                </a:lnTo>
                <a:lnTo>
                  <a:pt x="1737" y="519"/>
                </a:lnTo>
                <a:lnTo>
                  <a:pt x="1737" y="527"/>
                </a:lnTo>
                <a:moveTo>
                  <a:pt x="1673" y="527"/>
                </a:moveTo>
                <a:lnTo>
                  <a:pt x="1633" y="527"/>
                </a:lnTo>
                <a:lnTo>
                  <a:pt x="1633" y="519"/>
                </a:lnTo>
                <a:lnTo>
                  <a:pt x="1673" y="519"/>
                </a:lnTo>
                <a:lnTo>
                  <a:pt x="1673" y="527"/>
                </a:lnTo>
                <a:moveTo>
                  <a:pt x="1609" y="527"/>
                </a:moveTo>
                <a:lnTo>
                  <a:pt x="1569" y="527"/>
                </a:lnTo>
                <a:lnTo>
                  <a:pt x="1569" y="519"/>
                </a:lnTo>
                <a:lnTo>
                  <a:pt x="1609" y="519"/>
                </a:lnTo>
                <a:lnTo>
                  <a:pt x="1609" y="527"/>
                </a:lnTo>
                <a:moveTo>
                  <a:pt x="1545" y="527"/>
                </a:moveTo>
                <a:lnTo>
                  <a:pt x="1505" y="527"/>
                </a:lnTo>
                <a:lnTo>
                  <a:pt x="1505" y="519"/>
                </a:lnTo>
                <a:lnTo>
                  <a:pt x="1545" y="519"/>
                </a:lnTo>
                <a:lnTo>
                  <a:pt x="1545" y="527"/>
                </a:lnTo>
                <a:moveTo>
                  <a:pt x="1481" y="527"/>
                </a:moveTo>
                <a:lnTo>
                  <a:pt x="1441" y="527"/>
                </a:lnTo>
                <a:lnTo>
                  <a:pt x="1441" y="519"/>
                </a:lnTo>
                <a:lnTo>
                  <a:pt x="1481" y="519"/>
                </a:lnTo>
                <a:lnTo>
                  <a:pt x="1481" y="527"/>
                </a:lnTo>
                <a:moveTo>
                  <a:pt x="1417" y="527"/>
                </a:moveTo>
                <a:lnTo>
                  <a:pt x="1377" y="527"/>
                </a:lnTo>
                <a:lnTo>
                  <a:pt x="1377" y="519"/>
                </a:lnTo>
                <a:lnTo>
                  <a:pt x="1417" y="519"/>
                </a:lnTo>
                <a:lnTo>
                  <a:pt x="1417" y="527"/>
                </a:lnTo>
                <a:moveTo>
                  <a:pt x="1353" y="527"/>
                </a:moveTo>
                <a:lnTo>
                  <a:pt x="1313" y="527"/>
                </a:lnTo>
                <a:lnTo>
                  <a:pt x="1313" y="519"/>
                </a:lnTo>
                <a:lnTo>
                  <a:pt x="1353" y="519"/>
                </a:lnTo>
                <a:lnTo>
                  <a:pt x="1353" y="527"/>
                </a:lnTo>
                <a:moveTo>
                  <a:pt x="1289" y="527"/>
                </a:moveTo>
                <a:lnTo>
                  <a:pt x="1249" y="527"/>
                </a:lnTo>
                <a:lnTo>
                  <a:pt x="1249" y="519"/>
                </a:lnTo>
                <a:lnTo>
                  <a:pt x="1289" y="519"/>
                </a:lnTo>
                <a:lnTo>
                  <a:pt x="1289" y="527"/>
                </a:lnTo>
                <a:moveTo>
                  <a:pt x="1225" y="527"/>
                </a:moveTo>
                <a:lnTo>
                  <a:pt x="1186" y="527"/>
                </a:lnTo>
                <a:lnTo>
                  <a:pt x="1186" y="519"/>
                </a:lnTo>
                <a:lnTo>
                  <a:pt x="1225" y="519"/>
                </a:lnTo>
                <a:lnTo>
                  <a:pt x="1225" y="527"/>
                </a:lnTo>
                <a:moveTo>
                  <a:pt x="1162" y="527"/>
                </a:moveTo>
                <a:lnTo>
                  <a:pt x="1122" y="527"/>
                </a:lnTo>
                <a:lnTo>
                  <a:pt x="1122" y="519"/>
                </a:lnTo>
                <a:lnTo>
                  <a:pt x="1162" y="519"/>
                </a:lnTo>
                <a:lnTo>
                  <a:pt x="1162" y="527"/>
                </a:lnTo>
                <a:moveTo>
                  <a:pt x="1098" y="527"/>
                </a:moveTo>
                <a:lnTo>
                  <a:pt x="1058" y="527"/>
                </a:lnTo>
                <a:lnTo>
                  <a:pt x="1058" y="519"/>
                </a:lnTo>
                <a:lnTo>
                  <a:pt x="1098" y="519"/>
                </a:lnTo>
                <a:lnTo>
                  <a:pt x="1098" y="527"/>
                </a:lnTo>
                <a:moveTo>
                  <a:pt x="1034" y="527"/>
                </a:moveTo>
                <a:lnTo>
                  <a:pt x="994" y="527"/>
                </a:lnTo>
                <a:lnTo>
                  <a:pt x="994" y="519"/>
                </a:lnTo>
                <a:lnTo>
                  <a:pt x="1034" y="519"/>
                </a:lnTo>
                <a:lnTo>
                  <a:pt x="1034" y="527"/>
                </a:lnTo>
                <a:moveTo>
                  <a:pt x="970" y="527"/>
                </a:moveTo>
                <a:lnTo>
                  <a:pt x="930" y="527"/>
                </a:lnTo>
                <a:lnTo>
                  <a:pt x="930" y="519"/>
                </a:lnTo>
                <a:lnTo>
                  <a:pt x="970" y="519"/>
                </a:lnTo>
                <a:lnTo>
                  <a:pt x="970" y="527"/>
                </a:lnTo>
                <a:moveTo>
                  <a:pt x="906" y="527"/>
                </a:moveTo>
                <a:lnTo>
                  <a:pt x="866" y="527"/>
                </a:lnTo>
                <a:lnTo>
                  <a:pt x="866" y="519"/>
                </a:lnTo>
                <a:lnTo>
                  <a:pt x="906" y="519"/>
                </a:lnTo>
                <a:lnTo>
                  <a:pt x="906" y="527"/>
                </a:lnTo>
                <a:moveTo>
                  <a:pt x="842" y="527"/>
                </a:moveTo>
                <a:lnTo>
                  <a:pt x="802" y="527"/>
                </a:lnTo>
                <a:lnTo>
                  <a:pt x="802" y="519"/>
                </a:lnTo>
                <a:lnTo>
                  <a:pt x="842" y="519"/>
                </a:lnTo>
                <a:lnTo>
                  <a:pt x="842" y="527"/>
                </a:lnTo>
                <a:moveTo>
                  <a:pt x="778" y="527"/>
                </a:moveTo>
                <a:lnTo>
                  <a:pt x="738" y="527"/>
                </a:lnTo>
                <a:lnTo>
                  <a:pt x="738" y="519"/>
                </a:lnTo>
                <a:lnTo>
                  <a:pt x="778" y="519"/>
                </a:lnTo>
                <a:lnTo>
                  <a:pt x="778" y="527"/>
                </a:lnTo>
                <a:moveTo>
                  <a:pt x="714" y="527"/>
                </a:moveTo>
                <a:lnTo>
                  <a:pt x="674" y="527"/>
                </a:lnTo>
                <a:lnTo>
                  <a:pt x="674" y="519"/>
                </a:lnTo>
                <a:lnTo>
                  <a:pt x="714" y="519"/>
                </a:lnTo>
                <a:lnTo>
                  <a:pt x="714" y="527"/>
                </a:lnTo>
                <a:moveTo>
                  <a:pt x="650" y="527"/>
                </a:moveTo>
                <a:lnTo>
                  <a:pt x="611" y="527"/>
                </a:lnTo>
                <a:lnTo>
                  <a:pt x="611" y="519"/>
                </a:lnTo>
                <a:lnTo>
                  <a:pt x="650" y="519"/>
                </a:lnTo>
                <a:lnTo>
                  <a:pt x="650" y="527"/>
                </a:lnTo>
                <a:moveTo>
                  <a:pt x="587" y="527"/>
                </a:moveTo>
                <a:lnTo>
                  <a:pt x="547" y="527"/>
                </a:lnTo>
                <a:lnTo>
                  <a:pt x="547" y="519"/>
                </a:lnTo>
                <a:lnTo>
                  <a:pt x="587" y="519"/>
                </a:lnTo>
                <a:lnTo>
                  <a:pt x="587" y="527"/>
                </a:lnTo>
                <a:moveTo>
                  <a:pt x="523" y="527"/>
                </a:moveTo>
                <a:lnTo>
                  <a:pt x="483" y="527"/>
                </a:lnTo>
                <a:lnTo>
                  <a:pt x="483" y="519"/>
                </a:lnTo>
                <a:lnTo>
                  <a:pt x="523" y="519"/>
                </a:lnTo>
                <a:lnTo>
                  <a:pt x="523" y="527"/>
                </a:lnTo>
                <a:moveTo>
                  <a:pt x="459" y="527"/>
                </a:moveTo>
                <a:lnTo>
                  <a:pt x="419" y="527"/>
                </a:lnTo>
                <a:lnTo>
                  <a:pt x="419" y="519"/>
                </a:lnTo>
                <a:lnTo>
                  <a:pt x="459" y="519"/>
                </a:lnTo>
                <a:lnTo>
                  <a:pt x="459" y="527"/>
                </a:lnTo>
                <a:moveTo>
                  <a:pt x="395" y="527"/>
                </a:moveTo>
                <a:lnTo>
                  <a:pt x="355" y="527"/>
                </a:lnTo>
                <a:lnTo>
                  <a:pt x="355" y="519"/>
                </a:lnTo>
                <a:lnTo>
                  <a:pt x="395" y="519"/>
                </a:lnTo>
                <a:lnTo>
                  <a:pt x="395" y="527"/>
                </a:lnTo>
                <a:moveTo>
                  <a:pt x="331" y="527"/>
                </a:moveTo>
                <a:lnTo>
                  <a:pt x="291" y="527"/>
                </a:lnTo>
                <a:lnTo>
                  <a:pt x="291" y="519"/>
                </a:lnTo>
                <a:lnTo>
                  <a:pt x="331" y="519"/>
                </a:lnTo>
                <a:lnTo>
                  <a:pt x="331" y="527"/>
                </a:lnTo>
                <a:moveTo>
                  <a:pt x="267" y="527"/>
                </a:moveTo>
                <a:lnTo>
                  <a:pt x="227" y="527"/>
                </a:lnTo>
                <a:lnTo>
                  <a:pt x="227" y="519"/>
                </a:lnTo>
                <a:lnTo>
                  <a:pt x="267" y="519"/>
                </a:lnTo>
                <a:lnTo>
                  <a:pt x="267" y="527"/>
                </a:lnTo>
                <a:moveTo>
                  <a:pt x="203" y="527"/>
                </a:moveTo>
                <a:lnTo>
                  <a:pt x="163" y="527"/>
                </a:lnTo>
                <a:lnTo>
                  <a:pt x="163" y="519"/>
                </a:lnTo>
                <a:lnTo>
                  <a:pt x="203" y="519"/>
                </a:lnTo>
                <a:lnTo>
                  <a:pt x="203" y="527"/>
                </a:lnTo>
                <a:moveTo>
                  <a:pt x="139" y="527"/>
                </a:moveTo>
                <a:lnTo>
                  <a:pt x="99" y="527"/>
                </a:lnTo>
                <a:lnTo>
                  <a:pt x="99" y="519"/>
                </a:lnTo>
                <a:lnTo>
                  <a:pt x="139" y="519"/>
                </a:lnTo>
                <a:lnTo>
                  <a:pt x="139" y="527"/>
                </a:lnTo>
                <a:moveTo>
                  <a:pt x="75" y="527"/>
                </a:moveTo>
                <a:lnTo>
                  <a:pt x="36" y="527"/>
                </a:lnTo>
                <a:lnTo>
                  <a:pt x="36" y="519"/>
                </a:lnTo>
                <a:lnTo>
                  <a:pt x="75" y="519"/>
                </a:lnTo>
                <a:lnTo>
                  <a:pt x="75" y="527"/>
                </a:lnTo>
                <a:moveTo>
                  <a:pt x="12" y="527"/>
                </a:moveTo>
                <a:lnTo>
                  <a:pt x="0" y="527"/>
                </a:lnTo>
                <a:lnTo>
                  <a:pt x="0" y="491"/>
                </a:lnTo>
                <a:lnTo>
                  <a:pt x="8" y="491"/>
                </a:lnTo>
                <a:lnTo>
                  <a:pt x="8" y="523"/>
                </a:lnTo>
                <a:lnTo>
                  <a:pt x="4" y="523"/>
                </a:lnTo>
                <a:lnTo>
                  <a:pt x="4" y="519"/>
                </a:lnTo>
                <a:lnTo>
                  <a:pt x="12" y="519"/>
                </a:lnTo>
                <a:lnTo>
                  <a:pt x="12" y="527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4"/>
                </a:lnTo>
                <a:lnTo>
                  <a:pt x="8" y="364"/>
                </a:lnTo>
                <a:lnTo>
                  <a:pt x="8" y="403"/>
                </a:lnTo>
                <a:lnTo>
                  <a:pt x="0" y="403"/>
                </a:lnTo>
                <a:moveTo>
                  <a:pt x="0" y="339"/>
                </a:moveTo>
                <a:lnTo>
                  <a:pt x="0" y="299"/>
                </a:lnTo>
                <a:lnTo>
                  <a:pt x="8" y="299"/>
                </a:lnTo>
                <a:lnTo>
                  <a:pt x="8" y="339"/>
                </a:lnTo>
                <a:lnTo>
                  <a:pt x="0" y="339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2"/>
                </a:lnTo>
                <a:lnTo>
                  <a:pt x="8" y="172"/>
                </a:lnTo>
                <a:lnTo>
                  <a:pt x="8" y="211"/>
                </a:lnTo>
                <a:lnTo>
                  <a:pt x="0" y="211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444200" y="41511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4444200" y="41612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3334680" y="3981960"/>
            <a:ext cx="1387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334680" y="4147920"/>
            <a:ext cx="872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3334680" y="4194360"/>
            <a:ext cx="4701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3305880" y="4394880"/>
            <a:ext cx="1817280" cy="335520"/>
          </a:xfrm>
          <a:custGeom>
            <a:avLst/>
            <a:gdLst/>
            <a:ahLst/>
            <a:rect l="0" t="0" r="r" b="b"/>
            <a:pathLst>
              <a:path w="5048" h="932">
                <a:moveTo>
                  <a:pt x="0" y="0"/>
                </a:moveTo>
                <a:lnTo>
                  <a:pt x="5048" y="0"/>
                </a:lnTo>
                <a:lnTo>
                  <a:pt x="5048" y="932"/>
                </a:lnTo>
                <a:lnTo>
                  <a:pt x="0" y="93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3304440" y="4393440"/>
            <a:ext cx="1820160" cy="338400"/>
          </a:xfrm>
          <a:custGeom>
            <a:avLst/>
            <a:gdLst/>
            <a:ahLst/>
            <a:rect l="0" t="0" r="r" b="b"/>
            <a:pathLst>
              <a:path w="5056" h="940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5" y="0"/>
                </a:lnTo>
                <a:lnTo>
                  <a:pt x="3495" y="8"/>
                </a:lnTo>
                <a:lnTo>
                  <a:pt x="3454" y="8"/>
                </a:lnTo>
                <a:lnTo>
                  <a:pt x="3454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6" y="4"/>
                </a:moveTo>
                <a:lnTo>
                  <a:pt x="5056" y="44"/>
                </a:lnTo>
                <a:lnTo>
                  <a:pt x="5048" y="44"/>
                </a:lnTo>
                <a:lnTo>
                  <a:pt x="5048" y="4"/>
                </a:lnTo>
                <a:lnTo>
                  <a:pt x="5056" y="4"/>
                </a:lnTo>
                <a:moveTo>
                  <a:pt x="5056" y="67"/>
                </a:moveTo>
                <a:lnTo>
                  <a:pt x="5056" y="107"/>
                </a:lnTo>
                <a:lnTo>
                  <a:pt x="5048" y="107"/>
                </a:lnTo>
                <a:lnTo>
                  <a:pt x="5048" y="67"/>
                </a:lnTo>
                <a:lnTo>
                  <a:pt x="5056" y="67"/>
                </a:lnTo>
                <a:moveTo>
                  <a:pt x="5056" y="131"/>
                </a:moveTo>
                <a:lnTo>
                  <a:pt x="5056" y="171"/>
                </a:lnTo>
                <a:lnTo>
                  <a:pt x="5048" y="171"/>
                </a:lnTo>
                <a:lnTo>
                  <a:pt x="5048" y="131"/>
                </a:lnTo>
                <a:lnTo>
                  <a:pt x="5056" y="131"/>
                </a:lnTo>
                <a:moveTo>
                  <a:pt x="5056" y="195"/>
                </a:moveTo>
                <a:lnTo>
                  <a:pt x="5056" y="235"/>
                </a:lnTo>
                <a:lnTo>
                  <a:pt x="5048" y="235"/>
                </a:lnTo>
                <a:lnTo>
                  <a:pt x="5048" y="195"/>
                </a:lnTo>
                <a:lnTo>
                  <a:pt x="5056" y="195"/>
                </a:lnTo>
                <a:moveTo>
                  <a:pt x="5056" y="258"/>
                </a:moveTo>
                <a:lnTo>
                  <a:pt x="5056" y="298"/>
                </a:lnTo>
                <a:lnTo>
                  <a:pt x="5048" y="298"/>
                </a:lnTo>
                <a:lnTo>
                  <a:pt x="5048" y="258"/>
                </a:lnTo>
                <a:lnTo>
                  <a:pt x="5056" y="258"/>
                </a:lnTo>
                <a:moveTo>
                  <a:pt x="5056" y="322"/>
                </a:moveTo>
                <a:lnTo>
                  <a:pt x="5056" y="362"/>
                </a:lnTo>
                <a:lnTo>
                  <a:pt x="5048" y="362"/>
                </a:lnTo>
                <a:lnTo>
                  <a:pt x="5048" y="322"/>
                </a:lnTo>
                <a:lnTo>
                  <a:pt x="5056" y="322"/>
                </a:lnTo>
                <a:moveTo>
                  <a:pt x="5056" y="386"/>
                </a:moveTo>
                <a:lnTo>
                  <a:pt x="5056" y="426"/>
                </a:lnTo>
                <a:lnTo>
                  <a:pt x="5048" y="426"/>
                </a:lnTo>
                <a:lnTo>
                  <a:pt x="5048" y="386"/>
                </a:lnTo>
                <a:lnTo>
                  <a:pt x="5056" y="386"/>
                </a:lnTo>
                <a:moveTo>
                  <a:pt x="5056" y="450"/>
                </a:moveTo>
                <a:lnTo>
                  <a:pt x="5056" y="490"/>
                </a:lnTo>
                <a:lnTo>
                  <a:pt x="5048" y="490"/>
                </a:lnTo>
                <a:lnTo>
                  <a:pt x="5048" y="450"/>
                </a:lnTo>
                <a:lnTo>
                  <a:pt x="5056" y="450"/>
                </a:lnTo>
                <a:moveTo>
                  <a:pt x="5056" y="514"/>
                </a:moveTo>
                <a:lnTo>
                  <a:pt x="5056" y="554"/>
                </a:lnTo>
                <a:lnTo>
                  <a:pt x="5048" y="554"/>
                </a:lnTo>
                <a:lnTo>
                  <a:pt x="5048" y="514"/>
                </a:lnTo>
                <a:lnTo>
                  <a:pt x="5056" y="514"/>
                </a:lnTo>
                <a:moveTo>
                  <a:pt x="5056" y="578"/>
                </a:moveTo>
                <a:lnTo>
                  <a:pt x="5056" y="618"/>
                </a:lnTo>
                <a:lnTo>
                  <a:pt x="5048" y="618"/>
                </a:lnTo>
                <a:lnTo>
                  <a:pt x="5048" y="578"/>
                </a:lnTo>
                <a:lnTo>
                  <a:pt x="5056" y="578"/>
                </a:lnTo>
                <a:moveTo>
                  <a:pt x="5056" y="642"/>
                </a:moveTo>
                <a:lnTo>
                  <a:pt x="5056" y="681"/>
                </a:lnTo>
                <a:lnTo>
                  <a:pt x="5048" y="681"/>
                </a:lnTo>
                <a:lnTo>
                  <a:pt x="5048" y="642"/>
                </a:lnTo>
                <a:lnTo>
                  <a:pt x="5056" y="642"/>
                </a:lnTo>
                <a:moveTo>
                  <a:pt x="5056" y="705"/>
                </a:moveTo>
                <a:lnTo>
                  <a:pt x="5056" y="745"/>
                </a:lnTo>
                <a:lnTo>
                  <a:pt x="5048" y="745"/>
                </a:lnTo>
                <a:lnTo>
                  <a:pt x="5048" y="705"/>
                </a:lnTo>
                <a:lnTo>
                  <a:pt x="5056" y="705"/>
                </a:lnTo>
                <a:moveTo>
                  <a:pt x="5056" y="769"/>
                </a:moveTo>
                <a:lnTo>
                  <a:pt x="5056" y="809"/>
                </a:lnTo>
                <a:lnTo>
                  <a:pt x="5048" y="809"/>
                </a:lnTo>
                <a:lnTo>
                  <a:pt x="5048" y="769"/>
                </a:lnTo>
                <a:lnTo>
                  <a:pt x="5056" y="769"/>
                </a:lnTo>
                <a:moveTo>
                  <a:pt x="5056" y="833"/>
                </a:moveTo>
                <a:lnTo>
                  <a:pt x="5056" y="873"/>
                </a:lnTo>
                <a:lnTo>
                  <a:pt x="5048" y="873"/>
                </a:lnTo>
                <a:lnTo>
                  <a:pt x="5048" y="833"/>
                </a:lnTo>
                <a:lnTo>
                  <a:pt x="5056" y="833"/>
                </a:lnTo>
                <a:moveTo>
                  <a:pt x="5056" y="896"/>
                </a:moveTo>
                <a:lnTo>
                  <a:pt x="5056" y="936"/>
                </a:lnTo>
                <a:lnTo>
                  <a:pt x="5048" y="936"/>
                </a:lnTo>
                <a:lnTo>
                  <a:pt x="5048" y="896"/>
                </a:lnTo>
                <a:lnTo>
                  <a:pt x="5056" y="896"/>
                </a:lnTo>
                <a:moveTo>
                  <a:pt x="5028" y="940"/>
                </a:moveTo>
                <a:lnTo>
                  <a:pt x="4988" y="940"/>
                </a:lnTo>
                <a:lnTo>
                  <a:pt x="4988" y="932"/>
                </a:lnTo>
                <a:lnTo>
                  <a:pt x="5028" y="932"/>
                </a:lnTo>
                <a:lnTo>
                  <a:pt x="5028" y="940"/>
                </a:lnTo>
                <a:moveTo>
                  <a:pt x="4964" y="940"/>
                </a:moveTo>
                <a:lnTo>
                  <a:pt x="4924" y="940"/>
                </a:lnTo>
                <a:lnTo>
                  <a:pt x="4924" y="932"/>
                </a:lnTo>
                <a:lnTo>
                  <a:pt x="4964" y="932"/>
                </a:lnTo>
                <a:lnTo>
                  <a:pt x="4964" y="940"/>
                </a:lnTo>
                <a:moveTo>
                  <a:pt x="4900" y="940"/>
                </a:moveTo>
                <a:lnTo>
                  <a:pt x="4860" y="940"/>
                </a:lnTo>
                <a:lnTo>
                  <a:pt x="4860" y="932"/>
                </a:lnTo>
                <a:lnTo>
                  <a:pt x="4900" y="932"/>
                </a:lnTo>
                <a:lnTo>
                  <a:pt x="4900" y="940"/>
                </a:lnTo>
                <a:moveTo>
                  <a:pt x="4836" y="940"/>
                </a:moveTo>
                <a:lnTo>
                  <a:pt x="4796" y="940"/>
                </a:lnTo>
                <a:lnTo>
                  <a:pt x="4796" y="932"/>
                </a:lnTo>
                <a:lnTo>
                  <a:pt x="4836" y="932"/>
                </a:lnTo>
                <a:lnTo>
                  <a:pt x="4836" y="940"/>
                </a:lnTo>
                <a:moveTo>
                  <a:pt x="4772" y="940"/>
                </a:moveTo>
                <a:lnTo>
                  <a:pt x="4732" y="940"/>
                </a:lnTo>
                <a:lnTo>
                  <a:pt x="4732" y="932"/>
                </a:lnTo>
                <a:lnTo>
                  <a:pt x="4772" y="932"/>
                </a:lnTo>
                <a:lnTo>
                  <a:pt x="4772" y="940"/>
                </a:lnTo>
                <a:moveTo>
                  <a:pt x="4709" y="940"/>
                </a:moveTo>
                <a:lnTo>
                  <a:pt x="4669" y="940"/>
                </a:lnTo>
                <a:lnTo>
                  <a:pt x="4669" y="932"/>
                </a:lnTo>
                <a:lnTo>
                  <a:pt x="4709" y="932"/>
                </a:lnTo>
                <a:lnTo>
                  <a:pt x="4709" y="940"/>
                </a:lnTo>
                <a:moveTo>
                  <a:pt x="4645" y="940"/>
                </a:moveTo>
                <a:lnTo>
                  <a:pt x="4605" y="940"/>
                </a:lnTo>
                <a:lnTo>
                  <a:pt x="4605" y="932"/>
                </a:lnTo>
                <a:lnTo>
                  <a:pt x="4645" y="932"/>
                </a:lnTo>
                <a:lnTo>
                  <a:pt x="4645" y="940"/>
                </a:lnTo>
                <a:moveTo>
                  <a:pt x="4581" y="940"/>
                </a:moveTo>
                <a:lnTo>
                  <a:pt x="4541" y="940"/>
                </a:lnTo>
                <a:lnTo>
                  <a:pt x="4541" y="932"/>
                </a:lnTo>
                <a:lnTo>
                  <a:pt x="4581" y="932"/>
                </a:lnTo>
                <a:lnTo>
                  <a:pt x="4581" y="940"/>
                </a:lnTo>
                <a:moveTo>
                  <a:pt x="4517" y="940"/>
                </a:moveTo>
                <a:lnTo>
                  <a:pt x="4477" y="940"/>
                </a:lnTo>
                <a:lnTo>
                  <a:pt x="4477" y="932"/>
                </a:lnTo>
                <a:lnTo>
                  <a:pt x="4517" y="932"/>
                </a:lnTo>
                <a:lnTo>
                  <a:pt x="4517" y="940"/>
                </a:lnTo>
                <a:moveTo>
                  <a:pt x="4453" y="940"/>
                </a:moveTo>
                <a:lnTo>
                  <a:pt x="4413" y="940"/>
                </a:lnTo>
                <a:lnTo>
                  <a:pt x="4413" y="932"/>
                </a:lnTo>
                <a:lnTo>
                  <a:pt x="4453" y="932"/>
                </a:lnTo>
                <a:lnTo>
                  <a:pt x="4453" y="940"/>
                </a:lnTo>
                <a:moveTo>
                  <a:pt x="4389" y="940"/>
                </a:moveTo>
                <a:lnTo>
                  <a:pt x="4349" y="940"/>
                </a:lnTo>
                <a:lnTo>
                  <a:pt x="4349" y="932"/>
                </a:lnTo>
                <a:lnTo>
                  <a:pt x="4389" y="932"/>
                </a:lnTo>
                <a:lnTo>
                  <a:pt x="4389" y="940"/>
                </a:lnTo>
                <a:moveTo>
                  <a:pt x="4325" y="940"/>
                </a:moveTo>
                <a:lnTo>
                  <a:pt x="4285" y="940"/>
                </a:lnTo>
                <a:lnTo>
                  <a:pt x="4285" y="932"/>
                </a:lnTo>
                <a:lnTo>
                  <a:pt x="4325" y="932"/>
                </a:lnTo>
                <a:lnTo>
                  <a:pt x="4325" y="940"/>
                </a:lnTo>
                <a:moveTo>
                  <a:pt x="4261" y="940"/>
                </a:moveTo>
                <a:lnTo>
                  <a:pt x="4221" y="940"/>
                </a:lnTo>
                <a:lnTo>
                  <a:pt x="4221" y="932"/>
                </a:lnTo>
                <a:lnTo>
                  <a:pt x="4261" y="932"/>
                </a:lnTo>
                <a:lnTo>
                  <a:pt x="4261" y="940"/>
                </a:lnTo>
                <a:moveTo>
                  <a:pt x="4197" y="940"/>
                </a:moveTo>
                <a:lnTo>
                  <a:pt x="4157" y="940"/>
                </a:lnTo>
                <a:lnTo>
                  <a:pt x="4157" y="932"/>
                </a:lnTo>
                <a:lnTo>
                  <a:pt x="4197" y="932"/>
                </a:lnTo>
                <a:lnTo>
                  <a:pt x="4197" y="940"/>
                </a:lnTo>
                <a:moveTo>
                  <a:pt x="4133" y="940"/>
                </a:moveTo>
                <a:lnTo>
                  <a:pt x="4094" y="940"/>
                </a:lnTo>
                <a:lnTo>
                  <a:pt x="4094" y="932"/>
                </a:lnTo>
                <a:lnTo>
                  <a:pt x="4133" y="932"/>
                </a:lnTo>
                <a:lnTo>
                  <a:pt x="4133" y="940"/>
                </a:lnTo>
                <a:moveTo>
                  <a:pt x="4070" y="940"/>
                </a:moveTo>
                <a:lnTo>
                  <a:pt x="4030" y="940"/>
                </a:lnTo>
                <a:lnTo>
                  <a:pt x="4030" y="932"/>
                </a:lnTo>
                <a:lnTo>
                  <a:pt x="4070" y="932"/>
                </a:lnTo>
                <a:lnTo>
                  <a:pt x="4070" y="940"/>
                </a:lnTo>
                <a:moveTo>
                  <a:pt x="4006" y="940"/>
                </a:moveTo>
                <a:lnTo>
                  <a:pt x="3966" y="940"/>
                </a:lnTo>
                <a:lnTo>
                  <a:pt x="3966" y="932"/>
                </a:lnTo>
                <a:lnTo>
                  <a:pt x="4006" y="932"/>
                </a:lnTo>
                <a:lnTo>
                  <a:pt x="4006" y="940"/>
                </a:lnTo>
                <a:moveTo>
                  <a:pt x="3942" y="940"/>
                </a:moveTo>
                <a:lnTo>
                  <a:pt x="3902" y="940"/>
                </a:lnTo>
                <a:lnTo>
                  <a:pt x="3902" y="932"/>
                </a:lnTo>
                <a:lnTo>
                  <a:pt x="3942" y="932"/>
                </a:lnTo>
                <a:lnTo>
                  <a:pt x="3942" y="940"/>
                </a:lnTo>
                <a:moveTo>
                  <a:pt x="3878" y="940"/>
                </a:moveTo>
                <a:lnTo>
                  <a:pt x="3838" y="940"/>
                </a:lnTo>
                <a:lnTo>
                  <a:pt x="3838" y="932"/>
                </a:lnTo>
                <a:lnTo>
                  <a:pt x="3878" y="932"/>
                </a:lnTo>
                <a:lnTo>
                  <a:pt x="3878" y="940"/>
                </a:lnTo>
                <a:moveTo>
                  <a:pt x="3814" y="940"/>
                </a:moveTo>
                <a:lnTo>
                  <a:pt x="3774" y="940"/>
                </a:lnTo>
                <a:lnTo>
                  <a:pt x="3774" y="932"/>
                </a:lnTo>
                <a:lnTo>
                  <a:pt x="3814" y="932"/>
                </a:lnTo>
                <a:lnTo>
                  <a:pt x="3814" y="940"/>
                </a:lnTo>
                <a:moveTo>
                  <a:pt x="3750" y="940"/>
                </a:moveTo>
                <a:lnTo>
                  <a:pt x="3710" y="940"/>
                </a:lnTo>
                <a:lnTo>
                  <a:pt x="3710" y="932"/>
                </a:lnTo>
                <a:lnTo>
                  <a:pt x="3750" y="932"/>
                </a:lnTo>
                <a:lnTo>
                  <a:pt x="3750" y="940"/>
                </a:lnTo>
                <a:moveTo>
                  <a:pt x="3686" y="940"/>
                </a:moveTo>
                <a:lnTo>
                  <a:pt x="3646" y="940"/>
                </a:lnTo>
                <a:lnTo>
                  <a:pt x="3646" y="932"/>
                </a:lnTo>
                <a:lnTo>
                  <a:pt x="3686" y="932"/>
                </a:lnTo>
                <a:lnTo>
                  <a:pt x="3686" y="940"/>
                </a:lnTo>
                <a:moveTo>
                  <a:pt x="3622" y="940"/>
                </a:moveTo>
                <a:lnTo>
                  <a:pt x="3582" y="940"/>
                </a:lnTo>
                <a:lnTo>
                  <a:pt x="3582" y="932"/>
                </a:lnTo>
                <a:lnTo>
                  <a:pt x="3622" y="932"/>
                </a:lnTo>
                <a:lnTo>
                  <a:pt x="3622" y="940"/>
                </a:lnTo>
                <a:moveTo>
                  <a:pt x="3558" y="940"/>
                </a:moveTo>
                <a:lnTo>
                  <a:pt x="3519" y="940"/>
                </a:lnTo>
                <a:lnTo>
                  <a:pt x="3519" y="932"/>
                </a:lnTo>
                <a:lnTo>
                  <a:pt x="3558" y="932"/>
                </a:lnTo>
                <a:lnTo>
                  <a:pt x="3558" y="940"/>
                </a:lnTo>
                <a:moveTo>
                  <a:pt x="3495" y="940"/>
                </a:moveTo>
                <a:lnTo>
                  <a:pt x="3454" y="940"/>
                </a:lnTo>
                <a:lnTo>
                  <a:pt x="3454" y="932"/>
                </a:lnTo>
                <a:lnTo>
                  <a:pt x="3495" y="932"/>
                </a:lnTo>
                <a:lnTo>
                  <a:pt x="3495" y="940"/>
                </a:lnTo>
                <a:moveTo>
                  <a:pt x="3430" y="940"/>
                </a:moveTo>
                <a:lnTo>
                  <a:pt x="3390" y="940"/>
                </a:lnTo>
                <a:lnTo>
                  <a:pt x="3390" y="932"/>
                </a:lnTo>
                <a:lnTo>
                  <a:pt x="3430" y="932"/>
                </a:lnTo>
                <a:lnTo>
                  <a:pt x="3430" y="940"/>
                </a:lnTo>
                <a:moveTo>
                  <a:pt x="3366" y="940"/>
                </a:moveTo>
                <a:lnTo>
                  <a:pt x="3326" y="940"/>
                </a:lnTo>
                <a:lnTo>
                  <a:pt x="3326" y="932"/>
                </a:lnTo>
                <a:lnTo>
                  <a:pt x="3366" y="932"/>
                </a:lnTo>
                <a:lnTo>
                  <a:pt x="3366" y="940"/>
                </a:lnTo>
                <a:moveTo>
                  <a:pt x="3302" y="940"/>
                </a:moveTo>
                <a:lnTo>
                  <a:pt x="3262" y="940"/>
                </a:lnTo>
                <a:lnTo>
                  <a:pt x="3262" y="932"/>
                </a:lnTo>
                <a:lnTo>
                  <a:pt x="3302" y="932"/>
                </a:lnTo>
                <a:lnTo>
                  <a:pt x="3302" y="940"/>
                </a:lnTo>
                <a:moveTo>
                  <a:pt x="3238" y="940"/>
                </a:moveTo>
                <a:lnTo>
                  <a:pt x="3198" y="940"/>
                </a:lnTo>
                <a:lnTo>
                  <a:pt x="3198" y="932"/>
                </a:lnTo>
                <a:lnTo>
                  <a:pt x="3238" y="932"/>
                </a:lnTo>
                <a:lnTo>
                  <a:pt x="3238" y="940"/>
                </a:lnTo>
                <a:moveTo>
                  <a:pt x="3174" y="940"/>
                </a:moveTo>
                <a:lnTo>
                  <a:pt x="3134" y="940"/>
                </a:lnTo>
                <a:lnTo>
                  <a:pt x="3134" y="932"/>
                </a:lnTo>
                <a:lnTo>
                  <a:pt x="3174" y="932"/>
                </a:lnTo>
                <a:lnTo>
                  <a:pt x="3174" y="940"/>
                </a:lnTo>
                <a:moveTo>
                  <a:pt x="3110" y="940"/>
                </a:moveTo>
                <a:lnTo>
                  <a:pt x="3070" y="940"/>
                </a:lnTo>
                <a:lnTo>
                  <a:pt x="3070" y="932"/>
                </a:lnTo>
                <a:lnTo>
                  <a:pt x="3110" y="932"/>
                </a:lnTo>
                <a:lnTo>
                  <a:pt x="3110" y="940"/>
                </a:lnTo>
                <a:moveTo>
                  <a:pt x="3046" y="940"/>
                </a:moveTo>
                <a:lnTo>
                  <a:pt x="3006" y="940"/>
                </a:lnTo>
                <a:lnTo>
                  <a:pt x="3006" y="932"/>
                </a:lnTo>
                <a:lnTo>
                  <a:pt x="3046" y="932"/>
                </a:lnTo>
                <a:lnTo>
                  <a:pt x="3046" y="940"/>
                </a:lnTo>
                <a:moveTo>
                  <a:pt x="2982" y="940"/>
                </a:moveTo>
                <a:lnTo>
                  <a:pt x="2943" y="940"/>
                </a:lnTo>
                <a:lnTo>
                  <a:pt x="2943" y="932"/>
                </a:lnTo>
                <a:lnTo>
                  <a:pt x="2982" y="932"/>
                </a:lnTo>
                <a:lnTo>
                  <a:pt x="2982" y="940"/>
                </a:lnTo>
                <a:moveTo>
                  <a:pt x="2919" y="940"/>
                </a:moveTo>
                <a:lnTo>
                  <a:pt x="2879" y="940"/>
                </a:lnTo>
                <a:lnTo>
                  <a:pt x="2879" y="932"/>
                </a:lnTo>
                <a:lnTo>
                  <a:pt x="2919" y="932"/>
                </a:lnTo>
                <a:lnTo>
                  <a:pt x="2919" y="940"/>
                </a:lnTo>
                <a:moveTo>
                  <a:pt x="2855" y="940"/>
                </a:moveTo>
                <a:lnTo>
                  <a:pt x="2815" y="940"/>
                </a:lnTo>
                <a:lnTo>
                  <a:pt x="2815" y="932"/>
                </a:lnTo>
                <a:lnTo>
                  <a:pt x="2855" y="932"/>
                </a:lnTo>
                <a:lnTo>
                  <a:pt x="2855" y="940"/>
                </a:lnTo>
                <a:moveTo>
                  <a:pt x="2791" y="940"/>
                </a:moveTo>
                <a:lnTo>
                  <a:pt x="2751" y="940"/>
                </a:lnTo>
                <a:lnTo>
                  <a:pt x="2751" y="932"/>
                </a:lnTo>
                <a:lnTo>
                  <a:pt x="2791" y="932"/>
                </a:lnTo>
                <a:lnTo>
                  <a:pt x="2791" y="940"/>
                </a:lnTo>
                <a:moveTo>
                  <a:pt x="2727" y="940"/>
                </a:moveTo>
                <a:lnTo>
                  <a:pt x="2687" y="940"/>
                </a:lnTo>
                <a:lnTo>
                  <a:pt x="2687" y="932"/>
                </a:lnTo>
                <a:lnTo>
                  <a:pt x="2727" y="932"/>
                </a:lnTo>
                <a:lnTo>
                  <a:pt x="2727" y="940"/>
                </a:lnTo>
                <a:moveTo>
                  <a:pt x="2663" y="940"/>
                </a:moveTo>
                <a:lnTo>
                  <a:pt x="2623" y="940"/>
                </a:lnTo>
                <a:lnTo>
                  <a:pt x="2623" y="932"/>
                </a:lnTo>
                <a:lnTo>
                  <a:pt x="2663" y="932"/>
                </a:lnTo>
                <a:lnTo>
                  <a:pt x="2663" y="940"/>
                </a:lnTo>
                <a:moveTo>
                  <a:pt x="2599" y="940"/>
                </a:moveTo>
                <a:lnTo>
                  <a:pt x="2559" y="940"/>
                </a:lnTo>
                <a:lnTo>
                  <a:pt x="2559" y="932"/>
                </a:lnTo>
                <a:lnTo>
                  <a:pt x="2599" y="932"/>
                </a:lnTo>
                <a:lnTo>
                  <a:pt x="2599" y="940"/>
                </a:lnTo>
                <a:moveTo>
                  <a:pt x="2535" y="940"/>
                </a:moveTo>
                <a:lnTo>
                  <a:pt x="2495" y="940"/>
                </a:lnTo>
                <a:lnTo>
                  <a:pt x="2495" y="932"/>
                </a:lnTo>
                <a:lnTo>
                  <a:pt x="2535" y="932"/>
                </a:lnTo>
                <a:lnTo>
                  <a:pt x="2535" y="940"/>
                </a:lnTo>
                <a:moveTo>
                  <a:pt x="2471" y="940"/>
                </a:moveTo>
                <a:lnTo>
                  <a:pt x="2431" y="940"/>
                </a:lnTo>
                <a:lnTo>
                  <a:pt x="2431" y="932"/>
                </a:lnTo>
                <a:lnTo>
                  <a:pt x="2471" y="932"/>
                </a:lnTo>
                <a:lnTo>
                  <a:pt x="2471" y="940"/>
                </a:lnTo>
                <a:moveTo>
                  <a:pt x="2407" y="940"/>
                </a:moveTo>
                <a:lnTo>
                  <a:pt x="2368" y="940"/>
                </a:lnTo>
                <a:lnTo>
                  <a:pt x="2368" y="932"/>
                </a:lnTo>
                <a:lnTo>
                  <a:pt x="2407" y="932"/>
                </a:lnTo>
                <a:lnTo>
                  <a:pt x="2407" y="940"/>
                </a:lnTo>
                <a:moveTo>
                  <a:pt x="2344" y="940"/>
                </a:moveTo>
                <a:lnTo>
                  <a:pt x="2304" y="940"/>
                </a:lnTo>
                <a:lnTo>
                  <a:pt x="2304" y="932"/>
                </a:lnTo>
                <a:lnTo>
                  <a:pt x="2344" y="932"/>
                </a:lnTo>
                <a:lnTo>
                  <a:pt x="2344" y="940"/>
                </a:lnTo>
                <a:moveTo>
                  <a:pt x="2280" y="940"/>
                </a:moveTo>
                <a:lnTo>
                  <a:pt x="2240" y="940"/>
                </a:lnTo>
                <a:lnTo>
                  <a:pt x="2240" y="932"/>
                </a:lnTo>
                <a:lnTo>
                  <a:pt x="2280" y="932"/>
                </a:lnTo>
                <a:lnTo>
                  <a:pt x="2280" y="940"/>
                </a:lnTo>
                <a:moveTo>
                  <a:pt x="2216" y="940"/>
                </a:moveTo>
                <a:lnTo>
                  <a:pt x="2176" y="940"/>
                </a:lnTo>
                <a:lnTo>
                  <a:pt x="2176" y="932"/>
                </a:lnTo>
                <a:lnTo>
                  <a:pt x="2216" y="932"/>
                </a:lnTo>
                <a:lnTo>
                  <a:pt x="2216" y="940"/>
                </a:lnTo>
                <a:moveTo>
                  <a:pt x="2152" y="940"/>
                </a:moveTo>
                <a:lnTo>
                  <a:pt x="2112" y="940"/>
                </a:lnTo>
                <a:lnTo>
                  <a:pt x="2112" y="932"/>
                </a:lnTo>
                <a:lnTo>
                  <a:pt x="2152" y="932"/>
                </a:lnTo>
                <a:lnTo>
                  <a:pt x="2152" y="940"/>
                </a:lnTo>
                <a:moveTo>
                  <a:pt x="2088" y="940"/>
                </a:moveTo>
                <a:lnTo>
                  <a:pt x="2048" y="940"/>
                </a:lnTo>
                <a:lnTo>
                  <a:pt x="2048" y="932"/>
                </a:lnTo>
                <a:lnTo>
                  <a:pt x="2088" y="932"/>
                </a:lnTo>
                <a:lnTo>
                  <a:pt x="2088" y="940"/>
                </a:lnTo>
                <a:moveTo>
                  <a:pt x="2024" y="940"/>
                </a:moveTo>
                <a:lnTo>
                  <a:pt x="1984" y="940"/>
                </a:lnTo>
                <a:lnTo>
                  <a:pt x="1984" y="932"/>
                </a:lnTo>
                <a:lnTo>
                  <a:pt x="2024" y="932"/>
                </a:lnTo>
                <a:lnTo>
                  <a:pt x="2024" y="940"/>
                </a:lnTo>
                <a:moveTo>
                  <a:pt x="1960" y="940"/>
                </a:moveTo>
                <a:lnTo>
                  <a:pt x="1920" y="940"/>
                </a:lnTo>
                <a:lnTo>
                  <a:pt x="1920" y="932"/>
                </a:lnTo>
                <a:lnTo>
                  <a:pt x="1960" y="932"/>
                </a:lnTo>
                <a:lnTo>
                  <a:pt x="1960" y="940"/>
                </a:lnTo>
                <a:moveTo>
                  <a:pt x="1896" y="940"/>
                </a:moveTo>
                <a:lnTo>
                  <a:pt x="1856" y="940"/>
                </a:lnTo>
                <a:lnTo>
                  <a:pt x="1856" y="932"/>
                </a:lnTo>
                <a:lnTo>
                  <a:pt x="1896" y="932"/>
                </a:lnTo>
                <a:lnTo>
                  <a:pt x="1896" y="940"/>
                </a:lnTo>
                <a:moveTo>
                  <a:pt x="1832" y="940"/>
                </a:moveTo>
                <a:lnTo>
                  <a:pt x="1792" y="940"/>
                </a:lnTo>
                <a:lnTo>
                  <a:pt x="1792" y="932"/>
                </a:lnTo>
                <a:lnTo>
                  <a:pt x="1832" y="932"/>
                </a:lnTo>
                <a:lnTo>
                  <a:pt x="1832" y="940"/>
                </a:lnTo>
                <a:moveTo>
                  <a:pt x="1769" y="940"/>
                </a:moveTo>
                <a:lnTo>
                  <a:pt x="1729" y="940"/>
                </a:lnTo>
                <a:lnTo>
                  <a:pt x="1729" y="932"/>
                </a:lnTo>
                <a:lnTo>
                  <a:pt x="1769" y="932"/>
                </a:lnTo>
                <a:lnTo>
                  <a:pt x="1769" y="940"/>
                </a:lnTo>
                <a:moveTo>
                  <a:pt x="1705" y="940"/>
                </a:moveTo>
                <a:lnTo>
                  <a:pt x="1665" y="940"/>
                </a:lnTo>
                <a:lnTo>
                  <a:pt x="1665" y="932"/>
                </a:lnTo>
                <a:lnTo>
                  <a:pt x="1705" y="932"/>
                </a:lnTo>
                <a:lnTo>
                  <a:pt x="1705" y="940"/>
                </a:lnTo>
                <a:moveTo>
                  <a:pt x="1641" y="940"/>
                </a:moveTo>
                <a:lnTo>
                  <a:pt x="1601" y="940"/>
                </a:lnTo>
                <a:lnTo>
                  <a:pt x="1601" y="932"/>
                </a:lnTo>
                <a:lnTo>
                  <a:pt x="1641" y="932"/>
                </a:lnTo>
                <a:lnTo>
                  <a:pt x="1641" y="940"/>
                </a:lnTo>
                <a:moveTo>
                  <a:pt x="1577" y="940"/>
                </a:moveTo>
                <a:lnTo>
                  <a:pt x="1537" y="940"/>
                </a:lnTo>
                <a:lnTo>
                  <a:pt x="1537" y="932"/>
                </a:lnTo>
                <a:lnTo>
                  <a:pt x="1577" y="932"/>
                </a:lnTo>
                <a:lnTo>
                  <a:pt x="1577" y="940"/>
                </a:lnTo>
                <a:moveTo>
                  <a:pt x="1513" y="940"/>
                </a:moveTo>
                <a:lnTo>
                  <a:pt x="1473" y="940"/>
                </a:lnTo>
                <a:lnTo>
                  <a:pt x="1473" y="932"/>
                </a:lnTo>
                <a:lnTo>
                  <a:pt x="1513" y="932"/>
                </a:lnTo>
                <a:lnTo>
                  <a:pt x="1513" y="940"/>
                </a:lnTo>
                <a:moveTo>
                  <a:pt x="1449" y="940"/>
                </a:moveTo>
                <a:lnTo>
                  <a:pt x="1409" y="940"/>
                </a:lnTo>
                <a:lnTo>
                  <a:pt x="1409" y="932"/>
                </a:lnTo>
                <a:lnTo>
                  <a:pt x="1449" y="932"/>
                </a:lnTo>
                <a:lnTo>
                  <a:pt x="1449" y="940"/>
                </a:lnTo>
                <a:moveTo>
                  <a:pt x="1385" y="940"/>
                </a:moveTo>
                <a:lnTo>
                  <a:pt x="1345" y="940"/>
                </a:lnTo>
                <a:lnTo>
                  <a:pt x="1345" y="932"/>
                </a:lnTo>
                <a:lnTo>
                  <a:pt x="1385" y="932"/>
                </a:lnTo>
                <a:lnTo>
                  <a:pt x="1385" y="940"/>
                </a:lnTo>
                <a:moveTo>
                  <a:pt x="1321" y="940"/>
                </a:moveTo>
                <a:lnTo>
                  <a:pt x="1281" y="940"/>
                </a:lnTo>
                <a:lnTo>
                  <a:pt x="1281" y="932"/>
                </a:lnTo>
                <a:lnTo>
                  <a:pt x="1321" y="932"/>
                </a:lnTo>
                <a:lnTo>
                  <a:pt x="1321" y="940"/>
                </a:lnTo>
                <a:moveTo>
                  <a:pt x="1257" y="940"/>
                </a:moveTo>
                <a:lnTo>
                  <a:pt x="1217" y="940"/>
                </a:lnTo>
                <a:lnTo>
                  <a:pt x="1217" y="932"/>
                </a:lnTo>
                <a:lnTo>
                  <a:pt x="1257" y="932"/>
                </a:lnTo>
                <a:lnTo>
                  <a:pt x="1257" y="940"/>
                </a:lnTo>
                <a:moveTo>
                  <a:pt x="1194" y="940"/>
                </a:moveTo>
                <a:lnTo>
                  <a:pt x="1154" y="940"/>
                </a:lnTo>
                <a:lnTo>
                  <a:pt x="1154" y="932"/>
                </a:lnTo>
                <a:lnTo>
                  <a:pt x="1194" y="932"/>
                </a:lnTo>
                <a:lnTo>
                  <a:pt x="1194" y="940"/>
                </a:lnTo>
                <a:moveTo>
                  <a:pt x="1130" y="940"/>
                </a:moveTo>
                <a:lnTo>
                  <a:pt x="1090" y="940"/>
                </a:lnTo>
                <a:lnTo>
                  <a:pt x="1090" y="932"/>
                </a:lnTo>
                <a:lnTo>
                  <a:pt x="1130" y="932"/>
                </a:lnTo>
                <a:lnTo>
                  <a:pt x="1130" y="940"/>
                </a:lnTo>
                <a:moveTo>
                  <a:pt x="1066" y="940"/>
                </a:moveTo>
                <a:lnTo>
                  <a:pt x="1026" y="940"/>
                </a:lnTo>
                <a:lnTo>
                  <a:pt x="1026" y="932"/>
                </a:lnTo>
                <a:lnTo>
                  <a:pt x="1066" y="932"/>
                </a:lnTo>
                <a:lnTo>
                  <a:pt x="1066" y="940"/>
                </a:lnTo>
                <a:moveTo>
                  <a:pt x="1002" y="940"/>
                </a:moveTo>
                <a:lnTo>
                  <a:pt x="962" y="940"/>
                </a:lnTo>
                <a:lnTo>
                  <a:pt x="962" y="932"/>
                </a:lnTo>
                <a:lnTo>
                  <a:pt x="1002" y="932"/>
                </a:lnTo>
                <a:lnTo>
                  <a:pt x="1002" y="940"/>
                </a:lnTo>
                <a:moveTo>
                  <a:pt x="938" y="940"/>
                </a:moveTo>
                <a:lnTo>
                  <a:pt x="898" y="940"/>
                </a:lnTo>
                <a:lnTo>
                  <a:pt x="898" y="932"/>
                </a:lnTo>
                <a:lnTo>
                  <a:pt x="938" y="932"/>
                </a:lnTo>
                <a:lnTo>
                  <a:pt x="938" y="940"/>
                </a:lnTo>
                <a:moveTo>
                  <a:pt x="874" y="940"/>
                </a:moveTo>
                <a:lnTo>
                  <a:pt x="834" y="940"/>
                </a:lnTo>
                <a:lnTo>
                  <a:pt x="834" y="932"/>
                </a:lnTo>
                <a:lnTo>
                  <a:pt x="874" y="932"/>
                </a:lnTo>
                <a:lnTo>
                  <a:pt x="874" y="940"/>
                </a:lnTo>
                <a:moveTo>
                  <a:pt x="810" y="940"/>
                </a:moveTo>
                <a:lnTo>
                  <a:pt x="770" y="940"/>
                </a:lnTo>
                <a:lnTo>
                  <a:pt x="770" y="932"/>
                </a:lnTo>
                <a:lnTo>
                  <a:pt x="810" y="932"/>
                </a:lnTo>
                <a:lnTo>
                  <a:pt x="810" y="940"/>
                </a:lnTo>
                <a:moveTo>
                  <a:pt x="746" y="940"/>
                </a:moveTo>
                <a:lnTo>
                  <a:pt x="706" y="940"/>
                </a:lnTo>
                <a:lnTo>
                  <a:pt x="706" y="932"/>
                </a:lnTo>
                <a:lnTo>
                  <a:pt x="746" y="932"/>
                </a:lnTo>
                <a:lnTo>
                  <a:pt x="746" y="940"/>
                </a:lnTo>
                <a:moveTo>
                  <a:pt x="682" y="940"/>
                </a:moveTo>
                <a:lnTo>
                  <a:pt x="642" y="940"/>
                </a:lnTo>
                <a:lnTo>
                  <a:pt x="642" y="932"/>
                </a:lnTo>
                <a:lnTo>
                  <a:pt x="682" y="932"/>
                </a:lnTo>
                <a:lnTo>
                  <a:pt x="682" y="940"/>
                </a:lnTo>
                <a:moveTo>
                  <a:pt x="619" y="940"/>
                </a:moveTo>
                <a:lnTo>
                  <a:pt x="579" y="940"/>
                </a:lnTo>
                <a:lnTo>
                  <a:pt x="579" y="932"/>
                </a:lnTo>
                <a:lnTo>
                  <a:pt x="619" y="932"/>
                </a:lnTo>
                <a:lnTo>
                  <a:pt x="619" y="940"/>
                </a:lnTo>
                <a:moveTo>
                  <a:pt x="555" y="940"/>
                </a:moveTo>
                <a:lnTo>
                  <a:pt x="515" y="940"/>
                </a:lnTo>
                <a:lnTo>
                  <a:pt x="515" y="932"/>
                </a:lnTo>
                <a:lnTo>
                  <a:pt x="555" y="932"/>
                </a:lnTo>
                <a:lnTo>
                  <a:pt x="555" y="940"/>
                </a:lnTo>
                <a:moveTo>
                  <a:pt x="491" y="940"/>
                </a:moveTo>
                <a:lnTo>
                  <a:pt x="451" y="940"/>
                </a:lnTo>
                <a:lnTo>
                  <a:pt x="451" y="932"/>
                </a:lnTo>
                <a:lnTo>
                  <a:pt x="491" y="932"/>
                </a:lnTo>
                <a:lnTo>
                  <a:pt x="491" y="940"/>
                </a:lnTo>
                <a:moveTo>
                  <a:pt x="427" y="940"/>
                </a:moveTo>
                <a:lnTo>
                  <a:pt x="387" y="940"/>
                </a:lnTo>
                <a:lnTo>
                  <a:pt x="387" y="932"/>
                </a:lnTo>
                <a:lnTo>
                  <a:pt x="427" y="932"/>
                </a:lnTo>
                <a:lnTo>
                  <a:pt x="427" y="940"/>
                </a:lnTo>
                <a:moveTo>
                  <a:pt x="363" y="940"/>
                </a:moveTo>
                <a:lnTo>
                  <a:pt x="323" y="940"/>
                </a:lnTo>
                <a:lnTo>
                  <a:pt x="323" y="932"/>
                </a:lnTo>
                <a:lnTo>
                  <a:pt x="363" y="932"/>
                </a:lnTo>
                <a:lnTo>
                  <a:pt x="363" y="940"/>
                </a:lnTo>
                <a:moveTo>
                  <a:pt x="299" y="940"/>
                </a:moveTo>
                <a:lnTo>
                  <a:pt x="259" y="940"/>
                </a:lnTo>
                <a:lnTo>
                  <a:pt x="259" y="932"/>
                </a:lnTo>
                <a:lnTo>
                  <a:pt x="299" y="932"/>
                </a:lnTo>
                <a:lnTo>
                  <a:pt x="299" y="940"/>
                </a:lnTo>
                <a:moveTo>
                  <a:pt x="235" y="940"/>
                </a:moveTo>
                <a:lnTo>
                  <a:pt x="195" y="940"/>
                </a:lnTo>
                <a:lnTo>
                  <a:pt x="195" y="932"/>
                </a:lnTo>
                <a:lnTo>
                  <a:pt x="235" y="932"/>
                </a:lnTo>
                <a:lnTo>
                  <a:pt x="235" y="940"/>
                </a:lnTo>
                <a:moveTo>
                  <a:pt x="171" y="940"/>
                </a:moveTo>
                <a:lnTo>
                  <a:pt x="131" y="940"/>
                </a:lnTo>
                <a:lnTo>
                  <a:pt x="131" y="932"/>
                </a:lnTo>
                <a:lnTo>
                  <a:pt x="171" y="932"/>
                </a:lnTo>
                <a:lnTo>
                  <a:pt x="171" y="940"/>
                </a:lnTo>
                <a:moveTo>
                  <a:pt x="107" y="940"/>
                </a:moveTo>
                <a:lnTo>
                  <a:pt x="67" y="940"/>
                </a:lnTo>
                <a:lnTo>
                  <a:pt x="67" y="932"/>
                </a:lnTo>
                <a:lnTo>
                  <a:pt x="107" y="932"/>
                </a:lnTo>
                <a:lnTo>
                  <a:pt x="107" y="940"/>
                </a:lnTo>
                <a:moveTo>
                  <a:pt x="43" y="940"/>
                </a:moveTo>
                <a:lnTo>
                  <a:pt x="4" y="940"/>
                </a:lnTo>
                <a:lnTo>
                  <a:pt x="4" y="932"/>
                </a:lnTo>
                <a:lnTo>
                  <a:pt x="43" y="932"/>
                </a:lnTo>
                <a:lnTo>
                  <a:pt x="43" y="940"/>
                </a:lnTo>
                <a:moveTo>
                  <a:pt x="0" y="912"/>
                </a:moveTo>
                <a:lnTo>
                  <a:pt x="0" y="873"/>
                </a:lnTo>
                <a:lnTo>
                  <a:pt x="8" y="873"/>
                </a:lnTo>
                <a:lnTo>
                  <a:pt x="8" y="912"/>
                </a:lnTo>
                <a:lnTo>
                  <a:pt x="0" y="912"/>
                </a:lnTo>
                <a:moveTo>
                  <a:pt x="0" y="849"/>
                </a:moveTo>
                <a:lnTo>
                  <a:pt x="0" y="809"/>
                </a:lnTo>
                <a:lnTo>
                  <a:pt x="8" y="809"/>
                </a:lnTo>
                <a:lnTo>
                  <a:pt x="8" y="849"/>
                </a:lnTo>
                <a:lnTo>
                  <a:pt x="0" y="849"/>
                </a:lnTo>
                <a:moveTo>
                  <a:pt x="0" y="785"/>
                </a:moveTo>
                <a:lnTo>
                  <a:pt x="0" y="745"/>
                </a:lnTo>
                <a:lnTo>
                  <a:pt x="8" y="745"/>
                </a:lnTo>
                <a:lnTo>
                  <a:pt x="8" y="785"/>
                </a:lnTo>
                <a:lnTo>
                  <a:pt x="0" y="785"/>
                </a:lnTo>
                <a:moveTo>
                  <a:pt x="0" y="721"/>
                </a:moveTo>
                <a:lnTo>
                  <a:pt x="0" y="681"/>
                </a:lnTo>
                <a:lnTo>
                  <a:pt x="8" y="681"/>
                </a:lnTo>
                <a:lnTo>
                  <a:pt x="8" y="721"/>
                </a:lnTo>
                <a:lnTo>
                  <a:pt x="0" y="721"/>
                </a:lnTo>
                <a:moveTo>
                  <a:pt x="0" y="658"/>
                </a:moveTo>
                <a:lnTo>
                  <a:pt x="0" y="618"/>
                </a:lnTo>
                <a:lnTo>
                  <a:pt x="8" y="618"/>
                </a:lnTo>
                <a:lnTo>
                  <a:pt x="8" y="658"/>
                </a:lnTo>
                <a:lnTo>
                  <a:pt x="0" y="658"/>
                </a:lnTo>
                <a:moveTo>
                  <a:pt x="0" y="594"/>
                </a:moveTo>
                <a:lnTo>
                  <a:pt x="0" y="554"/>
                </a:lnTo>
                <a:lnTo>
                  <a:pt x="8" y="554"/>
                </a:lnTo>
                <a:lnTo>
                  <a:pt x="8" y="594"/>
                </a:lnTo>
                <a:lnTo>
                  <a:pt x="0" y="594"/>
                </a:lnTo>
                <a:moveTo>
                  <a:pt x="0" y="530"/>
                </a:moveTo>
                <a:lnTo>
                  <a:pt x="0" y="490"/>
                </a:lnTo>
                <a:lnTo>
                  <a:pt x="8" y="490"/>
                </a:lnTo>
                <a:lnTo>
                  <a:pt x="8" y="530"/>
                </a:lnTo>
                <a:lnTo>
                  <a:pt x="0" y="530"/>
                </a:lnTo>
                <a:moveTo>
                  <a:pt x="0" y="465"/>
                </a:moveTo>
                <a:lnTo>
                  <a:pt x="0" y="426"/>
                </a:lnTo>
                <a:lnTo>
                  <a:pt x="8" y="426"/>
                </a:lnTo>
                <a:lnTo>
                  <a:pt x="8" y="465"/>
                </a:lnTo>
                <a:lnTo>
                  <a:pt x="0" y="465"/>
                </a:lnTo>
                <a:moveTo>
                  <a:pt x="0" y="402"/>
                </a:moveTo>
                <a:lnTo>
                  <a:pt x="0" y="362"/>
                </a:lnTo>
                <a:lnTo>
                  <a:pt x="8" y="362"/>
                </a:lnTo>
                <a:lnTo>
                  <a:pt x="8" y="402"/>
                </a:lnTo>
                <a:lnTo>
                  <a:pt x="0" y="402"/>
                </a:lnTo>
                <a:moveTo>
                  <a:pt x="0" y="338"/>
                </a:moveTo>
                <a:lnTo>
                  <a:pt x="0" y="298"/>
                </a:lnTo>
                <a:lnTo>
                  <a:pt x="8" y="298"/>
                </a:lnTo>
                <a:lnTo>
                  <a:pt x="8" y="338"/>
                </a:lnTo>
                <a:lnTo>
                  <a:pt x="0" y="338"/>
                </a:lnTo>
                <a:moveTo>
                  <a:pt x="0" y="274"/>
                </a:moveTo>
                <a:lnTo>
                  <a:pt x="0" y="235"/>
                </a:lnTo>
                <a:lnTo>
                  <a:pt x="8" y="235"/>
                </a:lnTo>
                <a:lnTo>
                  <a:pt x="8" y="274"/>
                </a:lnTo>
                <a:lnTo>
                  <a:pt x="0" y="274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7"/>
                </a:moveTo>
                <a:lnTo>
                  <a:pt x="0" y="107"/>
                </a:lnTo>
                <a:lnTo>
                  <a:pt x="8" y="107"/>
                </a:lnTo>
                <a:lnTo>
                  <a:pt x="8" y="147"/>
                </a:lnTo>
                <a:lnTo>
                  <a:pt x="0" y="147"/>
                </a:lnTo>
                <a:moveTo>
                  <a:pt x="0" y="83"/>
                </a:moveTo>
                <a:lnTo>
                  <a:pt x="0" y="44"/>
                </a:lnTo>
                <a:lnTo>
                  <a:pt x="8" y="44"/>
                </a:lnTo>
                <a:lnTo>
                  <a:pt x="8" y="83"/>
                </a:lnTo>
                <a:lnTo>
                  <a:pt x="0" y="83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5065200" y="44175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5065200" y="4427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3334680" y="4248360"/>
            <a:ext cx="63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3334680" y="4414680"/>
            <a:ext cx="5569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3345840" y="4563720"/>
            <a:ext cx="1742760" cy="138240"/>
          </a:xfrm>
          <a:custGeom>
            <a:avLst/>
            <a:gdLst/>
            <a:ahLst/>
            <a:rect l="0" t="0" r="r" b="b"/>
            <a:pathLst>
              <a:path w="4841" h="384">
                <a:moveTo>
                  <a:pt x="0" y="0"/>
                </a:moveTo>
                <a:lnTo>
                  <a:pt x="4841" y="0"/>
                </a:lnTo>
                <a:lnTo>
                  <a:pt x="4841" y="384"/>
                </a:lnTo>
                <a:lnTo>
                  <a:pt x="0" y="3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3344400" y="4562280"/>
            <a:ext cx="1745640" cy="141120"/>
          </a:xfrm>
          <a:custGeom>
            <a:avLst/>
            <a:gdLst/>
            <a:ahLst/>
            <a:rect l="0" t="0" r="r" b="b"/>
            <a:pathLst>
              <a:path w="4849" h="392">
                <a:moveTo>
                  <a:pt x="68" y="0"/>
                </a:moveTo>
                <a:lnTo>
                  <a:pt x="108" y="0"/>
                </a:lnTo>
                <a:lnTo>
                  <a:pt x="108" y="9"/>
                </a:lnTo>
                <a:lnTo>
                  <a:pt x="68" y="9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9"/>
                </a:lnTo>
                <a:lnTo>
                  <a:pt x="132" y="9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9"/>
                </a:lnTo>
                <a:lnTo>
                  <a:pt x="196" y="9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9"/>
                </a:lnTo>
                <a:lnTo>
                  <a:pt x="260" y="9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9"/>
                </a:lnTo>
                <a:lnTo>
                  <a:pt x="324" y="9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9"/>
                </a:lnTo>
                <a:lnTo>
                  <a:pt x="388" y="9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9"/>
                </a:lnTo>
                <a:lnTo>
                  <a:pt x="452" y="9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9"/>
                </a:lnTo>
                <a:lnTo>
                  <a:pt x="515" y="9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9"/>
                </a:lnTo>
                <a:lnTo>
                  <a:pt x="579" y="9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9"/>
                </a:lnTo>
                <a:lnTo>
                  <a:pt x="643" y="9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9"/>
                </a:lnTo>
                <a:lnTo>
                  <a:pt x="707" y="9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9"/>
                </a:lnTo>
                <a:lnTo>
                  <a:pt x="771" y="9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9"/>
                </a:lnTo>
                <a:lnTo>
                  <a:pt x="835" y="9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9"/>
                </a:lnTo>
                <a:lnTo>
                  <a:pt x="899" y="9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9"/>
                </a:lnTo>
                <a:lnTo>
                  <a:pt x="963" y="9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9"/>
                </a:lnTo>
                <a:lnTo>
                  <a:pt x="1027" y="9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9"/>
                </a:lnTo>
                <a:lnTo>
                  <a:pt x="1091" y="9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9"/>
                </a:lnTo>
                <a:lnTo>
                  <a:pt x="1154" y="9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9"/>
                </a:lnTo>
                <a:lnTo>
                  <a:pt x="1218" y="9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9"/>
                </a:lnTo>
                <a:lnTo>
                  <a:pt x="1282" y="9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9"/>
                </a:lnTo>
                <a:lnTo>
                  <a:pt x="1346" y="9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9"/>
                </a:lnTo>
                <a:lnTo>
                  <a:pt x="1410" y="9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9"/>
                </a:lnTo>
                <a:lnTo>
                  <a:pt x="1474" y="9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9"/>
                </a:lnTo>
                <a:lnTo>
                  <a:pt x="1538" y="9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9"/>
                </a:lnTo>
                <a:lnTo>
                  <a:pt x="1602" y="9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9"/>
                </a:lnTo>
                <a:lnTo>
                  <a:pt x="1666" y="9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9"/>
                </a:lnTo>
                <a:lnTo>
                  <a:pt x="1729" y="9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9"/>
                </a:lnTo>
                <a:lnTo>
                  <a:pt x="1793" y="9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9"/>
                </a:lnTo>
                <a:lnTo>
                  <a:pt x="1857" y="9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9"/>
                </a:lnTo>
                <a:lnTo>
                  <a:pt x="1921" y="9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9"/>
                </a:lnTo>
                <a:lnTo>
                  <a:pt x="1985" y="9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9"/>
                </a:lnTo>
                <a:lnTo>
                  <a:pt x="2049" y="9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9"/>
                </a:lnTo>
                <a:lnTo>
                  <a:pt x="2113" y="9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9"/>
                </a:lnTo>
                <a:lnTo>
                  <a:pt x="2177" y="9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9"/>
                </a:lnTo>
                <a:lnTo>
                  <a:pt x="2241" y="9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9"/>
                </a:lnTo>
                <a:lnTo>
                  <a:pt x="2304" y="9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9"/>
                </a:lnTo>
                <a:lnTo>
                  <a:pt x="2368" y="9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9"/>
                </a:lnTo>
                <a:lnTo>
                  <a:pt x="2432" y="9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9"/>
                </a:lnTo>
                <a:lnTo>
                  <a:pt x="2496" y="9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9"/>
                </a:lnTo>
                <a:lnTo>
                  <a:pt x="2560" y="9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9"/>
                </a:lnTo>
                <a:lnTo>
                  <a:pt x="2624" y="9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9"/>
                </a:lnTo>
                <a:lnTo>
                  <a:pt x="2688" y="9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9"/>
                </a:lnTo>
                <a:lnTo>
                  <a:pt x="2752" y="9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9"/>
                </a:lnTo>
                <a:lnTo>
                  <a:pt x="2816" y="9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9"/>
                </a:lnTo>
                <a:lnTo>
                  <a:pt x="2880" y="9"/>
                </a:lnTo>
                <a:lnTo>
                  <a:pt x="2880" y="0"/>
                </a:lnTo>
                <a:moveTo>
                  <a:pt x="2944" y="0"/>
                </a:moveTo>
                <a:lnTo>
                  <a:pt x="2984" y="0"/>
                </a:lnTo>
                <a:lnTo>
                  <a:pt x="2984" y="9"/>
                </a:lnTo>
                <a:lnTo>
                  <a:pt x="2944" y="9"/>
                </a:lnTo>
                <a:lnTo>
                  <a:pt x="2944" y="0"/>
                </a:lnTo>
                <a:moveTo>
                  <a:pt x="3008" y="0"/>
                </a:moveTo>
                <a:lnTo>
                  <a:pt x="3048" y="0"/>
                </a:lnTo>
                <a:lnTo>
                  <a:pt x="3048" y="9"/>
                </a:lnTo>
                <a:lnTo>
                  <a:pt x="3008" y="9"/>
                </a:lnTo>
                <a:lnTo>
                  <a:pt x="3008" y="0"/>
                </a:lnTo>
                <a:moveTo>
                  <a:pt x="3072" y="0"/>
                </a:moveTo>
                <a:lnTo>
                  <a:pt x="3112" y="0"/>
                </a:lnTo>
                <a:lnTo>
                  <a:pt x="3112" y="9"/>
                </a:lnTo>
                <a:lnTo>
                  <a:pt x="3072" y="9"/>
                </a:lnTo>
                <a:lnTo>
                  <a:pt x="3072" y="0"/>
                </a:lnTo>
                <a:moveTo>
                  <a:pt x="3136" y="0"/>
                </a:moveTo>
                <a:lnTo>
                  <a:pt x="3176" y="0"/>
                </a:lnTo>
                <a:lnTo>
                  <a:pt x="3176" y="9"/>
                </a:lnTo>
                <a:lnTo>
                  <a:pt x="3136" y="9"/>
                </a:lnTo>
                <a:lnTo>
                  <a:pt x="3136" y="0"/>
                </a:lnTo>
                <a:moveTo>
                  <a:pt x="3200" y="0"/>
                </a:moveTo>
                <a:lnTo>
                  <a:pt x="3240" y="0"/>
                </a:lnTo>
                <a:lnTo>
                  <a:pt x="3240" y="9"/>
                </a:lnTo>
                <a:lnTo>
                  <a:pt x="3200" y="9"/>
                </a:lnTo>
                <a:lnTo>
                  <a:pt x="3200" y="0"/>
                </a:lnTo>
                <a:moveTo>
                  <a:pt x="3264" y="0"/>
                </a:moveTo>
                <a:lnTo>
                  <a:pt x="3304" y="0"/>
                </a:lnTo>
                <a:lnTo>
                  <a:pt x="3304" y="9"/>
                </a:lnTo>
                <a:lnTo>
                  <a:pt x="3264" y="9"/>
                </a:lnTo>
                <a:lnTo>
                  <a:pt x="3264" y="0"/>
                </a:lnTo>
                <a:moveTo>
                  <a:pt x="3328" y="0"/>
                </a:moveTo>
                <a:lnTo>
                  <a:pt x="3368" y="0"/>
                </a:lnTo>
                <a:lnTo>
                  <a:pt x="3368" y="9"/>
                </a:lnTo>
                <a:lnTo>
                  <a:pt x="3328" y="9"/>
                </a:lnTo>
                <a:lnTo>
                  <a:pt x="3328" y="0"/>
                </a:lnTo>
                <a:moveTo>
                  <a:pt x="3392" y="0"/>
                </a:moveTo>
                <a:lnTo>
                  <a:pt x="3432" y="0"/>
                </a:lnTo>
                <a:lnTo>
                  <a:pt x="3432" y="9"/>
                </a:lnTo>
                <a:lnTo>
                  <a:pt x="3392" y="9"/>
                </a:lnTo>
                <a:lnTo>
                  <a:pt x="3392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9"/>
                </a:lnTo>
                <a:lnTo>
                  <a:pt x="3455" y="9"/>
                </a:lnTo>
                <a:lnTo>
                  <a:pt x="3455" y="0"/>
                </a:lnTo>
                <a:moveTo>
                  <a:pt x="3519" y="0"/>
                </a:moveTo>
                <a:lnTo>
                  <a:pt x="3559" y="0"/>
                </a:lnTo>
                <a:lnTo>
                  <a:pt x="3559" y="9"/>
                </a:lnTo>
                <a:lnTo>
                  <a:pt x="3519" y="9"/>
                </a:lnTo>
                <a:lnTo>
                  <a:pt x="3519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9"/>
                </a:lnTo>
                <a:lnTo>
                  <a:pt x="3583" y="9"/>
                </a:lnTo>
                <a:lnTo>
                  <a:pt x="3583" y="0"/>
                </a:lnTo>
                <a:moveTo>
                  <a:pt x="3647" y="0"/>
                </a:moveTo>
                <a:lnTo>
                  <a:pt x="3687" y="0"/>
                </a:lnTo>
                <a:lnTo>
                  <a:pt x="3687" y="9"/>
                </a:lnTo>
                <a:lnTo>
                  <a:pt x="3647" y="9"/>
                </a:lnTo>
                <a:lnTo>
                  <a:pt x="3647" y="0"/>
                </a:lnTo>
                <a:moveTo>
                  <a:pt x="3711" y="0"/>
                </a:moveTo>
                <a:lnTo>
                  <a:pt x="3751" y="0"/>
                </a:lnTo>
                <a:lnTo>
                  <a:pt x="3751" y="9"/>
                </a:lnTo>
                <a:lnTo>
                  <a:pt x="3711" y="9"/>
                </a:lnTo>
                <a:lnTo>
                  <a:pt x="3711" y="0"/>
                </a:lnTo>
                <a:moveTo>
                  <a:pt x="3775" y="0"/>
                </a:moveTo>
                <a:lnTo>
                  <a:pt x="3815" y="0"/>
                </a:lnTo>
                <a:lnTo>
                  <a:pt x="3815" y="9"/>
                </a:lnTo>
                <a:lnTo>
                  <a:pt x="3775" y="9"/>
                </a:lnTo>
                <a:lnTo>
                  <a:pt x="3775" y="0"/>
                </a:lnTo>
                <a:moveTo>
                  <a:pt x="3839" y="0"/>
                </a:moveTo>
                <a:lnTo>
                  <a:pt x="3879" y="0"/>
                </a:lnTo>
                <a:lnTo>
                  <a:pt x="3879" y="9"/>
                </a:lnTo>
                <a:lnTo>
                  <a:pt x="3839" y="9"/>
                </a:lnTo>
                <a:lnTo>
                  <a:pt x="3839" y="0"/>
                </a:lnTo>
                <a:moveTo>
                  <a:pt x="3903" y="0"/>
                </a:moveTo>
                <a:lnTo>
                  <a:pt x="3943" y="0"/>
                </a:lnTo>
                <a:lnTo>
                  <a:pt x="3943" y="9"/>
                </a:lnTo>
                <a:lnTo>
                  <a:pt x="3903" y="9"/>
                </a:lnTo>
                <a:lnTo>
                  <a:pt x="3903" y="0"/>
                </a:lnTo>
                <a:moveTo>
                  <a:pt x="3967" y="0"/>
                </a:moveTo>
                <a:lnTo>
                  <a:pt x="4007" y="0"/>
                </a:lnTo>
                <a:lnTo>
                  <a:pt x="4007" y="9"/>
                </a:lnTo>
                <a:lnTo>
                  <a:pt x="3967" y="9"/>
                </a:lnTo>
                <a:lnTo>
                  <a:pt x="3967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9"/>
                </a:lnTo>
                <a:lnTo>
                  <a:pt x="4030" y="9"/>
                </a:lnTo>
                <a:lnTo>
                  <a:pt x="4030" y="0"/>
                </a:lnTo>
                <a:moveTo>
                  <a:pt x="4094" y="0"/>
                </a:moveTo>
                <a:lnTo>
                  <a:pt x="4134" y="0"/>
                </a:lnTo>
                <a:lnTo>
                  <a:pt x="4134" y="9"/>
                </a:lnTo>
                <a:lnTo>
                  <a:pt x="4094" y="9"/>
                </a:lnTo>
                <a:lnTo>
                  <a:pt x="4094" y="0"/>
                </a:lnTo>
                <a:moveTo>
                  <a:pt x="4158" y="0"/>
                </a:moveTo>
                <a:lnTo>
                  <a:pt x="4198" y="0"/>
                </a:lnTo>
                <a:lnTo>
                  <a:pt x="4198" y="9"/>
                </a:lnTo>
                <a:lnTo>
                  <a:pt x="4158" y="9"/>
                </a:lnTo>
                <a:lnTo>
                  <a:pt x="4158" y="0"/>
                </a:lnTo>
                <a:moveTo>
                  <a:pt x="4222" y="0"/>
                </a:moveTo>
                <a:lnTo>
                  <a:pt x="4262" y="0"/>
                </a:lnTo>
                <a:lnTo>
                  <a:pt x="4262" y="9"/>
                </a:lnTo>
                <a:lnTo>
                  <a:pt x="4222" y="9"/>
                </a:lnTo>
                <a:lnTo>
                  <a:pt x="4222" y="0"/>
                </a:lnTo>
                <a:moveTo>
                  <a:pt x="4286" y="0"/>
                </a:moveTo>
                <a:lnTo>
                  <a:pt x="4326" y="0"/>
                </a:lnTo>
                <a:lnTo>
                  <a:pt x="4326" y="9"/>
                </a:lnTo>
                <a:lnTo>
                  <a:pt x="4286" y="9"/>
                </a:lnTo>
                <a:lnTo>
                  <a:pt x="4286" y="0"/>
                </a:lnTo>
                <a:moveTo>
                  <a:pt x="4350" y="0"/>
                </a:moveTo>
                <a:lnTo>
                  <a:pt x="4390" y="0"/>
                </a:lnTo>
                <a:lnTo>
                  <a:pt x="4390" y="9"/>
                </a:lnTo>
                <a:lnTo>
                  <a:pt x="4350" y="9"/>
                </a:lnTo>
                <a:lnTo>
                  <a:pt x="4350" y="0"/>
                </a:lnTo>
                <a:moveTo>
                  <a:pt x="4414" y="0"/>
                </a:moveTo>
                <a:lnTo>
                  <a:pt x="4454" y="0"/>
                </a:lnTo>
                <a:lnTo>
                  <a:pt x="4454" y="9"/>
                </a:lnTo>
                <a:lnTo>
                  <a:pt x="4414" y="9"/>
                </a:lnTo>
                <a:lnTo>
                  <a:pt x="4414" y="0"/>
                </a:lnTo>
                <a:moveTo>
                  <a:pt x="4478" y="0"/>
                </a:moveTo>
                <a:lnTo>
                  <a:pt x="4518" y="0"/>
                </a:lnTo>
                <a:lnTo>
                  <a:pt x="4518" y="9"/>
                </a:lnTo>
                <a:lnTo>
                  <a:pt x="4478" y="9"/>
                </a:lnTo>
                <a:lnTo>
                  <a:pt x="4478" y="0"/>
                </a:lnTo>
                <a:moveTo>
                  <a:pt x="4542" y="0"/>
                </a:moveTo>
                <a:lnTo>
                  <a:pt x="4582" y="0"/>
                </a:lnTo>
                <a:lnTo>
                  <a:pt x="4582" y="9"/>
                </a:lnTo>
                <a:lnTo>
                  <a:pt x="4542" y="9"/>
                </a:lnTo>
                <a:lnTo>
                  <a:pt x="4542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9"/>
                </a:lnTo>
                <a:lnTo>
                  <a:pt x="4605" y="9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9"/>
                </a:lnTo>
                <a:lnTo>
                  <a:pt x="4669" y="9"/>
                </a:lnTo>
                <a:lnTo>
                  <a:pt x="4669" y="0"/>
                </a:lnTo>
                <a:moveTo>
                  <a:pt x="4733" y="0"/>
                </a:moveTo>
                <a:lnTo>
                  <a:pt x="4773" y="0"/>
                </a:lnTo>
                <a:lnTo>
                  <a:pt x="4773" y="9"/>
                </a:lnTo>
                <a:lnTo>
                  <a:pt x="4733" y="9"/>
                </a:lnTo>
                <a:lnTo>
                  <a:pt x="4733" y="0"/>
                </a:lnTo>
                <a:moveTo>
                  <a:pt x="4797" y="0"/>
                </a:moveTo>
                <a:lnTo>
                  <a:pt x="4837" y="0"/>
                </a:lnTo>
                <a:lnTo>
                  <a:pt x="4837" y="9"/>
                </a:lnTo>
                <a:lnTo>
                  <a:pt x="4797" y="9"/>
                </a:lnTo>
                <a:lnTo>
                  <a:pt x="4797" y="0"/>
                </a:lnTo>
                <a:moveTo>
                  <a:pt x="4849" y="21"/>
                </a:moveTo>
                <a:lnTo>
                  <a:pt x="4849" y="61"/>
                </a:lnTo>
                <a:lnTo>
                  <a:pt x="4841" y="61"/>
                </a:lnTo>
                <a:lnTo>
                  <a:pt x="4841" y="21"/>
                </a:lnTo>
                <a:lnTo>
                  <a:pt x="4849" y="21"/>
                </a:lnTo>
                <a:moveTo>
                  <a:pt x="4849" y="85"/>
                </a:moveTo>
                <a:lnTo>
                  <a:pt x="4849" y="125"/>
                </a:lnTo>
                <a:lnTo>
                  <a:pt x="4841" y="125"/>
                </a:lnTo>
                <a:lnTo>
                  <a:pt x="4841" y="85"/>
                </a:lnTo>
                <a:lnTo>
                  <a:pt x="4849" y="85"/>
                </a:lnTo>
                <a:moveTo>
                  <a:pt x="4849" y="149"/>
                </a:moveTo>
                <a:lnTo>
                  <a:pt x="4849" y="189"/>
                </a:lnTo>
                <a:lnTo>
                  <a:pt x="4841" y="189"/>
                </a:lnTo>
                <a:lnTo>
                  <a:pt x="4841" y="149"/>
                </a:lnTo>
                <a:lnTo>
                  <a:pt x="4849" y="149"/>
                </a:lnTo>
                <a:moveTo>
                  <a:pt x="4849" y="212"/>
                </a:moveTo>
                <a:lnTo>
                  <a:pt x="4849" y="252"/>
                </a:lnTo>
                <a:lnTo>
                  <a:pt x="4841" y="252"/>
                </a:lnTo>
                <a:lnTo>
                  <a:pt x="4841" y="212"/>
                </a:lnTo>
                <a:lnTo>
                  <a:pt x="4849" y="212"/>
                </a:lnTo>
                <a:moveTo>
                  <a:pt x="4849" y="276"/>
                </a:moveTo>
                <a:lnTo>
                  <a:pt x="4849" y="316"/>
                </a:lnTo>
                <a:lnTo>
                  <a:pt x="4841" y="316"/>
                </a:lnTo>
                <a:lnTo>
                  <a:pt x="4841" y="276"/>
                </a:lnTo>
                <a:lnTo>
                  <a:pt x="4849" y="276"/>
                </a:lnTo>
                <a:moveTo>
                  <a:pt x="4849" y="340"/>
                </a:moveTo>
                <a:lnTo>
                  <a:pt x="4849" y="380"/>
                </a:lnTo>
                <a:lnTo>
                  <a:pt x="4841" y="380"/>
                </a:lnTo>
                <a:lnTo>
                  <a:pt x="4841" y="340"/>
                </a:lnTo>
                <a:lnTo>
                  <a:pt x="4849" y="340"/>
                </a:lnTo>
                <a:moveTo>
                  <a:pt x="4829" y="392"/>
                </a:moveTo>
                <a:lnTo>
                  <a:pt x="4789" y="392"/>
                </a:lnTo>
                <a:lnTo>
                  <a:pt x="4789" y="384"/>
                </a:lnTo>
                <a:lnTo>
                  <a:pt x="4829" y="384"/>
                </a:lnTo>
                <a:lnTo>
                  <a:pt x="4829" y="392"/>
                </a:lnTo>
                <a:moveTo>
                  <a:pt x="4765" y="392"/>
                </a:moveTo>
                <a:lnTo>
                  <a:pt x="4725" y="392"/>
                </a:lnTo>
                <a:lnTo>
                  <a:pt x="4725" y="384"/>
                </a:lnTo>
                <a:lnTo>
                  <a:pt x="4765" y="384"/>
                </a:lnTo>
                <a:lnTo>
                  <a:pt x="4765" y="392"/>
                </a:lnTo>
                <a:moveTo>
                  <a:pt x="4701" y="392"/>
                </a:moveTo>
                <a:lnTo>
                  <a:pt x="4661" y="392"/>
                </a:lnTo>
                <a:lnTo>
                  <a:pt x="4661" y="384"/>
                </a:lnTo>
                <a:lnTo>
                  <a:pt x="4701" y="384"/>
                </a:lnTo>
                <a:lnTo>
                  <a:pt x="4701" y="392"/>
                </a:lnTo>
                <a:moveTo>
                  <a:pt x="4637" y="392"/>
                </a:moveTo>
                <a:lnTo>
                  <a:pt x="4598" y="392"/>
                </a:lnTo>
                <a:lnTo>
                  <a:pt x="4598" y="384"/>
                </a:lnTo>
                <a:lnTo>
                  <a:pt x="4637" y="384"/>
                </a:lnTo>
                <a:lnTo>
                  <a:pt x="4637" y="392"/>
                </a:lnTo>
                <a:moveTo>
                  <a:pt x="4574" y="392"/>
                </a:moveTo>
                <a:lnTo>
                  <a:pt x="4534" y="392"/>
                </a:lnTo>
                <a:lnTo>
                  <a:pt x="4534" y="384"/>
                </a:lnTo>
                <a:lnTo>
                  <a:pt x="4574" y="384"/>
                </a:lnTo>
                <a:lnTo>
                  <a:pt x="4574" y="392"/>
                </a:lnTo>
                <a:moveTo>
                  <a:pt x="4510" y="392"/>
                </a:moveTo>
                <a:lnTo>
                  <a:pt x="4470" y="392"/>
                </a:lnTo>
                <a:lnTo>
                  <a:pt x="4470" y="384"/>
                </a:lnTo>
                <a:lnTo>
                  <a:pt x="4510" y="384"/>
                </a:lnTo>
                <a:lnTo>
                  <a:pt x="4510" y="392"/>
                </a:lnTo>
                <a:moveTo>
                  <a:pt x="4446" y="392"/>
                </a:moveTo>
                <a:lnTo>
                  <a:pt x="4406" y="392"/>
                </a:lnTo>
                <a:lnTo>
                  <a:pt x="4406" y="384"/>
                </a:lnTo>
                <a:lnTo>
                  <a:pt x="4446" y="384"/>
                </a:lnTo>
                <a:lnTo>
                  <a:pt x="4446" y="392"/>
                </a:lnTo>
                <a:moveTo>
                  <a:pt x="4382" y="392"/>
                </a:moveTo>
                <a:lnTo>
                  <a:pt x="4342" y="392"/>
                </a:lnTo>
                <a:lnTo>
                  <a:pt x="4342" y="384"/>
                </a:lnTo>
                <a:lnTo>
                  <a:pt x="4382" y="384"/>
                </a:lnTo>
                <a:lnTo>
                  <a:pt x="4382" y="392"/>
                </a:lnTo>
                <a:moveTo>
                  <a:pt x="4318" y="392"/>
                </a:moveTo>
                <a:lnTo>
                  <a:pt x="4278" y="392"/>
                </a:lnTo>
                <a:lnTo>
                  <a:pt x="4278" y="384"/>
                </a:lnTo>
                <a:lnTo>
                  <a:pt x="4318" y="384"/>
                </a:lnTo>
                <a:lnTo>
                  <a:pt x="4318" y="392"/>
                </a:lnTo>
                <a:moveTo>
                  <a:pt x="4254" y="392"/>
                </a:moveTo>
                <a:lnTo>
                  <a:pt x="4214" y="392"/>
                </a:lnTo>
                <a:lnTo>
                  <a:pt x="4214" y="384"/>
                </a:lnTo>
                <a:lnTo>
                  <a:pt x="4254" y="384"/>
                </a:lnTo>
                <a:lnTo>
                  <a:pt x="4254" y="392"/>
                </a:lnTo>
                <a:moveTo>
                  <a:pt x="4190" y="392"/>
                </a:moveTo>
                <a:lnTo>
                  <a:pt x="4150" y="392"/>
                </a:lnTo>
                <a:lnTo>
                  <a:pt x="4150" y="384"/>
                </a:lnTo>
                <a:lnTo>
                  <a:pt x="4190" y="384"/>
                </a:lnTo>
                <a:lnTo>
                  <a:pt x="4190" y="392"/>
                </a:lnTo>
                <a:moveTo>
                  <a:pt x="4126" y="392"/>
                </a:moveTo>
                <a:lnTo>
                  <a:pt x="4086" y="392"/>
                </a:lnTo>
                <a:lnTo>
                  <a:pt x="4086" y="384"/>
                </a:lnTo>
                <a:lnTo>
                  <a:pt x="4126" y="384"/>
                </a:lnTo>
                <a:lnTo>
                  <a:pt x="4126" y="392"/>
                </a:lnTo>
                <a:moveTo>
                  <a:pt x="4062" y="392"/>
                </a:moveTo>
                <a:lnTo>
                  <a:pt x="4022" y="392"/>
                </a:lnTo>
                <a:lnTo>
                  <a:pt x="4022" y="384"/>
                </a:lnTo>
                <a:lnTo>
                  <a:pt x="4062" y="384"/>
                </a:lnTo>
                <a:lnTo>
                  <a:pt x="4062" y="392"/>
                </a:lnTo>
                <a:moveTo>
                  <a:pt x="3999" y="392"/>
                </a:moveTo>
                <a:lnTo>
                  <a:pt x="3959" y="392"/>
                </a:lnTo>
                <a:lnTo>
                  <a:pt x="3959" y="384"/>
                </a:lnTo>
                <a:lnTo>
                  <a:pt x="3999" y="384"/>
                </a:lnTo>
                <a:lnTo>
                  <a:pt x="3999" y="392"/>
                </a:lnTo>
                <a:moveTo>
                  <a:pt x="3935" y="392"/>
                </a:moveTo>
                <a:lnTo>
                  <a:pt x="3895" y="392"/>
                </a:lnTo>
                <a:lnTo>
                  <a:pt x="3895" y="384"/>
                </a:lnTo>
                <a:lnTo>
                  <a:pt x="3935" y="384"/>
                </a:lnTo>
                <a:lnTo>
                  <a:pt x="3935" y="392"/>
                </a:lnTo>
                <a:moveTo>
                  <a:pt x="3871" y="392"/>
                </a:moveTo>
                <a:lnTo>
                  <a:pt x="3831" y="392"/>
                </a:lnTo>
                <a:lnTo>
                  <a:pt x="3831" y="384"/>
                </a:lnTo>
                <a:lnTo>
                  <a:pt x="3871" y="384"/>
                </a:lnTo>
                <a:lnTo>
                  <a:pt x="3871" y="392"/>
                </a:lnTo>
                <a:moveTo>
                  <a:pt x="3807" y="392"/>
                </a:moveTo>
                <a:lnTo>
                  <a:pt x="3767" y="392"/>
                </a:lnTo>
                <a:lnTo>
                  <a:pt x="3767" y="384"/>
                </a:lnTo>
                <a:lnTo>
                  <a:pt x="3807" y="384"/>
                </a:lnTo>
                <a:lnTo>
                  <a:pt x="3807" y="392"/>
                </a:lnTo>
                <a:moveTo>
                  <a:pt x="3743" y="392"/>
                </a:moveTo>
                <a:lnTo>
                  <a:pt x="3703" y="392"/>
                </a:lnTo>
                <a:lnTo>
                  <a:pt x="3703" y="384"/>
                </a:lnTo>
                <a:lnTo>
                  <a:pt x="3743" y="384"/>
                </a:lnTo>
                <a:lnTo>
                  <a:pt x="3743" y="392"/>
                </a:lnTo>
                <a:moveTo>
                  <a:pt x="3679" y="392"/>
                </a:moveTo>
                <a:lnTo>
                  <a:pt x="3639" y="392"/>
                </a:lnTo>
                <a:lnTo>
                  <a:pt x="3639" y="384"/>
                </a:lnTo>
                <a:lnTo>
                  <a:pt x="3679" y="384"/>
                </a:lnTo>
                <a:lnTo>
                  <a:pt x="3679" y="392"/>
                </a:lnTo>
                <a:moveTo>
                  <a:pt x="3615" y="392"/>
                </a:moveTo>
                <a:lnTo>
                  <a:pt x="3575" y="392"/>
                </a:lnTo>
                <a:lnTo>
                  <a:pt x="3575" y="384"/>
                </a:lnTo>
                <a:lnTo>
                  <a:pt x="3615" y="384"/>
                </a:lnTo>
                <a:lnTo>
                  <a:pt x="3615" y="392"/>
                </a:lnTo>
                <a:moveTo>
                  <a:pt x="3551" y="392"/>
                </a:moveTo>
                <a:lnTo>
                  <a:pt x="3511" y="392"/>
                </a:lnTo>
                <a:lnTo>
                  <a:pt x="3511" y="384"/>
                </a:lnTo>
                <a:lnTo>
                  <a:pt x="3551" y="384"/>
                </a:lnTo>
                <a:lnTo>
                  <a:pt x="3551" y="392"/>
                </a:lnTo>
                <a:moveTo>
                  <a:pt x="3487" y="392"/>
                </a:moveTo>
                <a:lnTo>
                  <a:pt x="3447" y="392"/>
                </a:lnTo>
                <a:lnTo>
                  <a:pt x="3447" y="384"/>
                </a:lnTo>
                <a:lnTo>
                  <a:pt x="3487" y="384"/>
                </a:lnTo>
                <a:lnTo>
                  <a:pt x="3487" y="392"/>
                </a:lnTo>
                <a:moveTo>
                  <a:pt x="3424" y="392"/>
                </a:moveTo>
                <a:lnTo>
                  <a:pt x="3384" y="392"/>
                </a:lnTo>
                <a:lnTo>
                  <a:pt x="3384" y="384"/>
                </a:lnTo>
                <a:lnTo>
                  <a:pt x="3424" y="384"/>
                </a:lnTo>
                <a:lnTo>
                  <a:pt x="3424" y="392"/>
                </a:lnTo>
                <a:moveTo>
                  <a:pt x="3360" y="392"/>
                </a:moveTo>
                <a:lnTo>
                  <a:pt x="3320" y="392"/>
                </a:lnTo>
                <a:lnTo>
                  <a:pt x="3320" y="384"/>
                </a:lnTo>
                <a:lnTo>
                  <a:pt x="3360" y="384"/>
                </a:lnTo>
                <a:lnTo>
                  <a:pt x="3360" y="392"/>
                </a:lnTo>
                <a:moveTo>
                  <a:pt x="3296" y="392"/>
                </a:moveTo>
                <a:lnTo>
                  <a:pt x="3256" y="392"/>
                </a:lnTo>
                <a:lnTo>
                  <a:pt x="3256" y="384"/>
                </a:lnTo>
                <a:lnTo>
                  <a:pt x="3296" y="384"/>
                </a:lnTo>
                <a:lnTo>
                  <a:pt x="3296" y="392"/>
                </a:lnTo>
                <a:moveTo>
                  <a:pt x="3232" y="392"/>
                </a:moveTo>
                <a:lnTo>
                  <a:pt x="3192" y="392"/>
                </a:lnTo>
                <a:lnTo>
                  <a:pt x="3192" y="384"/>
                </a:lnTo>
                <a:lnTo>
                  <a:pt x="3232" y="384"/>
                </a:lnTo>
                <a:lnTo>
                  <a:pt x="3232" y="392"/>
                </a:lnTo>
                <a:moveTo>
                  <a:pt x="3168" y="392"/>
                </a:moveTo>
                <a:lnTo>
                  <a:pt x="3128" y="392"/>
                </a:lnTo>
                <a:lnTo>
                  <a:pt x="3128" y="384"/>
                </a:lnTo>
                <a:lnTo>
                  <a:pt x="3168" y="384"/>
                </a:lnTo>
                <a:lnTo>
                  <a:pt x="3168" y="392"/>
                </a:lnTo>
                <a:moveTo>
                  <a:pt x="3104" y="392"/>
                </a:moveTo>
                <a:lnTo>
                  <a:pt x="3064" y="392"/>
                </a:lnTo>
                <a:lnTo>
                  <a:pt x="3064" y="384"/>
                </a:lnTo>
                <a:lnTo>
                  <a:pt x="3104" y="384"/>
                </a:lnTo>
                <a:lnTo>
                  <a:pt x="3104" y="392"/>
                </a:lnTo>
                <a:moveTo>
                  <a:pt x="3040" y="392"/>
                </a:moveTo>
                <a:lnTo>
                  <a:pt x="3000" y="392"/>
                </a:lnTo>
                <a:lnTo>
                  <a:pt x="3000" y="384"/>
                </a:lnTo>
                <a:lnTo>
                  <a:pt x="3040" y="384"/>
                </a:lnTo>
                <a:lnTo>
                  <a:pt x="3040" y="392"/>
                </a:lnTo>
                <a:moveTo>
                  <a:pt x="2976" y="392"/>
                </a:moveTo>
                <a:lnTo>
                  <a:pt x="2936" y="392"/>
                </a:lnTo>
                <a:lnTo>
                  <a:pt x="2936" y="384"/>
                </a:lnTo>
                <a:lnTo>
                  <a:pt x="2976" y="384"/>
                </a:lnTo>
                <a:lnTo>
                  <a:pt x="2976" y="392"/>
                </a:lnTo>
                <a:moveTo>
                  <a:pt x="2912" y="392"/>
                </a:moveTo>
                <a:lnTo>
                  <a:pt x="2872" y="392"/>
                </a:lnTo>
                <a:lnTo>
                  <a:pt x="2872" y="384"/>
                </a:lnTo>
                <a:lnTo>
                  <a:pt x="2912" y="384"/>
                </a:lnTo>
                <a:lnTo>
                  <a:pt x="2912" y="392"/>
                </a:lnTo>
                <a:moveTo>
                  <a:pt x="2848" y="392"/>
                </a:moveTo>
                <a:lnTo>
                  <a:pt x="2808" y="392"/>
                </a:lnTo>
                <a:lnTo>
                  <a:pt x="2808" y="384"/>
                </a:lnTo>
                <a:lnTo>
                  <a:pt x="2848" y="384"/>
                </a:lnTo>
                <a:lnTo>
                  <a:pt x="2848" y="392"/>
                </a:lnTo>
                <a:moveTo>
                  <a:pt x="2784" y="392"/>
                </a:moveTo>
                <a:lnTo>
                  <a:pt x="2744" y="392"/>
                </a:lnTo>
                <a:lnTo>
                  <a:pt x="2744" y="384"/>
                </a:lnTo>
                <a:lnTo>
                  <a:pt x="2784" y="384"/>
                </a:lnTo>
                <a:lnTo>
                  <a:pt x="2784" y="392"/>
                </a:lnTo>
                <a:moveTo>
                  <a:pt x="2720" y="392"/>
                </a:moveTo>
                <a:lnTo>
                  <a:pt x="2680" y="392"/>
                </a:lnTo>
                <a:lnTo>
                  <a:pt x="2680" y="384"/>
                </a:lnTo>
                <a:lnTo>
                  <a:pt x="2720" y="384"/>
                </a:lnTo>
                <a:lnTo>
                  <a:pt x="2720" y="392"/>
                </a:lnTo>
                <a:moveTo>
                  <a:pt x="2656" y="392"/>
                </a:moveTo>
                <a:lnTo>
                  <a:pt x="2616" y="392"/>
                </a:lnTo>
                <a:lnTo>
                  <a:pt x="2616" y="384"/>
                </a:lnTo>
                <a:lnTo>
                  <a:pt x="2656" y="384"/>
                </a:lnTo>
                <a:lnTo>
                  <a:pt x="2656" y="392"/>
                </a:lnTo>
                <a:moveTo>
                  <a:pt x="2592" y="392"/>
                </a:moveTo>
                <a:lnTo>
                  <a:pt x="2552" y="392"/>
                </a:lnTo>
                <a:lnTo>
                  <a:pt x="2552" y="384"/>
                </a:lnTo>
                <a:lnTo>
                  <a:pt x="2592" y="384"/>
                </a:lnTo>
                <a:lnTo>
                  <a:pt x="2592" y="392"/>
                </a:lnTo>
                <a:moveTo>
                  <a:pt x="2528" y="392"/>
                </a:moveTo>
                <a:lnTo>
                  <a:pt x="2488" y="392"/>
                </a:lnTo>
                <a:lnTo>
                  <a:pt x="2488" y="384"/>
                </a:lnTo>
                <a:lnTo>
                  <a:pt x="2528" y="384"/>
                </a:lnTo>
                <a:lnTo>
                  <a:pt x="2528" y="392"/>
                </a:lnTo>
                <a:moveTo>
                  <a:pt x="2464" y="392"/>
                </a:moveTo>
                <a:lnTo>
                  <a:pt x="2424" y="392"/>
                </a:lnTo>
                <a:lnTo>
                  <a:pt x="2424" y="384"/>
                </a:lnTo>
                <a:lnTo>
                  <a:pt x="2464" y="384"/>
                </a:lnTo>
                <a:lnTo>
                  <a:pt x="2464" y="392"/>
                </a:lnTo>
                <a:moveTo>
                  <a:pt x="2400" y="392"/>
                </a:moveTo>
                <a:lnTo>
                  <a:pt x="2360" y="392"/>
                </a:lnTo>
                <a:lnTo>
                  <a:pt x="2360" y="384"/>
                </a:lnTo>
                <a:lnTo>
                  <a:pt x="2400" y="384"/>
                </a:lnTo>
                <a:lnTo>
                  <a:pt x="2400" y="392"/>
                </a:lnTo>
                <a:moveTo>
                  <a:pt x="2336" y="392"/>
                </a:moveTo>
                <a:lnTo>
                  <a:pt x="2296" y="392"/>
                </a:lnTo>
                <a:lnTo>
                  <a:pt x="2296" y="384"/>
                </a:lnTo>
                <a:lnTo>
                  <a:pt x="2336" y="384"/>
                </a:lnTo>
                <a:lnTo>
                  <a:pt x="2336" y="392"/>
                </a:lnTo>
                <a:moveTo>
                  <a:pt x="2272" y="392"/>
                </a:moveTo>
                <a:lnTo>
                  <a:pt x="2233" y="392"/>
                </a:lnTo>
                <a:lnTo>
                  <a:pt x="2233" y="384"/>
                </a:lnTo>
                <a:lnTo>
                  <a:pt x="2272" y="384"/>
                </a:lnTo>
                <a:lnTo>
                  <a:pt x="2272" y="392"/>
                </a:lnTo>
                <a:moveTo>
                  <a:pt x="2209" y="392"/>
                </a:moveTo>
                <a:lnTo>
                  <a:pt x="2169" y="392"/>
                </a:lnTo>
                <a:lnTo>
                  <a:pt x="2169" y="384"/>
                </a:lnTo>
                <a:lnTo>
                  <a:pt x="2209" y="384"/>
                </a:lnTo>
                <a:lnTo>
                  <a:pt x="2209" y="392"/>
                </a:lnTo>
                <a:moveTo>
                  <a:pt x="2145" y="392"/>
                </a:moveTo>
                <a:lnTo>
                  <a:pt x="2105" y="392"/>
                </a:lnTo>
                <a:lnTo>
                  <a:pt x="2105" y="384"/>
                </a:lnTo>
                <a:lnTo>
                  <a:pt x="2145" y="384"/>
                </a:lnTo>
                <a:lnTo>
                  <a:pt x="2145" y="392"/>
                </a:lnTo>
                <a:moveTo>
                  <a:pt x="2081" y="392"/>
                </a:moveTo>
                <a:lnTo>
                  <a:pt x="2041" y="392"/>
                </a:lnTo>
                <a:lnTo>
                  <a:pt x="2041" y="384"/>
                </a:lnTo>
                <a:lnTo>
                  <a:pt x="2081" y="384"/>
                </a:lnTo>
                <a:lnTo>
                  <a:pt x="2081" y="392"/>
                </a:lnTo>
                <a:moveTo>
                  <a:pt x="2017" y="392"/>
                </a:moveTo>
                <a:lnTo>
                  <a:pt x="1977" y="392"/>
                </a:lnTo>
                <a:lnTo>
                  <a:pt x="1977" y="384"/>
                </a:lnTo>
                <a:lnTo>
                  <a:pt x="2017" y="384"/>
                </a:lnTo>
                <a:lnTo>
                  <a:pt x="2017" y="392"/>
                </a:lnTo>
                <a:moveTo>
                  <a:pt x="1953" y="392"/>
                </a:moveTo>
                <a:lnTo>
                  <a:pt x="1913" y="392"/>
                </a:lnTo>
                <a:lnTo>
                  <a:pt x="1913" y="384"/>
                </a:lnTo>
                <a:lnTo>
                  <a:pt x="1953" y="384"/>
                </a:lnTo>
                <a:lnTo>
                  <a:pt x="1953" y="392"/>
                </a:lnTo>
                <a:moveTo>
                  <a:pt x="1889" y="392"/>
                </a:moveTo>
                <a:lnTo>
                  <a:pt x="1849" y="392"/>
                </a:lnTo>
                <a:lnTo>
                  <a:pt x="1849" y="384"/>
                </a:lnTo>
                <a:lnTo>
                  <a:pt x="1889" y="384"/>
                </a:lnTo>
                <a:lnTo>
                  <a:pt x="1889" y="392"/>
                </a:lnTo>
                <a:moveTo>
                  <a:pt x="1825" y="392"/>
                </a:moveTo>
                <a:lnTo>
                  <a:pt x="1785" y="392"/>
                </a:lnTo>
                <a:lnTo>
                  <a:pt x="1785" y="384"/>
                </a:lnTo>
                <a:lnTo>
                  <a:pt x="1825" y="384"/>
                </a:lnTo>
                <a:lnTo>
                  <a:pt x="1825" y="392"/>
                </a:lnTo>
                <a:moveTo>
                  <a:pt x="1761" y="392"/>
                </a:moveTo>
                <a:lnTo>
                  <a:pt x="1721" y="392"/>
                </a:lnTo>
                <a:lnTo>
                  <a:pt x="1721" y="384"/>
                </a:lnTo>
                <a:lnTo>
                  <a:pt x="1761" y="384"/>
                </a:lnTo>
                <a:lnTo>
                  <a:pt x="1761" y="392"/>
                </a:lnTo>
                <a:moveTo>
                  <a:pt x="1697" y="392"/>
                </a:moveTo>
                <a:lnTo>
                  <a:pt x="1658" y="392"/>
                </a:lnTo>
                <a:lnTo>
                  <a:pt x="1658" y="384"/>
                </a:lnTo>
                <a:lnTo>
                  <a:pt x="1697" y="384"/>
                </a:lnTo>
                <a:lnTo>
                  <a:pt x="1697" y="392"/>
                </a:lnTo>
                <a:moveTo>
                  <a:pt x="1634" y="392"/>
                </a:moveTo>
                <a:lnTo>
                  <a:pt x="1594" y="392"/>
                </a:lnTo>
                <a:lnTo>
                  <a:pt x="1594" y="384"/>
                </a:lnTo>
                <a:lnTo>
                  <a:pt x="1634" y="384"/>
                </a:lnTo>
                <a:lnTo>
                  <a:pt x="1634" y="392"/>
                </a:lnTo>
                <a:moveTo>
                  <a:pt x="1570" y="392"/>
                </a:moveTo>
                <a:lnTo>
                  <a:pt x="1530" y="392"/>
                </a:lnTo>
                <a:lnTo>
                  <a:pt x="1530" y="384"/>
                </a:lnTo>
                <a:lnTo>
                  <a:pt x="1570" y="384"/>
                </a:lnTo>
                <a:lnTo>
                  <a:pt x="1570" y="392"/>
                </a:lnTo>
                <a:moveTo>
                  <a:pt x="1506" y="392"/>
                </a:moveTo>
                <a:lnTo>
                  <a:pt x="1466" y="392"/>
                </a:lnTo>
                <a:lnTo>
                  <a:pt x="1466" y="384"/>
                </a:lnTo>
                <a:lnTo>
                  <a:pt x="1506" y="384"/>
                </a:lnTo>
                <a:lnTo>
                  <a:pt x="1506" y="392"/>
                </a:lnTo>
                <a:moveTo>
                  <a:pt x="1442" y="392"/>
                </a:moveTo>
                <a:lnTo>
                  <a:pt x="1402" y="392"/>
                </a:lnTo>
                <a:lnTo>
                  <a:pt x="1402" y="384"/>
                </a:lnTo>
                <a:lnTo>
                  <a:pt x="1442" y="384"/>
                </a:lnTo>
                <a:lnTo>
                  <a:pt x="1442" y="392"/>
                </a:lnTo>
                <a:moveTo>
                  <a:pt x="1378" y="392"/>
                </a:moveTo>
                <a:lnTo>
                  <a:pt x="1338" y="392"/>
                </a:lnTo>
                <a:lnTo>
                  <a:pt x="1338" y="384"/>
                </a:lnTo>
                <a:lnTo>
                  <a:pt x="1378" y="384"/>
                </a:lnTo>
                <a:lnTo>
                  <a:pt x="1378" y="392"/>
                </a:lnTo>
                <a:moveTo>
                  <a:pt x="1314" y="392"/>
                </a:moveTo>
                <a:lnTo>
                  <a:pt x="1274" y="392"/>
                </a:lnTo>
                <a:lnTo>
                  <a:pt x="1274" y="384"/>
                </a:lnTo>
                <a:lnTo>
                  <a:pt x="1314" y="384"/>
                </a:lnTo>
                <a:lnTo>
                  <a:pt x="1314" y="392"/>
                </a:lnTo>
                <a:moveTo>
                  <a:pt x="1250" y="392"/>
                </a:moveTo>
                <a:lnTo>
                  <a:pt x="1210" y="392"/>
                </a:lnTo>
                <a:lnTo>
                  <a:pt x="1210" y="384"/>
                </a:lnTo>
                <a:lnTo>
                  <a:pt x="1250" y="384"/>
                </a:lnTo>
                <a:lnTo>
                  <a:pt x="1250" y="392"/>
                </a:lnTo>
                <a:moveTo>
                  <a:pt x="1186" y="392"/>
                </a:moveTo>
                <a:lnTo>
                  <a:pt x="1146" y="392"/>
                </a:lnTo>
                <a:lnTo>
                  <a:pt x="1146" y="384"/>
                </a:lnTo>
                <a:lnTo>
                  <a:pt x="1186" y="384"/>
                </a:lnTo>
                <a:lnTo>
                  <a:pt x="1186" y="392"/>
                </a:lnTo>
                <a:moveTo>
                  <a:pt x="1122" y="392"/>
                </a:moveTo>
                <a:lnTo>
                  <a:pt x="1083" y="392"/>
                </a:lnTo>
                <a:lnTo>
                  <a:pt x="1083" y="384"/>
                </a:lnTo>
                <a:lnTo>
                  <a:pt x="1122" y="384"/>
                </a:lnTo>
                <a:lnTo>
                  <a:pt x="1122" y="392"/>
                </a:lnTo>
                <a:moveTo>
                  <a:pt x="1059" y="392"/>
                </a:moveTo>
                <a:lnTo>
                  <a:pt x="1019" y="392"/>
                </a:lnTo>
                <a:lnTo>
                  <a:pt x="1019" y="384"/>
                </a:lnTo>
                <a:lnTo>
                  <a:pt x="1059" y="384"/>
                </a:lnTo>
                <a:lnTo>
                  <a:pt x="1059" y="392"/>
                </a:lnTo>
                <a:moveTo>
                  <a:pt x="995" y="392"/>
                </a:moveTo>
                <a:lnTo>
                  <a:pt x="955" y="392"/>
                </a:lnTo>
                <a:lnTo>
                  <a:pt x="955" y="384"/>
                </a:lnTo>
                <a:lnTo>
                  <a:pt x="995" y="384"/>
                </a:lnTo>
                <a:lnTo>
                  <a:pt x="995" y="392"/>
                </a:lnTo>
                <a:moveTo>
                  <a:pt x="931" y="392"/>
                </a:moveTo>
                <a:lnTo>
                  <a:pt x="891" y="392"/>
                </a:lnTo>
                <a:lnTo>
                  <a:pt x="891" y="384"/>
                </a:lnTo>
                <a:lnTo>
                  <a:pt x="931" y="384"/>
                </a:lnTo>
                <a:lnTo>
                  <a:pt x="931" y="392"/>
                </a:lnTo>
                <a:moveTo>
                  <a:pt x="867" y="392"/>
                </a:moveTo>
                <a:lnTo>
                  <a:pt x="827" y="392"/>
                </a:lnTo>
                <a:lnTo>
                  <a:pt x="827" y="384"/>
                </a:lnTo>
                <a:lnTo>
                  <a:pt x="867" y="384"/>
                </a:lnTo>
                <a:lnTo>
                  <a:pt x="867" y="392"/>
                </a:lnTo>
                <a:moveTo>
                  <a:pt x="803" y="392"/>
                </a:moveTo>
                <a:lnTo>
                  <a:pt x="763" y="392"/>
                </a:lnTo>
                <a:lnTo>
                  <a:pt x="763" y="384"/>
                </a:lnTo>
                <a:lnTo>
                  <a:pt x="803" y="384"/>
                </a:lnTo>
                <a:lnTo>
                  <a:pt x="803" y="392"/>
                </a:lnTo>
                <a:moveTo>
                  <a:pt x="739" y="392"/>
                </a:moveTo>
                <a:lnTo>
                  <a:pt x="699" y="392"/>
                </a:lnTo>
                <a:lnTo>
                  <a:pt x="699" y="384"/>
                </a:lnTo>
                <a:lnTo>
                  <a:pt x="739" y="384"/>
                </a:lnTo>
                <a:lnTo>
                  <a:pt x="739" y="392"/>
                </a:lnTo>
                <a:moveTo>
                  <a:pt x="675" y="392"/>
                </a:moveTo>
                <a:lnTo>
                  <a:pt x="635" y="392"/>
                </a:lnTo>
                <a:lnTo>
                  <a:pt x="635" y="384"/>
                </a:lnTo>
                <a:lnTo>
                  <a:pt x="675" y="384"/>
                </a:lnTo>
                <a:lnTo>
                  <a:pt x="675" y="392"/>
                </a:lnTo>
                <a:moveTo>
                  <a:pt x="611" y="392"/>
                </a:moveTo>
                <a:lnTo>
                  <a:pt x="571" y="392"/>
                </a:lnTo>
                <a:lnTo>
                  <a:pt x="571" y="384"/>
                </a:lnTo>
                <a:lnTo>
                  <a:pt x="611" y="384"/>
                </a:lnTo>
                <a:lnTo>
                  <a:pt x="611" y="392"/>
                </a:lnTo>
                <a:moveTo>
                  <a:pt x="547" y="392"/>
                </a:moveTo>
                <a:lnTo>
                  <a:pt x="508" y="392"/>
                </a:lnTo>
                <a:lnTo>
                  <a:pt x="508" y="384"/>
                </a:lnTo>
                <a:lnTo>
                  <a:pt x="547" y="384"/>
                </a:lnTo>
                <a:lnTo>
                  <a:pt x="547" y="392"/>
                </a:lnTo>
                <a:moveTo>
                  <a:pt x="484" y="392"/>
                </a:moveTo>
                <a:lnTo>
                  <a:pt x="444" y="392"/>
                </a:lnTo>
                <a:lnTo>
                  <a:pt x="444" y="384"/>
                </a:lnTo>
                <a:lnTo>
                  <a:pt x="484" y="384"/>
                </a:lnTo>
                <a:lnTo>
                  <a:pt x="484" y="392"/>
                </a:lnTo>
                <a:moveTo>
                  <a:pt x="420" y="392"/>
                </a:moveTo>
                <a:lnTo>
                  <a:pt x="380" y="392"/>
                </a:lnTo>
                <a:lnTo>
                  <a:pt x="380" y="384"/>
                </a:lnTo>
                <a:lnTo>
                  <a:pt x="420" y="384"/>
                </a:lnTo>
                <a:lnTo>
                  <a:pt x="420" y="392"/>
                </a:lnTo>
                <a:moveTo>
                  <a:pt x="356" y="392"/>
                </a:moveTo>
                <a:lnTo>
                  <a:pt x="316" y="392"/>
                </a:lnTo>
                <a:lnTo>
                  <a:pt x="316" y="384"/>
                </a:lnTo>
                <a:lnTo>
                  <a:pt x="356" y="384"/>
                </a:lnTo>
                <a:lnTo>
                  <a:pt x="356" y="392"/>
                </a:lnTo>
                <a:moveTo>
                  <a:pt x="292" y="392"/>
                </a:moveTo>
                <a:lnTo>
                  <a:pt x="252" y="392"/>
                </a:lnTo>
                <a:lnTo>
                  <a:pt x="252" y="384"/>
                </a:lnTo>
                <a:lnTo>
                  <a:pt x="292" y="384"/>
                </a:lnTo>
                <a:lnTo>
                  <a:pt x="292" y="392"/>
                </a:lnTo>
                <a:moveTo>
                  <a:pt x="228" y="392"/>
                </a:moveTo>
                <a:lnTo>
                  <a:pt x="188" y="392"/>
                </a:lnTo>
                <a:lnTo>
                  <a:pt x="188" y="384"/>
                </a:lnTo>
                <a:lnTo>
                  <a:pt x="228" y="384"/>
                </a:lnTo>
                <a:lnTo>
                  <a:pt x="228" y="392"/>
                </a:lnTo>
                <a:moveTo>
                  <a:pt x="164" y="392"/>
                </a:moveTo>
                <a:lnTo>
                  <a:pt x="124" y="392"/>
                </a:lnTo>
                <a:lnTo>
                  <a:pt x="124" y="384"/>
                </a:lnTo>
                <a:lnTo>
                  <a:pt x="164" y="384"/>
                </a:lnTo>
                <a:lnTo>
                  <a:pt x="164" y="392"/>
                </a:lnTo>
                <a:moveTo>
                  <a:pt x="100" y="392"/>
                </a:moveTo>
                <a:lnTo>
                  <a:pt x="60" y="392"/>
                </a:lnTo>
                <a:lnTo>
                  <a:pt x="60" y="384"/>
                </a:lnTo>
                <a:lnTo>
                  <a:pt x="100" y="384"/>
                </a:lnTo>
                <a:lnTo>
                  <a:pt x="100" y="392"/>
                </a:lnTo>
                <a:moveTo>
                  <a:pt x="36" y="392"/>
                </a:moveTo>
                <a:lnTo>
                  <a:pt x="0" y="392"/>
                </a:lnTo>
                <a:lnTo>
                  <a:pt x="0" y="380"/>
                </a:lnTo>
                <a:lnTo>
                  <a:pt x="8" y="380"/>
                </a:lnTo>
                <a:lnTo>
                  <a:pt x="8" y="388"/>
                </a:lnTo>
                <a:lnTo>
                  <a:pt x="4" y="388"/>
                </a:lnTo>
                <a:lnTo>
                  <a:pt x="4" y="384"/>
                </a:lnTo>
                <a:lnTo>
                  <a:pt x="36" y="384"/>
                </a:lnTo>
                <a:lnTo>
                  <a:pt x="36" y="392"/>
                </a:lnTo>
                <a:moveTo>
                  <a:pt x="0" y="356"/>
                </a:moveTo>
                <a:lnTo>
                  <a:pt x="0" y="316"/>
                </a:lnTo>
                <a:lnTo>
                  <a:pt x="8" y="316"/>
                </a:lnTo>
                <a:lnTo>
                  <a:pt x="8" y="356"/>
                </a:lnTo>
                <a:lnTo>
                  <a:pt x="0" y="356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9"/>
                </a:lnTo>
                <a:lnTo>
                  <a:pt x="8" y="189"/>
                </a:lnTo>
                <a:lnTo>
                  <a:pt x="8" y="228"/>
                </a:lnTo>
                <a:lnTo>
                  <a:pt x="0" y="228"/>
                </a:lnTo>
                <a:moveTo>
                  <a:pt x="0" y="165"/>
                </a:moveTo>
                <a:lnTo>
                  <a:pt x="0" y="125"/>
                </a:lnTo>
                <a:lnTo>
                  <a:pt x="8" y="125"/>
                </a:lnTo>
                <a:lnTo>
                  <a:pt x="8" y="165"/>
                </a:lnTo>
                <a:lnTo>
                  <a:pt x="0" y="165"/>
                </a:lnTo>
                <a:moveTo>
                  <a:pt x="0" y="101"/>
                </a:moveTo>
                <a:lnTo>
                  <a:pt x="0" y="61"/>
                </a:lnTo>
                <a:lnTo>
                  <a:pt x="8" y="61"/>
                </a:lnTo>
                <a:lnTo>
                  <a:pt x="8" y="101"/>
                </a:lnTo>
                <a:lnTo>
                  <a:pt x="0" y="101"/>
                </a:lnTo>
                <a:moveTo>
                  <a:pt x="0" y="37"/>
                </a:moveTo>
                <a:lnTo>
                  <a:pt x="0" y="0"/>
                </a:lnTo>
                <a:lnTo>
                  <a:pt x="44" y="0"/>
                </a:lnTo>
                <a:lnTo>
                  <a:pt x="44" y="9"/>
                </a:lnTo>
                <a:lnTo>
                  <a:pt x="4" y="9"/>
                </a:lnTo>
                <a:lnTo>
                  <a:pt x="4" y="5"/>
                </a:lnTo>
                <a:lnTo>
                  <a:pt x="8" y="5"/>
                </a:lnTo>
                <a:lnTo>
                  <a:pt x="8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5030640" y="45867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5030640" y="4596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3334680" y="4460760"/>
            <a:ext cx="8283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3375000" y="4583520"/>
            <a:ext cx="287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3375000" y="4629960"/>
            <a:ext cx="14317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3478320" y="19184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3478320" y="21362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3461040" y="218808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49" y="80"/>
                </a:moveTo>
                <a:lnTo>
                  <a:pt x="0" y="0"/>
                </a:lnTo>
                <a:lnTo>
                  <a:pt x="97" y="0"/>
                </a:lnTo>
                <a:lnTo>
                  <a:pt x="49" y="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3461040" y="218808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49" y="80"/>
                </a:moveTo>
                <a:lnTo>
                  <a:pt x="0" y="0"/>
                </a:lnTo>
                <a:lnTo>
                  <a:pt x="97" y="0"/>
                </a:lnTo>
                <a:lnTo>
                  <a:pt x="49" y="8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3478320" y="30362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3466800" y="30362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32" y="0"/>
                </a:moveTo>
                <a:lnTo>
                  <a:pt x="0" y="65"/>
                </a:lnTo>
                <a:lnTo>
                  <a:pt x="65" y="65"/>
                </a:lnTo>
                <a:lnTo>
                  <a:pt x="3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3334680" y="4514760"/>
            <a:ext cx="1387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3501360" y="3061440"/>
            <a:ext cx="234000" cy="3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2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3225240" y="4755960"/>
            <a:ext cx="22942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3225240" y="4810680"/>
            <a:ext cx="23173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3225240" y="4865040"/>
            <a:ext cx="22669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225240" y="4919400"/>
            <a:ext cx="21222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3" name=""/>
          <p:cNvSpPr/>
          <p:nvPr/>
        </p:nvSpPr>
        <p:spPr>
          <a:xfrm>
            <a:off x="460080" y="1060200"/>
            <a:ext cx="8414280" cy="3156480"/>
          </a:xfrm>
          <a:custGeom>
            <a:avLst/>
            <a:gdLst/>
            <a:ahLst/>
            <a:rect l="0" t="0" r="r" b="b"/>
            <a:pathLst>
              <a:path w="23373" h="8768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8"/>
                  <a:pt x="23272" y="12"/>
                </a:cubicBezTo>
                <a:cubicBezTo>
                  <a:pt x="23282" y="16"/>
                  <a:pt x="23291" y="21"/>
                  <a:pt x="23300" y="27"/>
                </a:cubicBezTo>
                <a:cubicBezTo>
                  <a:pt x="23309" y="33"/>
                  <a:pt x="23317" y="40"/>
                  <a:pt x="23325" y="48"/>
                </a:cubicBezTo>
                <a:cubicBezTo>
                  <a:pt x="23333" y="55"/>
                  <a:pt x="23339" y="63"/>
                  <a:pt x="23345" y="72"/>
                </a:cubicBezTo>
                <a:cubicBezTo>
                  <a:pt x="23351" y="81"/>
                  <a:pt x="23356" y="91"/>
                  <a:pt x="23361" y="101"/>
                </a:cubicBezTo>
                <a:cubicBezTo>
                  <a:pt x="23365" y="111"/>
                  <a:pt x="23368" y="121"/>
                  <a:pt x="23370" y="131"/>
                </a:cubicBezTo>
                <a:cubicBezTo>
                  <a:pt x="23372" y="142"/>
                  <a:pt x="23373" y="153"/>
                  <a:pt x="23373" y="163"/>
                </a:cubicBezTo>
                <a:lnTo>
                  <a:pt x="23373" y="8604"/>
                </a:lnTo>
                <a:cubicBezTo>
                  <a:pt x="23373" y="8615"/>
                  <a:pt x="23372" y="8626"/>
                  <a:pt x="23370" y="8636"/>
                </a:cubicBezTo>
                <a:cubicBezTo>
                  <a:pt x="23368" y="8647"/>
                  <a:pt x="23365" y="8657"/>
                  <a:pt x="23361" y="8667"/>
                </a:cubicBezTo>
                <a:cubicBezTo>
                  <a:pt x="23356" y="8677"/>
                  <a:pt x="23351" y="8687"/>
                  <a:pt x="23345" y="8696"/>
                </a:cubicBezTo>
                <a:cubicBezTo>
                  <a:pt x="23339" y="8704"/>
                  <a:pt x="23333" y="8713"/>
                  <a:pt x="23325" y="8720"/>
                </a:cubicBezTo>
                <a:cubicBezTo>
                  <a:pt x="23317" y="8728"/>
                  <a:pt x="23309" y="8735"/>
                  <a:pt x="23300" y="8741"/>
                </a:cubicBezTo>
                <a:cubicBezTo>
                  <a:pt x="23291" y="8747"/>
                  <a:pt x="23282" y="8752"/>
                  <a:pt x="23272" y="8756"/>
                </a:cubicBezTo>
                <a:cubicBezTo>
                  <a:pt x="23262" y="8760"/>
                  <a:pt x="23251" y="8763"/>
                  <a:pt x="23241" y="8765"/>
                </a:cubicBezTo>
                <a:cubicBezTo>
                  <a:pt x="23230" y="8767"/>
                  <a:pt x="23220" y="8768"/>
                  <a:pt x="23209" y="8768"/>
                </a:cubicBezTo>
                <a:lnTo>
                  <a:pt x="164" y="8768"/>
                </a:lnTo>
                <a:cubicBezTo>
                  <a:pt x="153" y="8768"/>
                  <a:pt x="143" y="8767"/>
                  <a:pt x="132" y="8765"/>
                </a:cubicBezTo>
                <a:cubicBezTo>
                  <a:pt x="122" y="8763"/>
                  <a:pt x="111" y="8760"/>
                  <a:pt x="101" y="8756"/>
                </a:cubicBezTo>
                <a:cubicBezTo>
                  <a:pt x="91" y="8752"/>
                  <a:pt x="82" y="8747"/>
                  <a:pt x="73" y="8741"/>
                </a:cubicBezTo>
                <a:cubicBezTo>
                  <a:pt x="64" y="8735"/>
                  <a:pt x="56" y="8728"/>
                  <a:pt x="48" y="8720"/>
                </a:cubicBezTo>
                <a:cubicBezTo>
                  <a:pt x="41" y="8713"/>
                  <a:pt x="34" y="8704"/>
                  <a:pt x="28" y="8696"/>
                </a:cubicBezTo>
                <a:cubicBezTo>
                  <a:pt x="22" y="8687"/>
                  <a:pt x="17" y="8677"/>
                  <a:pt x="13" y="8667"/>
                </a:cubicBezTo>
                <a:cubicBezTo>
                  <a:pt x="8" y="8657"/>
                  <a:pt x="5" y="8647"/>
                  <a:pt x="3" y="8636"/>
                </a:cubicBezTo>
                <a:cubicBezTo>
                  <a:pt x="1" y="8626"/>
                  <a:pt x="0" y="8615"/>
                  <a:pt x="0" y="8604"/>
                </a:cubicBezTo>
                <a:lnTo>
                  <a:pt x="0" y="163"/>
                </a:lnTo>
                <a:cubicBezTo>
                  <a:pt x="0" y="153"/>
                  <a:pt x="1" y="142"/>
                  <a:pt x="3" y="131"/>
                </a:cubicBezTo>
                <a:cubicBezTo>
                  <a:pt x="5" y="121"/>
                  <a:pt x="8" y="111"/>
                  <a:pt x="13" y="101"/>
                </a:cubicBezTo>
                <a:cubicBezTo>
                  <a:pt x="17" y="91"/>
                  <a:pt x="22" y="81"/>
                  <a:pt x="28" y="72"/>
                </a:cubicBezTo>
                <a:cubicBezTo>
                  <a:pt x="34" y="63"/>
                  <a:pt x="41" y="55"/>
                  <a:pt x="48" y="48"/>
                </a:cubicBezTo>
                <a:cubicBezTo>
                  <a:pt x="56" y="40"/>
                  <a:pt x="64" y="33"/>
                  <a:pt x="73" y="27"/>
                </a:cubicBezTo>
                <a:cubicBezTo>
                  <a:pt x="82" y="21"/>
                  <a:pt x="91" y="16"/>
                  <a:pt x="101" y="12"/>
                </a:cubicBezTo>
                <a:cubicBezTo>
                  <a:pt x="111" y="8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460080" y="1060200"/>
            <a:ext cx="8414280" cy="3156480"/>
          </a:xfrm>
          <a:custGeom>
            <a:avLst/>
            <a:gdLst/>
            <a:ahLst/>
            <a:rect l="0" t="0" r="r" b="b"/>
            <a:pathLst>
              <a:path w="23373" h="8768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8"/>
                  <a:pt x="23272" y="12"/>
                </a:cubicBezTo>
                <a:cubicBezTo>
                  <a:pt x="23282" y="16"/>
                  <a:pt x="23291" y="21"/>
                  <a:pt x="23300" y="27"/>
                </a:cubicBezTo>
                <a:cubicBezTo>
                  <a:pt x="23309" y="33"/>
                  <a:pt x="23317" y="40"/>
                  <a:pt x="23325" y="48"/>
                </a:cubicBezTo>
                <a:cubicBezTo>
                  <a:pt x="23333" y="55"/>
                  <a:pt x="23339" y="63"/>
                  <a:pt x="23345" y="72"/>
                </a:cubicBezTo>
                <a:cubicBezTo>
                  <a:pt x="23351" y="81"/>
                  <a:pt x="23356" y="91"/>
                  <a:pt x="23361" y="101"/>
                </a:cubicBezTo>
                <a:cubicBezTo>
                  <a:pt x="23365" y="111"/>
                  <a:pt x="23368" y="121"/>
                  <a:pt x="23370" y="131"/>
                </a:cubicBezTo>
                <a:cubicBezTo>
                  <a:pt x="23372" y="142"/>
                  <a:pt x="23373" y="153"/>
                  <a:pt x="23373" y="163"/>
                </a:cubicBezTo>
                <a:lnTo>
                  <a:pt x="23373" y="8604"/>
                </a:lnTo>
                <a:cubicBezTo>
                  <a:pt x="23373" y="8615"/>
                  <a:pt x="23372" y="8626"/>
                  <a:pt x="23370" y="8636"/>
                </a:cubicBezTo>
                <a:cubicBezTo>
                  <a:pt x="23368" y="8647"/>
                  <a:pt x="23365" y="8657"/>
                  <a:pt x="23361" y="8667"/>
                </a:cubicBezTo>
                <a:cubicBezTo>
                  <a:pt x="23356" y="8677"/>
                  <a:pt x="23351" y="8687"/>
                  <a:pt x="23345" y="8696"/>
                </a:cubicBezTo>
                <a:cubicBezTo>
                  <a:pt x="23339" y="8704"/>
                  <a:pt x="23333" y="8713"/>
                  <a:pt x="23325" y="8720"/>
                </a:cubicBezTo>
                <a:cubicBezTo>
                  <a:pt x="23317" y="8728"/>
                  <a:pt x="23309" y="8735"/>
                  <a:pt x="23300" y="8741"/>
                </a:cubicBezTo>
                <a:cubicBezTo>
                  <a:pt x="23291" y="8747"/>
                  <a:pt x="23282" y="8752"/>
                  <a:pt x="23272" y="8756"/>
                </a:cubicBezTo>
                <a:cubicBezTo>
                  <a:pt x="23262" y="8760"/>
                  <a:pt x="23251" y="8763"/>
                  <a:pt x="23241" y="8765"/>
                </a:cubicBezTo>
                <a:cubicBezTo>
                  <a:pt x="23230" y="8767"/>
                  <a:pt x="23220" y="8768"/>
                  <a:pt x="23209" y="8768"/>
                </a:cubicBezTo>
                <a:lnTo>
                  <a:pt x="164" y="8768"/>
                </a:lnTo>
                <a:cubicBezTo>
                  <a:pt x="153" y="8768"/>
                  <a:pt x="143" y="8767"/>
                  <a:pt x="132" y="8765"/>
                </a:cubicBezTo>
                <a:cubicBezTo>
                  <a:pt x="122" y="8763"/>
                  <a:pt x="111" y="8760"/>
                  <a:pt x="101" y="8756"/>
                </a:cubicBezTo>
                <a:cubicBezTo>
                  <a:pt x="91" y="8752"/>
                  <a:pt x="82" y="8747"/>
                  <a:pt x="73" y="8741"/>
                </a:cubicBezTo>
                <a:cubicBezTo>
                  <a:pt x="64" y="8735"/>
                  <a:pt x="56" y="8728"/>
                  <a:pt x="48" y="8720"/>
                </a:cubicBezTo>
                <a:cubicBezTo>
                  <a:pt x="41" y="8713"/>
                  <a:pt x="34" y="8704"/>
                  <a:pt x="28" y="8696"/>
                </a:cubicBezTo>
                <a:cubicBezTo>
                  <a:pt x="22" y="8687"/>
                  <a:pt x="17" y="8677"/>
                  <a:pt x="13" y="8667"/>
                </a:cubicBezTo>
                <a:cubicBezTo>
                  <a:pt x="8" y="8657"/>
                  <a:pt x="5" y="8647"/>
                  <a:pt x="3" y="8636"/>
                </a:cubicBezTo>
                <a:cubicBezTo>
                  <a:pt x="1" y="8626"/>
                  <a:pt x="0" y="8615"/>
                  <a:pt x="0" y="8604"/>
                </a:cubicBezTo>
                <a:lnTo>
                  <a:pt x="0" y="163"/>
                </a:lnTo>
                <a:cubicBezTo>
                  <a:pt x="0" y="153"/>
                  <a:pt x="1" y="142"/>
                  <a:pt x="3" y="131"/>
                </a:cubicBezTo>
                <a:cubicBezTo>
                  <a:pt x="5" y="121"/>
                  <a:pt x="8" y="111"/>
                  <a:pt x="13" y="101"/>
                </a:cubicBezTo>
                <a:cubicBezTo>
                  <a:pt x="17" y="91"/>
                  <a:pt x="22" y="81"/>
                  <a:pt x="28" y="72"/>
                </a:cubicBezTo>
                <a:cubicBezTo>
                  <a:pt x="34" y="63"/>
                  <a:pt x="41" y="55"/>
                  <a:pt x="48" y="48"/>
                </a:cubicBezTo>
                <a:cubicBezTo>
                  <a:pt x="56" y="40"/>
                  <a:pt x="64" y="33"/>
                  <a:pt x="73" y="27"/>
                </a:cubicBezTo>
                <a:cubicBezTo>
                  <a:pt x="82" y="21"/>
                  <a:pt x="91" y="16"/>
                  <a:pt x="101" y="12"/>
                </a:cubicBezTo>
                <a:cubicBezTo>
                  <a:pt x="111" y="8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457200" y="80820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BEELD  7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528120" y="1293120"/>
            <a:ext cx="1229400" cy="283680"/>
          </a:xfrm>
          <a:custGeom>
            <a:avLst/>
            <a:gdLst/>
            <a:ahLst/>
            <a:rect l="0" t="0" r="r" b="b"/>
            <a:pathLst>
              <a:path w="3415" h="788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3"/>
                  <a:pt x="3334" y="10"/>
                </a:cubicBezTo>
                <a:cubicBezTo>
                  <a:pt x="3350" y="17"/>
                  <a:pt x="3364" y="26"/>
                  <a:pt x="3376" y="38"/>
                </a:cubicBezTo>
                <a:cubicBezTo>
                  <a:pt x="3389" y="51"/>
                  <a:pt x="3398" y="65"/>
                  <a:pt x="3405" y="81"/>
                </a:cubicBezTo>
                <a:cubicBezTo>
                  <a:pt x="3411" y="97"/>
                  <a:pt x="3415" y="114"/>
                  <a:pt x="3415" y="131"/>
                </a:cubicBezTo>
                <a:lnTo>
                  <a:pt x="3415" y="655"/>
                </a:lnTo>
                <a:cubicBezTo>
                  <a:pt x="3415" y="673"/>
                  <a:pt x="3411" y="690"/>
                  <a:pt x="3405" y="706"/>
                </a:cubicBezTo>
                <a:cubicBezTo>
                  <a:pt x="3398" y="722"/>
                  <a:pt x="3389" y="737"/>
                  <a:pt x="3376" y="749"/>
                </a:cubicBezTo>
                <a:cubicBezTo>
                  <a:pt x="3364" y="761"/>
                  <a:pt x="3350" y="771"/>
                  <a:pt x="3334" y="778"/>
                </a:cubicBezTo>
                <a:cubicBezTo>
                  <a:pt x="3318" y="784"/>
                  <a:pt x="3301" y="788"/>
                  <a:pt x="3283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528120" y="1293120"/>
            <a:ext cx="1229400" cy="283680"/>
          </a:xfrm>
          <a:custGeom>
            <a:avLst/>
            <a:gdLst/>
            <a:ahLst/>
            <a:rect l="0" t="0" r="r" b="b"/>
            <a:pathLst>
              <a:path w="3415" h="788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3"/>
                  <a:pt x="3334" y="10"/>
                </a:cubicBezTo>
                <a:cubicBezTo>
                  <a:pt x="3350" y="17"/>
                  <a:pt x="3364" y="26"/>
                  <a:pt x="3376" y="38"/>
                </a:cubicBezTo>
                <a:cubicBezTo>
                  <a:pt x="3389" y="51"/>
                  <a:pt x="3398" y="65"/>
                  <a:pt x="3405" y="81"/>
                </a:cubicBezTo>
                <a:cubicBezTo>
                  <a:pt x="3411" y="97"/>
                  <a:pt x="3415" y="114"/>
                  <a:pt x="3415" y="131"/>
                </a:cubicBezTo>
                <a:lnTo>
                  <a:pt x="3415" y="655"/>
                </a:lnTo>
                <a:cubicBezTo>
                  <a:pt x="3415" y="673"/>
                  <a:pt x="3411" y="690"/>
                  <a:pt x="3405" y="706"/>
                </a:cubicBezTo>
                <a:cubicBezTo>
                  <a:pt x="3398" y="722"/>
                  <a:pt x="3389" y="737"/>
                  <a:pt x="3376" y="749"/>
                </a:cubicBezTo>
                <a:cubicBezTo>
                  <a:pt x="3364" y="761"/>
                  <a:pt x="3350" y="771"/>
                  <a:pt x="3334" y="778"/>
                </a:cubicBezTo>
                <a:cubicBezTo>
                  <a:pt x="3318" y="784"/>
                  <a:pt x="3301" y="788"/>
                  <a:pt x="3283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638720" y="135216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20"/>
                  <a:pt x="159" y="25"/>
                  <a:pt x="162" y="31"/>
                </a:cubicBezTo>
                <a:cubicBezTo>
                  <a:pt x="164" y="37"/>
                  <a:pt x="166" y="43"/>
                  <a:pt x="166" y="50"/>
                </a:cubicBezTo>
                <a:cubicBezTo>
                  <a:pt x="166" y="56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89"/>
                  <a:pt x="141" y="93"/>
                  <a:pt x="135" y="95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5"/>
                </a:cubicBezTo>
                <a:cubicBezTo>
                  <a:pt x="25" y="93"/>
                  <a:pt x="20" y="89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6"/>
                  <a:pt x="0" y="50"/>
                </a:cubicBezTo>
                <a:cubicBezTo>
                  <a:pt x="0" y="43"/>
                  <a:pt x="2" y="37"/>
                  <a:pt x="4" y="31"/>
                </a:cubicBezTo>
                <a:cubicBezTo>
                  <a:pt x="7" y="25"/>
                  <a:pt x="10" y="20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686240" y="135216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6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89"/>
                  <a:pt x="50" y="93"/>
                  <a:pt x="46" y="95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5"/>
                </a:cubicBezTo>
                <a:cubicBezTo>
                  <a:pt x="16" y="93"/>
                  <a:pt x="12" y="89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6"/>
                  <a:pt x="0" y="50"/>
                </a:cubicBezTo>
                <a:cubicBezTo>
                  <a:pt x="0" y="43"/>
                  <a:pt x="1" y="37"/>
                  <a:pt x="2" y="31"/>
                </a:cubicBezTo>
                <a:cubicBezTo>
                  <a:pt x="4" y="25"/>
                  <a:pt x="6" y="20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20"/>
                  <a:pt x="62" y="25"/>
                  <a:pt x="64" y="31"/>
                </a:cubicBezTo>
                <a:cubicBezTo>
                  <a:pt x="66" y="37"/>
                  <a:pt x="66" y="43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8120" y="110484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9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587160" y="1333800"/>
            <a:ext cx="921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1816200" y="1293120"/>
            <a:ext cx="3521880" cy="283680"/>
          </a:xfrm>
          <a:custGeom>
            <a:avLst/>
            <a:gdLst/>
            <a:ahLst/>
            <a:rect l="0" t="0" r="r" b="b"/>
            <a:pathLst>
              <a:path w="9783" h="788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3"/>
                  <a:pt x="9702" y="10"/>
                </a:cubicBezTo>
                <a:cubicBezTo>
                  <a:pt x="9718" y="17"/>
                  <a:pt x="9732" y="26"/>
                  <a:pt x="9744" y="38"/>
                </a:cubicBezTo>
                <a:cubicBezTo>
                  <a:pt x="9757" y="51"/>
                  <a:pt x="9766" y="65"/>
                  <a:pt x="9773" y="81"/>
                </a:cubicBezTo>
                <a:cubicBezTo>
                  <a:pt x="9780" y="97"/>
                  <a:pt x="9783" y="114"/>
                  <a:pt x="9783" y="131"/>
                </a:cubicBezTo>
                <a:lnTo>
                  <a:pt x="9783" y="655"/>
                </a:lnTo>
                <a:cubicBezTo>
                  <a:pt x="9783" y="673"/>
                  <a:pt x="9780" y="690"/>
                  <a:pt x="9773" y="706"/>
                </a:cubicBezTo>
                <a:cubicBezTo>
                  <a:pt x="9766" y="722"/>
                  <a:pt x="9757" y="737"/>
                  <a:pt x="9744" y="749"/>
                </a:cubicBezTo>
                <a:cubicBezTo>
                  <a:pt x="9732" y="761"/>
                  <a:pt x="9718" y="771"/>
                  <a:pt x="9702" y="778"/>
                </a:cubicBezTo>
                <a:cubicBezTo>
                  <a:pt x="9686" y="784"/>
                  <a:pt x="9669" y="788"/>
                  <a:pt x="9652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1816200" y="1293120"/>
            <a:ext cx="3521880" cy="283680"/>
          </a:xfrm>
          <a:custGeom>
            <a:avLst/>
            <a:gdLst/>
            <a:ahLst/>
            <a:rect l="0" t="0" r="r" b="b"/>
            <a:pathLst>
              <a:path w="9783" h="788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3"/>
                  <a:pt x="9702" y="10"/>
                </a:cubicBezTo>
                <a:cubicBezTo>
                  <a:pt x="9718" y="17"/>
                  <a:pt x="9732" y="26"/>
                  <a:pt x="9744" y="38"/>
                </a:cubicBezTo>
                <a:cubicBezTo>
                  <a:pt x="9757" y="51"/>
                  <a:pt x="9766" y="65"/>
                  <a:pt x="9773" y="81"/>
                </a:cubicBezTo>
                <a:cubicBezTo>
                  <a:pt x="9780" y="97"/>
                  <a:pt x="9783" y="114"/>
                  <a:pt x="9783" y="131"/>
                </a:cubicBezTo>
                <a:lnTo>
                  <a:pt x="9783" y="655"/>
                </a:lnTo>
                <a:cubicBezTo>
                  <a:pt x="9783" y="673"/>
                  <a:pt x="9780" y="690"/>
                  <a:pt x="9773" y="706"/>
                </a:cubicBezTo>
                <a:cubicBezTo>
                  <a:pt x="9766" y="722"/>
                  <a:pt x="9757" y="737"/>
                  <a:pt x="9744" y="749"/>
                </a:cubicBezTo>
                <a:cubicBezTo>
                  <a:pt x="9732" y="761"/>
                  <a:pt x="9718" y="771"/>
                  <a:pt x="9702" y="778"/>
                </a:cubicBezTo>
                <a:cubicBezTo>
                  <a:pt x="9686" y="784"/>
                  <a:pt x="9669" y="788"/>
                  <a:pt x="9652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5225400" y="1334520"/>
            <a:ext cx="77040" cy="70920"/>
          </a:xfrm>
          <a:custGeom>
            <a:avLst/>
            <a:gdLst/>
            <a:ahLst/>
            <a:rect l="0" t="0" r="r" b="b"/>
            <a:pathLst>
              <a:path w="214" h="197">
                <a:moveTo>
                  <a:pt x="0" y="49"/>
                </a:moveTo>
                <a:lnTo>
                  <a:pt x="132" y="49"/>
                </a:lnTo>
                <a:lnTo>
                  <a:pt x="132" y="0"/>
                </a:lnTo>
                <a:lnTo>
                  <a:pt x="214" y="98"/>
                </a:lnTo>
                <a:lnTo>
                  <a:pt x="132" y="197"/>
                </a:lnTo>
                <a:lnTo>
                  <a:pt x="132" y="148"/>
                </a:lnTo>
                <a:lnTo>
                  <a:pt x="0" y="148"/>
                </a:lnTo>
                <a:lnTo>
                  <a:pt x="0" y="49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587160" y="142920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1875240" y="1333800"/>
            <a:ext cx="38484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830880" y="1576440"/>
            <a:ext cx="9360" cy="118080"/>
          </a:xfrm>
          <a:custGeom>
            <a:avLst/>
            <a:gdLst/>
            <a:ahLst/>
            <a:rect l="0" t="0" r="r" b="b"/>
            <a:pathLst>
              <a:path w="26" h="328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99"/>
                </a:moveTo>
                <a:lnTo>
                  <a:pt x="26" y="148"/>
                </a:lnTo>
                <a:lnTo>
                  <a:pt x="0" y="148"/>
                </a:lnTo>
                <a:lnTo>
                  <a:pt x="0" y="99"/>
                </a:lnTo>
                <a:lnTo>
                  <a:pt x="26" y="99"/>
                </a:lnTo>
                <a:moveTo>
                  <a:pt x="26" y="197"/>
                </a:moveTo>
                <a:lnTo>
                  <a:pt x="26" y="246"/>
                </a:lnTo>
                <a:lnTo>
                  <a:pt x="0" y="246"/>
                </a:lnTo>
                <a:lnTo>
                  <a:pt x="0" y="197"/>
                </a:lnTo>
                <a:lnTo>
                  <a:pt x="26" y="197"/>
                </a:lnTo>
                <a:moveTo>
                  <a:pt x="26" y="296"/>
                </a:moveTo>
                <a:lnTo>
                  <a:pt x="26" y="328"/>
                </a:lnTo>
                <a:lnTo>
                  <a:pt x="0" y="328"/>
                </a:lnTo>
                <a:lnTo>
                  <a:pt x="0" y="296"/>
                </a:lnTo>
                <a:lnTo>
                  <a:pt x="26" y="29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805680" y="165888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693360" y="1717920"/>
            <a:ext cx="5861880" cy="1404360"/>
          </a:xfrm>
          <a:custGeom>
            <a:avLst/>
            <a:gdLst/>
            <a:ahLst/>
            <a:rect l="0" t="0" r="r" b="b"/>
            <a:pathLst>
              <a:path w="16283" h="3901">
                <a:moveTo>
                  <a:pt x="0" y="0"/>
                </a:moveTo>
                <a:lnTo>
                  <a:pt x="16283" y="0"/>
                </a:lnTo>
                <a:lnTo>
                  <a:pt x="16283" y="3901"/>
                </a:lnTo>
                <a:lnTo>
                  <a:pt x="0" y="39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693360" y="1717920"/>
            <a:ext cx="5861880" cy="1404360"/>
          </a:xfrm>
          <a:custGeom>
            <a:avLst/>
            <a:gdLst/>
            <a:ahLst/>
            <a:rect l="0" t="0" r="r" b="b"/>
            <a:pathLst>
              <a:path w="16283" h="3901">
                <a:moveTo>
                  <a:pt x="0" y="0"/>
                </a:moveTo>
                <a:lnTo>
                  <a:pt x="16283" y="0"/>
                </a:lnTo>
                <a:lnTo>
                  <a:pt x="16283" y="3901"/>
                </a:lnTo>
                <a:lnTo>
                  <a:pt x="0" y="3901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6436800" y="17650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6436800" y="17856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1875240" y="142920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752760" y="1758600"/>
            <a:ext cx="7534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776160" y="1965600"/>
            <a:ext cx="5720040" cy="1097640"/>
          </a:xfrm>
          <a:custGeom>
            <a:avLst/>
            <a:gdLst/>
            <a:ahLst/>
            <a:rect l="0" t="0" r="r" b="b"/>
            <a:pathLst>
              <a:path w="15889" h="3049">
                <a:moveTo>
                  <a:pt x="0" y="0"/>
                </a:moveTo>
                <a:lnTo>
                  <a:pt x="15889" y="0"/>
                </a:lnTo>
                <a:lnTo>
                  <a:pt x="15889" y="3049"/>
                </a:lnTo>
                <a:lnTo>
                  <a:pt x="0" y="304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776160" y="1965600"/>
            <a:ext cx="5720040" cy="1097640"/>
          </a:xfrm>
          <a:custGeom>
            <a:avLst/>
            <a:gdLst/>
            <a:ahLst/>
            <a:rect l="0" t="0" r="r" b="b"/>
            <a:pathLst>
              <a:path w="15889" h="3049">
                <a:moveTo>
                  <a:pt x="0" y="0"/>
                </a:moveTo>
                <a:lnTo>
                  <a:pt x="15889" y="0"/>
                </a:lnTo>
                <a:lnTo>
                  <a:pt x="15889" y="3049"/>
                </a:lnTo>
                <a:lnTo>
                  <a:pt x="0" y="304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377760" y="201276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377760" y="203364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52760" y="185364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835560" y="2006280"/>
            <a:ext cx="12016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858960" y="2213280"/>
            <a:ext cx="5578200" cy="791280"/>
          </a:xfrm>
          <a:custGeom>
            <a:avLst/>
            <a:gdLst/>
            <a:ahLst/>
            <a:rect l="0" t="0" r="r" b="b"/>
            <a:pathLst>
              <a:path w="15495" h="2198">
                <a:moveTo>
                  <a:pt x="0" y="0"/>
                </a:moveTo>
                <a:lnTo>
                  <a:pt x="15495" y="0"/>
                </a:lnTo>
                <a:lnTo>
                  <a:pt x="15495" y="2198"/>
                </a:lnTo>
                <a:lnTo>
                  <a:pt x="0" y="219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858960" y="2213280"/>
            <a:ext cx="5578200" cy="791280"/>
          </a:xfrm>
          <a:custGeom>
            <a:avLst/>
            <a:gdLst/>
            <a:ahLst/>
            <a:rect l="0" t="0" r="r" b="b"/>
            <a:pathLst>
              <a:path w="15495" h="2198">
                <a:moveTo>
                  <a:pt x="0" y="0"/>
                </a:moveTo>
                <a:lnTo>
                  <a:pt x="15495" y="0"/>
                </a:lnTo>
                <a:lnTo>
                  <a:pt x="15495" y="2198"/>
                </a:lnTo>
                <a:lnTo>
                  <a:pt x="0" y="219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318360" y="2260800"/>
            <a:ext cx="71280" cy="59040"/>
          </a:xfrm>
          <a:custGeom>
            <a:avLst/>
            <a:gdLst/>
            <a:ahLst/>
            <a:rect l="0" t="0" r="r" b="b"/>
            <a:pathLst>
              <a:path w="198" h="164">
                <a:moveTo>
                  <a:pt x="0" y="0"/>
                </a:moveTo>
                <a:lnTo>
                  <a:pt x="198" y="0"/>
                </a:lnTo>
                <a:lnTo>
                  <a:pt x="198" y="164"/>
                </a:lnTo>
                <a:lnTo>
                  <a:pt x="0" y="16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318360" y="2281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835560" y="210132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918000" y="2253960"/>
            <a:ext cx="104940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941760" y="2561400"/>
            <a:ext cx="5436360" cy="384120"/>
          </a:xfrm>
          <a:custGeom>
            <a:avLst/>
            <a:gdLst/>
            <a:ahLst/>
            <a:rect l="0" t="0" r="r" b="b"/>
            <a:pathLst>
              <a:path w="15101" h="1067">
                <a:moveTo>
                  <a:pt x="0" y="0"/>
                </a:moveTo>
                <a:lnTo>
                  <a:pt x="15101" y="0"/>
                </a:lnTo>
                <a:lnTo>
                  <a:pt x="15101" y="1067"/>
                </a:lnTo>
                <a:lnTo>
                  <a:pt x="0" y="106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941760" y="2561400"/>
            <a:ext cx="5436360" cy="384120"/>
          </a:xfrm>
          <a:custGeom>
            <a:avLst/>
            <a:gdLst/>
            <a:ahLst/>
            <a:rect l="0" t="0" r="r" b="b"/>
            <a:pathLst>
              <a:path w="15101" h="1067">
                <a:moveTo>
                  <a:pt x="0" y="0"/>
                </a:moveTo>
                <a:lnTo>
                  <a:pt x="15101" y="0"/>
                </a:lnTo>
                <a:lnTo>
                  <a:pt x="15101" y="1067"/>
                </a:lnTo>
                <a:lnTo>
                  <a:pt x="0" y="106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259320" y="2608920"/>
            <a:ext cx="71280" cy="59040"/>
          </a:xfrm>
          <a:custGeom>
            <a:avLst/>
            <a:gdLst/>
            <a:ahLst/>
            <a:rect l="0" t="0" r="r" b="b"/>
            <a:pathLst>
              <a:path w="198" h="164">
                <a:moveTo>
                  <a:pt x="0" y="0"/>
                </a:moveTo>
                <a:lnTo>
                  <a:pt x="198" y="0"/>
                </a:lnTo>
                <a:lnTo>
                  <a:pt x="198" y="164"/>
                </a:lnTo>
                <a:lnTo>
                  <a:pt x="0" y="16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259320" y="262944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918000" y="234936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1000800" y="2602080"/>
            <a:ext cx="92592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000800" y="269748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000800" y="2808720"/>
            <a:ext cx="27165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693360" y="3287160"/>
            <a:ext cx="3959280" cy="283680"/>
          </a:xfrm>
          <a:custGeom>
            <a:avLst/>
            <a:gdLst/>
            <a:ahLst/>
            <a:rect l="0" t="0" r="r" b="b"/>
            <a:pathLst>
              <a:path w="10998" h="788">
                <a:moveTo>
                  <a:pt x="0" y="0"/>
                </a:moveTo>
                <a:lnTo>
                  <a:pt x="10998" y="0"/>
                </a:lnTo>
                <a:lnTo>
                  <a:pt x="10998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693360" y="3287160"/>
            <a:ext cx="3959280" cy="283680"/>
          </a:xfrm>
          <a:custGeom>
            <a:avLst/>
            <a:gdLst/>
            <a:ahLst/>
            <a:rect l="0" t="0" r="r" b="b"/>
            <a:pathLst>
              <a:path w="10998" h="788">
                <a:moveTo>
                  <a:pt x="0" y="0"/>
                </a:moveTo>
                <a:lnTo>
                  <a:pt x="10998" y="0"/>
                </a:lnTo>
                <a:lnTo>
                  <a:pt x="10998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4534200" y="33343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34200" y="33552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918000" y="2460600"/>
            <a:ext cx="27669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52760" y="3327840"/>
            <a:ext cx="59364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693360" y="3735720"/>
            <a:ext cx="8112960" cy="283320"/>
          </a:xfrm>
          <a:custGeom>
            <a:avLst/>
            <a:gdLst/>
            <a:ahLst/>
            <a:rect l="0" t="0" r="r" b="b"/>
            <a:pathLst>
              <a:path w="22536" h="787">
                <a:moveTo>
                  <a:pt x="0" y="0"/>
                </a:moveTo>
                <a:lnTo>
                  <a:pt x="22536" y="0"/>
                </a:lnTo>
                <a:lnTo>
                  <a:pt x="22536" y="787"/>
                </a:lnTo>
                <a:lnTo>
                  <a:pt x="0" y="78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693360" y="3735720"/>
            <a:ext cx="8112960" cy="283320"/>
          </a:xfrm>
          <a:custGeom>
            <a:avLst/>
            <a:gdLst/>
            <a:ahLst/>
            <a:rect l="0" t="0" r="r" b="b"/>
            <a:pathLst>
              <a:path w="22536" h="787">
                <a:moveTo>
                  <a:pt x="0" y="0"/>
                </a:moveTo>
                <a:lnTo>
                  <a:pt x="22536" y="0"/>
                </a:lnTo>
                <a:lnTo>
                  <a:pt x="22536" y="787"/>
                </a:lnTo>
                <a:lnTo>
                  <a:pt x="0" y="7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8687880" y="3782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8687880" y="3803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752760" y="342324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52760" y="3776400"/>
            <a:ext cx="8128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1047960" y="3121920"/>
            <a:ext cx="0" cy="16524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1012680" y="31219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99" y="0"/>
                </a:moveTo>
                <a:lnTo>
                  <a:pt x="0" y="165"/>
                </a:lnTo>
                <a:lnTo>
                  <a:pt x="198" y="165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1012680" y="31219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99" y="0"/>
                </a:moveTo>
                <a:lnTo>
                  <a:pt x="0" y="165"/>
                </a:lnTo>
                <a:lnTo>
                  <a:pt x="198" y="165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1047960" y="3570480"/>
            <a:ext cx="0" cy="16524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52760" y="387144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528120" y="407196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2781360" y="430920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52" name=""/>
          <p:cNvSpPr/>
          <p:nvPr/>
        </p:nvSpPr>
        <p:spPr>
          <a:xfrm>
            <a:off x="2611800" y="516240"/>
            <a:ext cx="4111200" cy="4473000"/>
          </a:xfrm>
          <a:custGeom>
            <a:avLst/>
            <a:gdLst/>
            <a:ahLst/>
            <a:rect l="0" t="0" r="r" b="b"/>
            <a:pathLst>
              <a:path w="11420" h="12425">
                <a:moveTo>
                  <a:pt x="109" y="0"/>
                </a:moveTo>
                <a:lnTo>
                  <a:pt x="11310" y="0"/>
                </a:lnTo>
                <a:cubicBezTo>
                  <a:pt x="11325" y="0"/>
                  <a:pt x="11339" y="2"/>
                  <a:pt x="11352" y="8"/>
                </a:cubicBezTo>
                <a:cubicBezTo>
                  <a:pt x="11366" y="14"/>
                  <a:pt x="11377" y="21"/>
                  <a:pt x="11388" y="32"/>
                </a:cubicBezTo>
                <a:cubicBezTo>
                  <a:pt x="11398" y="42"/>
                  <a:pt x="11406" y="54"/>
                  <a:pt x="11411" y="67"/>
                </a:cubicBezTo>
                <a:cubicBezTo>
                  <a:pt x="11417" y="80"/>
                  <a:pt x="11420" y="94"/>
                  <a:pt x="11420" y="109"/>
                </a:cubicBezTo>
                <a:lnTo>
                  <a:pt x="11420" y="12316"/>
                </a:lnTo>
                <a:cubicBezTo>
                  <a:pt x="11420" y="12331"/>
                  <a:pt x="11417" y="12345"/>
                  <a:pt x="11411" y="12358"/>
                </a:cubicBezTo>
                <a:cubicBezTo>
                  <a:pt x="11406" y="12371"/>
                  <a:pt x="11398" y="12383"/>
                  <a:pt x="11388" y="12393"/>
                </a:cubicBezTo>
                <a:cubicBezTo>
                  <a:pt x="11377" y="12403"/>
                  <a:pt x="11366" y="12411"/>
                  <a:pt x="11352" y="12417"/>
                </a:cubicBezTo>
                <a:cubicBezTo>
                  <a:pt x="11339" y="12422"/>
                  <a:pt x="11325" y="12425"/>
                  <a:pt x="11310" y="12425"/>
                </a:cubicBezTo>
                <a:lnTo>
                  <a:pt x="109" y="12425"/>
                </a:lnTo>
                <a:cubicBezTo>
                  <a:pt x="94" y="12425"/>
                  <a:pt x="80" y="12422"/>
                  <a:pt x="67" y="12417"/>
                </a:cubicBezTo>
                <a:cubicBezTo>
                  <a:pt x="54" y="12411"/>
                  <a:pt x="42" y="12403"/>
                  <a:pt x="32" y="12393"/>
                </a:cubicBezTo>
                <a:cubicBezTo>
                  <a:pt x="21" y="12383"/>
                  <a:pt x="13" y="12371"/>
                  <a:pt x="8" y="12358"/>
                </a:cubicBezTo>
                <a:cubicBezTo>
                  <a:pt x="2" y="12345"/>
                  <a:pt x="0" y="12331"/>
                  <a:pt x="0" y="12316"/>
                </a:cubicBezTo>
                <a:lnTo>
                  <a:pt x="0" y="109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2" y="32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2"/>
                  <a:pt x="94" y="0"/>
                  <a:pt x="1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611800" y="516240"/>
            <a:ext cx="4111200" cy="4473000"/>
          </a:xfrm>
          <a:custGeom>
            <a:avLst/>
            <a:gdLst/>
            <a:ahLst/>
            <a:rect l="0" t="0" r="r" b="b"/>
            <a:pathLst>
              <a:path w="11420" h="12425">
                <a:moveTo>
                  <a:pt x="109" y="0"/>
                </a:moveTo>
                <a:lnTo>
                  <a:pt x="11310" y="0"/>
                </a:lnTo>
                <a:cubicBezTo>
                  <a:pt x="11325" y="0"/>
                  <a:pt x="11339" y="2"/>
                  <a:pt x="11352" y="8"/>
                </a:cubicBezTo>
                <a:cubicBezTo>
                  <a:pt x="11366" y="14"/>
                  <a:pt x="11377" y="21"/>
                  <a:pt x="11388" y="32"/>
                </a:cubicBezTo>
                <a:cubicBezTo>
                  <a:pt x="11398" y="42"/>
                  <a:pt x="11406" y="54"/>
                  <a:pt x="11411" y="67"/>
                </a:cubicBezTo>
                <a:cubicBezTo>
                  <a:pt x="11417" y="80"/>
                  <a:pt x="11420" y="94"/>
                  <a:pt x="11420" y="109"/>
                </a:cubicBezTo>
                <a:lnTo>
                  <a:pt x="11420" y="12316"/>
                </a:lnTo>
                <a:cubicBezTo>
                  <a:pt x="11420" y="12331"/>
                  <a:pt x="11417" y="12345"/>
                  <a:pt x="11411" y="12358"/>
                </a:cubicBezTo>
                <a:cubicBezTo>
                  <a:pt x="11406" y="12371"/>
                  <a:pt x="11398" y="12383"/>
                  <a:pt x="11388" y="12393"/>
                </a:cubicBezTo>
                <a:cubicBezTo>
                  <a:pt x="11377" y="12403"/>
                  <a:pt x="11366" y="12411"/>
                  <a:pt x="11352" y="12417"/>
                </a:cubicBezTo>
                <a:cubicBezTo>
                  <a:pt x="11339" y="12422"/>
                  <a:pt x="11325" y="12425"/>
                  <a:pt x="11310" y="12425"/>
                </a:cubicBezTo>
                <a:lnTo>
                  <a:pt x="109" y="12425"/>
                </a:lnTo>
                <a:cubicBezTo>
                  <a:pt x="94" y="12425"/>
                  <a:pt x="80" y="12422"/>
                  <a:pt x="67" y="12417"/>
                </a:cubicBezTo>
                <a:cubicBezTo>
                  <a:pt x="54" y="12411"/>
                  <a:pt x="42" y="12403"/>
                  <a:pt x="32" y="12393"/>
                </a:cubicBezTo>
                <a:cubicBezTo>
                  <a:pt x="21" y="12383"/>
                  <a:pt x="13" y="12371"/>
                  <a:pt x="8" y="12358"/>
                </a:cubicBezTo>
                <a:cubicBezTo>
                  <a:pt x="2" y="12345"/>
                  <a:pt x="0" y="12331"/>
                  <a:pt x="0" y="12316"/>
                </a:cubicBezTo>
                <a:lnTo>
                  <a:pt x="0" y="109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2" y="32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2"/>
                  <a:pt x="94" y="0"/>
                  <a:pt x="109" y="0"/>
                </a:cubicBezTo>
                <a:close/>
              </a:path>
            </a:pathLst>
          </a:custGeom>
          <a:noFill/>
          <a:ln w="360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304920" y="28440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BEELD  8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2656800" y="671400"/>
            <a:ext cx="818640" cy="188640"/>
          </a:xfrm>
          <a:custGeom>
            <a:avLst/>
            <a:gdLst/>
            <a:ahLst/>
            <a:rect l="0" t="0" r="r" b="b"/>
            <a:pathLst>
              <a:path w="2274" h="524">
                <a:moveTo>
                  <a:pt x="88" y="0"/>
                </a:moveTo>
                <a:lnTo>
                  <a:pt x="2187" y="0"/>
                </a:lnTo>
                <a:cubicBezTo>
                  <a:pt x="2198" y="0"/>
                  <a:pt x="2209" y="2"/>
                  <a:pt x="2220" y="6"/>
                </a:cubicBezTo>
                <a:cubicBezTo>
                  <a:pt x="2231" y="11"/>
                  <a:pt x="2240" y="17"/>
                  <a:pt x="2249" y="25"/>
                </a:cubicBezTo>
                <a:cubicBezTo>
                  <a:pt x="2257" y="33"/>
                  <a:pt x="2263" y="43"/>
                  <a:pt x="2267" y="53"/>
                </a:cubicBezTo>
                <a:cubicBezTo>
                  <a:pt x="2272" y="64"/>
                  <a:pt x="2274" y="75"/>
                  <a:pt x="2274" y="87"/>
                </a:cubicBezTo>
                <a:lnTo>
                  <a:pt x="2274" y="436"/>
                </a:lnTo>
                <a:cubicBezTo>
                  <a:pt x="2274" y="447"/>
                  <a:pt x="2272" y="459"/>
                  <a:pt x="2267" y="469"/>
                </a:cubicBezTo>
                <a:cubicBezTo>
                  <a:pt x="2263" y="480"/>
                  <a:pt x="2257" y="490"/>
                  <a:pt x="2249" y="499"/>
                </a:cubicBezTo>
                <a:cubicBezTo>
                  <a:pt x="2240" y="507"/>
                  <a:pt x="2231" y="513"/>
                  <a:pt x="2220" y="518"/>
                </a:cubicBezTo>
                <a:cubicBezTo>
                  <a:pt x="2209" y="522"/>
                  <a:pt x="2198" y="524"/>
                  <a:pt x="2187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2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2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2656800" y="671400"/>
            <a:ext cx="818640" cy="188640"/>
          </a:xfrm>
          <a:custGeom>
            <a:avLst/>
            <a:gdLst/>
            <a:ahLst/>
            <a:rect l="0" t="0" r="r" b="b"/>
            <a:pathLst>
              <a:path w="2274" h="524">
                <a:moveTo>
                  <a:pt x="88" y="0"/>
                </a:moveTo>
                <a:lnTo>
                  <a:pt x="2187" y="0"/>
                </a:lnTo>
                <a:cubicBezTo>
                  <a:pt x="2198" y="0"/>
                  <a:pt x="2209" y="2"/>
                  <a:pt x="2220" y="6"/>
                </a:cubicBezTo>
                <a:cubicBezTo>
                  <a:pt x="2231" y="11"/>
                  <a:pt x="2240" y="17"/>
                  <a:pt x="2249" y="25"/>
                </a:cubicBezTo>
                <a:cubicBezTo>
                  <a:pt x="2257" y="33"/>
                  <a:pt x="2263" y="43"/>
                  <a:pt x="2267" y="53"/>
                </a:cubicBezTo>
                <a:cubicBezTo>
                  <a:pt x="2272" y="64"/>
                  <a:pt x="2274" y="75"/>
                  <a:pt x="2274" y="87"/>
                </a:cubicBezTo>
                <a:lnTo>
                  <a:pt x="2274" y="436"/>
                </a:lnTo>
                <a:cubicBezTo>
                  <a:pt x="2274" y="447"/>
                  <a:pt x="2272" y="459"/>
                  <a:pt x="2267" y="469"/>
                </a:cubicBezTo>
                <a:cubicBezTo>
                  <a:pt x="2263" y="480"/>
                  <a:pt x="2257" y="490"/>
                  <a:pt x="2249" y="499"/>
                </a:cubicBezTo>
                <a:cubicBezTo>
                  <a:pt x="2240" y="507"/>
                  <a:pt x="2231" y="513"/>
                  <a:pt x="2220" y="518"/>
                </a:cubicBezTo>
                <a:cubicBezTo>
                  <a:pt x="2209" y="522"/>
                  <a:pt x="2198" y="524"/>
                  <a:pt x="2187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2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2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396600" y="710640"/>
            <a:ext cx="39600" cy="23760"/>
          </a:xfrm>
          <a:custGeom>
            <a:avLst/>
            <a:gdLst/>
            <a:ahLst/>
            <a:rect l="0" t="0" r="r" b="b"/>
            <a:pathLst>
              <a:path w="110" h="66">
                <a:moveTo>
                  <a:pt x="32" y="0"/>
                </a:moveTo>
                <a:lnTo>
                  <a:pt x="76" y="0"/>
                </a:lnTo>
                <a:cubicBezTo>
                  <a:pt x="85" y="0"/>
                  <a:pt x="93" y="3"/>
                  <a:pt x="99" y="10"/>
                </a:cubicBezTo>
                <a:cubicBezTo>
                  <a:pt x="107" y="17"/>
                  <a:pt x="110" y="24"/>
                  <a:pt x="110" y="33"/>
                </a:cubicBezTo>
                <a:cubicBezTo>
                  <a:pt x="110" y="42"/>
                  <a:pt x="107" y="50"/>
                  <a:pt x="99" y="57"/>
                </a:cubicBezTo>
                <a:cubicBezTo>
                  <a:pt x="93" y="63"/>
                  <a:pt x="85" y="66"/>
                  <a:pt x="76" y="66"/>
                </a:cubicBezTo>
                <a:lnTo>
                  <a:pt x="32" y="66"/>
                </a:lnTo>
                <a:cubicBezTo>
                  <a:pt x="23" y="66"/>
                  <a:pt x="16" y="63"/>
                  <a:pt x="9" y="57"/>
                </a:cubicBezTo>
                <a:cubicBezTo>
                  <a:pt x="3" y="50"/>
                  <a:pt x="0" y="42"/>
                  <a:pt x="0" y="33"/>
                </a:cubicBezTo>
                <a:cubicBezTo>
                  <a:pt x="0" y="24"/>
                  <a:pt x="3" y="17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427920" y="710640"/>
            <a:ext cx="16200" cy="23760"/>
          </a:xfrm>
          <a:custGeom>
            <a:avLst/>
            <a:gdLst/>
            <a:ahLst/>
            <a:rect l="0" t="0" r="r" b="b"/>
            <a:pathLst>
              <a:path w="45" h="66">
                <a:moveTo>
                  <a:pt x="45" y="33"/>
                </a:moveTo>
                <a:cubicBezTo>
                  <a:pt x="45" y="42"/>
                  <a:pt x="43" y="50"/>
                  <a:pt x="38" y="57"/>
                </a:cubicBezTo>
                <a:cubicBezTo>
                  <a:pt x="34" y="63"/>
                  <a:pt x="29" y="66"/>
                  <a:pt x="23" y="66"/>
                </a:cubicBezTo>
                <a:cubicBezTo>
                  <a:pt x="17" y="66"/>
                  <a:pt x="12" y="63"/>
                  <a:pt x="7" y="57"/>
                </a:cubicBezTo>
                <a:cubicBezTo>
                  <a:pt x="2" y="50"/>
                  <a:pt x="0" y="42"/>
                  <a:pt x="0" y="33"/>
                </a:cubicBezTo>
                <a:cubicBezTo>
                  <a:pt x="0" y="24"/>
                  <a:pt x="2" y="17"/>
                  <a:pt x="7" y="10"/>
                </a:cubicBezTo>
                <a:cubicBezTo>
                  <a:pt x="12" y="3"/>
                  <a:pt x="17" y="0"/>
                  <a:pt x="23" y="0"/>
                </a:cubicBezTo>
                <a:cubicBezTo>
                  <a:pt x="29" y="0"/>
                  <a:pt x="34" y="3"/>
                  <a:pt x="38" y="10"/>
                </a:cubicBezTo>
                <a:cubicBezTo>
                  <a:pt x="43" y="17"/>
                  <a:pt x="45" y="24"/>
                  <a:pt x="45" y="33"/>
                </a:cubicBez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2656800" y="546120"/>
            <a:ext cx="30121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2696400" y="698400"/>
            <a:ext cx="63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514320" y="671400"/>
            <a:ext cx="2018520" cy="188640"/>
          </a:xfrm>
          <a:custGeom>
            <a:avLst/>
            <a:gdLst/>
            <a:ahLst/>
            <a:rect l="0" t="0" r="r" b="b"/>
            <a:pathLst>
              <a:path w="5607" h="524">
                <a:moveTo>
                  <a:pt x="88" y="0"/>
                </a:moveTo>
                <a:lnTo>
                  <a:pt x="5520" y="0"/>
                </a:lnTo>
                <a:cubicBezTo>
                  <a:pt x="5531" y="0"/>
                  <a:pt x="5542" y="2"/>
                  <a:pt x="5553" y="6"/>
                </a:cubicBezTo>
                <a:cubicBezTo>
                  <a:pt x="5564" y="11"/>
                  <a:pt x="5573" y="17"/>
                  <a:pt x="5581" y="25"/>
                </a:cubicBezTo>
                <a:cubicBezTo>
                  <a:pt x="5590" y="33"/>
                  <a:pt x="5596" y="43"/>
                  <a:pt x="5600" y="53"/>
                </a:cubicBezTo>
                <a:cubicBezTo>
                  <a:pt x="5605" y="64"/>
                  <a:pt x="5607" y="75"/>
                  <a:pt x="5607" y="87"/>
                </a:cubicBezTo>
                <a:lnTo>
                  <a:pt x="5607" y="436"/>
                </a:lnTo>
                <a:cubicBezTo>
                  <a:pt x="5607" y="447"/>
                  <a:pt x="5605" y="459"/>
                  <a:pt x="5600" y="469"/>
                </a:cubicBezTo>
                <a:cubicBezTo>
                  <a:pt x="5596" y="480"/>
                  <a:pt x="5590" y="490"/>
                  <a:pt x="5581" y="499"/>
                </a:cubicBezTo>
                <a:cubicBezTo>
                  <a:pt x="5573" y="507"/>
                  <a:pt x="5564" y="513"/>
                  <a:pt x="5553" y="518"/>
                </a:cubicBezTo>
                <a:cubicBezTo>
                  <a:pt x="5542" y="522"/>
                  <a:pt x="5531" y="524"/>
                  <a:pt x="5520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3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14320" y="671400"/>
            <a:ext cx="2018520" cy="188640"/>
          </a:xfrm>
          <a:custGeom>
            <a:avLst/>
            <a:gdLst/>
            <a:ahLst/>
            <a:rect l="0" t="0" r="r" b="b"/>
            <a:pathLst>
              <a:path w="5607" h="524">
                <a:moveTo>
                  <a:pt x="88" y="0"/>
                </a:moveTo>
                <a:lnTo>
                  <a:pt x="5520" y="0"/>
                </a:lnTo>
                <a:cubicBezTo>
                  <a:pt x="5531" y="0"/>
                  <a:pt x="5542" y="2"/>
                  <a:pt x="5553" y="6"/>
                </a:cubicBezTo>
                <a:cubicBezTo>
                  <a:pt x="5564" y="11"/>
                  <a:pt x="5573" y="17"/>
                  <a:pt x="5581" y="25"/>
                </a:cubicBezTo>
                <a:cubicBezTo>
                  <a:pt x="5590" y="33"/>
                  <a:pt x="5596" y="43"/>
                  <a:pt x="5600" y="53"/>
                </a:cubicBezTo>
                <a:cubicBezTo>
                  <a:pt x="5605" y="64"/>
                  <a:pt x="5607" y="75"/>
                  <a:pt x="5607" y="87"/>
                </a:cubicBezTo>
                <a:lnTo>
                  <a:pt x="5607" y="436"/>
                </a:lnTo>
                <a:cubicBezTo>
                  <a:pt x="5607" y="447"/>
                  <a:pt x="5605" y="459"/>
                  <a:pt x="5600" y="469"/>
                </a:cubicBezTo>
                <a:cubicBezTo>
                  <a:pt x="5596" y="480"/>
                  <a:pt x="5590" y="490"/>
                  <a:pt x="5581" y="499"/>
                </a:cubicBezTo>
                <a:cubicBezTo>
                  <a:pt x="5573" y="507"/>
                  <a:pt x="5564" y="513"/>
                  <a:pt x="5553" y="518"/>
                </a:cubicBezTo>
                <a:cubicBezTo>
                  <a:pt x="5542" y="522"/>
                  <a:pt x="5531" y="524"/>
                  <a:pt x="5520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3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5457600" y="698760"/>
            <a:ext cx="51840" cy="47520"/>
          </a:xfrm>
          <a:custGeom>
            <a:avLst/>
            <a:gdLst/>
            <a:ahLst/>
            <a:rect l="0" t="0" r="r" b="b"/>
            <a:pathLst>
              <a:path w="144" h="132">
                <a:moveTo>
                  <a:pt x="0" y="33"/>
                </a:moveTo>
                <a:lnTo>
                  <a:pt x="88" y="33"/>
                </a:lnTo>
                <a:lnTo>
                  <a:pt x="88" y="0"/>
                </a:lnTo>
                <a:lnTo>
                  <a:pt x="144" y="65"/>
                </a:lnTo>
                <a:lnTo>
                  <a:pt x="88" y="132"/>
                </a:lnTo>
                <a:lnTo>
                  <a:pt x="88" y="99"/>
                </a:lnTo>
                <a:lnTo>
                  <a:pt x="0" y="99"/>
                </a:lnTo>
                <a:lnTo>
                  <a:pt x="0" y="33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2696400" y="761760"/>
            <a:ext cx="6224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3553920" y="698400"/>
            <a:ext cx="261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2858400" y="859680"/>
            <a:ext cx="6480" cy="78840"/>
          </a:xfrm>
          <a:custGeom>
            <a:avLst/>
            <a:gdLst/>
            <a:ahLst/>
            <a:rect l="0" t="0" r="r" b="b"/>
            <a:pathLst>
              <a:path w="18" h="21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98"/>
                </a:lnTo>
                <a:lnTo>
                  <a:pt x="0" y="98"/>
                </a:lnTo>
                <a:lnTo>
                  <a:pt x="0" y="66"/>
                </a:lnTo>
                <a:lnTo>
                  <a:pt x="18" y="66"/>
                </a:lnTo>
                <a:moveTo>
                  <a:pt x="18" y="132"/>
                </a:moveTo>
                <a:lnTo>
                  <a:pt x="18" y="165"/>
                </a:lnTo>
                <a:lnTo>
                  <a:pt x="0" y="165"/>
                </a:lnTo>
                <a:lnTo>
                  <a:pt x="0" y="132"/>
                </a:lnTo>
                <a:lnTo>
                  <a:pt x="18" y="132"/>
                </a:lnTo>
                <a:moveTo>
                  <a:pt x="18" y="198"/>
                </a:moveTo>
                <a:lnTo>
                  <a:pt x="18" y="219"/>
                </a:lnTo>
                <a:lnTo>
                  <a:pt x="0" y="219"/>
                </a:lnTo>
                <a:lnTo>
                  <a:pt x="0" y="198"/>
                </a:lnTo>
                <a:lnTo>
                  <a:pt x="18" y="198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2841840" y="914760"/>
            <a:ext cx="39600" cy="23760"/>
          </a:xfrm>
          <a:custGeom>
            <a:avLst/>
            <a:gdLst/>
            <a:ahLst/>
            <a:rect l="0" t="0" r="r" b="b"/>
            <a:pathLst>
              <a:path fill="none" w="110" h="66">
                <a:moveTo>
                  <a:pt x="0" y="0"/>
                </a:moveTo>
                <a:lnTo>
                  <a:pt x="55" y="66"/>
                </a:lnTo>
                <a:lnTo>
                  <a:pt x="110" y="0"/>
                </a:lnTo>
              </a:path>
            </a:pathLst>
          </a:custGeom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2766960" y="954000"/>
            <a:ext cx="3910680" cy="526680"/>
          </a:xfrm>
          <a:custGeom>
            <a:avLst/>
            <a:gdLst/>
            <a:ahLst/>
            <a:rect l="0" t="0" r="r" b="b"/>
            <a:pathLst>
              <a:path w="10863" h="1463">
                <a:moveTo>
                  <a:pt x="0" y="0"/>
                </a:moveTo>
                <a:lnTo>
                  <a:pt x="10863" y="0"/>
                </a:lnTo>
                <a:lnTo>
                  <a:pt x="10863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2765160" y="952200"/>
            <a:ext cx="3914280" cy="530280"/>
          </a:xfrm>
          <a:custGeom>
            <a:avLst/>
            <a:gdLst/>
            <a:ahLst/>
            <a:rect l="0" t="0" r="r" b="b"/>
            <a:pathLst>
              <a:path w="10873" h="1473">
                <a:moveTo>
                  <a:pt x="93" y="0"/>
                </a:moveTo>
                <a:lnTo>
                  <a:pt x="147" y="0"/>
                </a:lnTo>
                <a:lnTo>
                  <a:pt x="147" y="10"/>
                </a:lnTo>
                <a:lnTo>
                  <a:pt x="93" y="10"/>
                </a:lnTo>
                <a:lnTo>
                  <a:pt x="93" y="0"/>
                </a:lnTo>
                <a:moveTo>
                  <a:pt x="180" y="0"/>
                </a:moveTo>
                <a:lnTo>
                  <a:pt x="235" y="0"/>
                </a:lnTo>
                <a:lnTo>
                  <a:pt x="235" y="10"/>
                </a:lnTo>
                <a:lnTo>
                  <a:pt x="180" y="10"/>
                </a:lnTo>
                <a:lnTo>
                  <a:pt x="180" y="0"/>
                </a:lnTo>
                <a:moveTo>
                  <a:pt x="267" y="0"/>
                </a:moveTo>
                <a:lnTo>
                  <a:pt x="322" y="0"/>
                </a:lnTo>
                <a:lnTo>
                  <a:pt x="322" y="10"/>
                </a:lnTo>
                <a:lnTo>
                  <a:pt x="267" y="10"/>
                </a:lnTo>
                <a:lnTo>
                  <a:pt x="267" y="0"/>
                </a:lnTo>
                <a:moveTo>
                  <a:pt x="355" y="0"/>
                </a:moveTo>
                <a:lnTo>
                  <a:pt x="410" y="0"/>
                </a:lnTo>
                <a:lnTo>
                  <a:pt x="410" y="10"/>
                </a:lnTo>
                <a:lnTo>
                  <a:pt x="355" y="10"/>
                </a:lnTo>
                <a:lnTo>
                  <a:pt x="355" y="0"/>
                </a:lnTo>
                <a:moveTo>
                  <a:pt x="442" y="0"/>
                </a:moveTo>
                <a:lnTo>
                  <a:pt x="497" y="0"/>
                </a:lnTo>
                <a:lnTo>
                  <a:pt x="497" y="10"/>
                </a:lnTo>
                <a:lnTo>
                  <a:pt x="442" y="10"/>
                </a:lnTo>
                <a:lnTo>
                  <a:pt x="442" y="0"/>
                </a:lnTo>
                <a:moveTo>
                  <a:pt x="530" y="0"/>
                </a:moveTo>
                <a:lnTo>
                  <a:pt x="584" y="0"/>
                </a:lnTo>
                <a:lnTo>
                  <a:pt x="584" y="10"/>
                </a:lnTo>
                <a:lnTo>
                  <a:pt x="530" y="10"/>
                </a:lnTo>
                <a:lnTo>
                  <a:pt x="530" y="0"/>
                </a:lnTo>
                <a:moveTo>
                  <a:pt x="617" y="0"/>
                </a:moveTo>
                <a:lnTo>
                  <a:pt x="672" y="0"/>
                </a:lnTo>
                <a:lnTo>
                  <a:pt x="672" y="10"/>
                </a:lnTo>
                <a:lnTo>
                  <a:pt x="617" y="10"/>
                </a:lnTo>
                <a:lnTo>
                  <a:pt x="617" y="0"/>
                </a:lnTo>
                <a:moveTo>
                  <a:pt x="705" y="0"/>
                </a:moveTo>
                <a:lnTo>
                  <a:pt x="759" y="0"/>
                </a:lnTo>
                <a:lnTo>
                  <a:pt x="759" y="10"/>
                </a:lnTo>
                <a:lnTo>
                  <a:pt x="705" y="10"/>
                </a:lnTo>
                <a:lnTo>
                  <a:pt x="705" y="0"/>
                </a:lnTo>
                <a:moveTo>
                  <a:pt x="792" y="0"/>
                </a:moveTo>
                <a:lnTo>
                  <a:pt x="847" y="0"/>
                </a:lnTo>
                <a:lnTo>
                  <a:pt x="847" y="10"/>
                </a:lnTo>
                <a:lnTo>
                  <a:pt x="792" y="10"/>
                </a:lnTo>
                <a:lnTo>
                  <a:pt x="792" y="0"/>
                </a:lnTo>
                <a:moveTo>
                  <a:pt x="879" y="0"/>
                </a:moveTo>
                <a:lnTo>
                  <a:pt x="934" y="0"/>
                </a:lnTo>
                <a:lnTo>
                  <a:pt x="934" y="10"/>
                </a:lnTo>
                <a:lnTo>
                  <a:pt x="879" y="10"/>
                </a:lnTo>
                <a:lnTo>
                  <a:pt x="879" y="0"/>
                </a:lnTo>
                <a:moveTo>
                  <a:pt x="967" y="0"/>
                </a:moveTo>
                <a:lnTo>
                  <a:pt x="1021" y="0"/>
                </a:lnTo>
                <a:lnTo>
                  <a:pt x="1021" y="10"/>
                </a:lnTo>
                <a:lnTo>
                  <a:pt x="967" y="10"/>
                </a:lnTo>
                <a:lnTo>
                  <a:pt x="967" y="0"/>
                </a:lnTo>
                <a:moveTo>
                  <a:pt x="1054" y="0"/>
                </a:moveTo>
                <a:lnTo>
                  <a:pt x="1109" y="0"/>
                </a:lnTo>
                <a:lnTo>
                  <a:pt x="1109" y="10"/>
                </a:lnTo>
                <a:lnTo>
                  <a:pt x="1054" y="10"/>
                </a:lnTo>
                <a:lnTo>
                  <a:pt x="1054" y="0"/>
                </a:lnTo>
                <a:moveTo>
                  <a:pt x="1142" y="0"/>
                </a:moveTo>
                <a:lnTo>
                  <a:pt x="1196" y="0"/>
                </a:lnTo>
                <a:lnTo>
                  <a:pt x="1196" y="10"/>
                </a:lnTo>
                <a:lnTo>
                  <a:pt x="1142" y="10"/>
                </a:lnTo>
                <a:lnTo>
                  <a:pt x="1142" y="0"/>
                </a:lnTo>
                <a:moveTo>
                  <a:pt x="1229" y="0"/>
                </a:moveTo>
                <a:lnTo>
                  <a:pt x="1284" y="0"/>
                </a:lnTo>
                <a:lnTo>
                  <a:pt x="1284" y="10"/>
                </a:lnTo>
                <a:lnTo>
                  <a:pt x="1229" y="10"/>
                </a:lnTo>
                <a:lnTo>
                  <a:pt x="1229" y="0"/>
                </a:lnTo>
                <a:moveTo>
                  <a:pt x="1316" y="0"/>
                </a:moveTo>
                <a:lnTo>
                  <a:pt x="1371" y="0"/>
                </a:lnTo>
                <a:lnTo>
                  <a:pt x="1371" y="10"/>
                </a:lnTo>
                <a:lnTo>
                  <a:pt x="1316" y="10"/>
                </a:lnTo>
                <a:lnTo>
                  <a:pt x="1316" y="0"/>
                </a:lnTo>
                <a:moveTo>
                  <a:pt x="1404" y="0"/>
                </a:moveTo>
                <a:lnTo>
                  <a:pt x="1459" y="0"/>
                </a:lnTo>
                <a:lnTo>
                  <a:pt x="1459" y="10"/>
                </a:lnTo>
                <a:lnTo>
                  <a:pt x="1404" y="10"/>
                </a:lnTo>
                <a:lnTo>
                  <a:pt x="1404" y="0"/>
                </a:lnTo>
                <a:moveTo>
                  <a:pt x="1491" y="0"/>
                </a:moveTo>
                <a:lnTo>
                  <a:pt x="1546" y="0"/>
                </a:lnTo>
                <a:lnTo>
                  <a:pt x="1546" y="10"/>
                </a:lnTo>
                <a:lnTo>
                  <a:pt x="1491" y="10"/>
                </a:lnTo>
                <a:lnTo>
                  <a:pt x="1491" y="0"/>
                </a:lnTo>
                <a:moveTo>
                  <a:pt x="1579" y="0"/>
                </a:moveTo>
                <a:lnTo>
                  <a:pt x="1633" y="0"/>
                </a:lnTo>
                <a:lnTo>
                  <a:pt x="1633" y="10"/>
                </a:lnTo>
                <a:lnTo>
                  <a:pt x="1579" y="10"/>
                </a:lnTo>
                <a:lnTo>
                  <a:pt x="1579" y="0"/>
                </a:lnTo>
                <a:moveTo>
                  <a:pt x="1666" y="0"/>
                </a:moveTo>
                <a:lnTo>
                  <a:pt x="1721" y="0"/>
                </a:lnTo>
                <a:lnTo>
                  <a:pt x="1721" y="10"/>
                </a:lnTo>
                <a:lnTo>
                  <a:pt x="1666" y="10"/>
                </a:lnTo>
                <a:lnTo>
                  <a:pt x="1666" y="0"/>
                </a:lnTo>
                <a:moveTo>
                  <a:pt x="1754" y="0"/>
                </a:moveTo>
                <a:lnTo>
                  <a:pt x="1808" y="0"/>
                </a:lnTo>
                <a:lnTo>
                  <a:pt x="1808" y="10"/>
                </a:lnTo>
                <a:lnTo>
                  <a:pt x="1754" y="10"/>
                </a:lnTo>
                <a:lnTo>
                  <a:pt x="1754" y="0"/>
                </a:lnTo>
                <a:moveTo>
                  <a:pt x="1841" y="0"/>
                </a:moveTo>
                <a:lnTo>
                  <a:pt x="1896" y="0"/>
                </a:lnTo>
                <a:lnTo>
                  <a:pt x="1896" y="10"/>
                </a:lnTo>
                <a:lnTo>
                  <a:pt x="1841" y="10"/>
                </a:lnTo>
                <a:lnTo>
                  <a:pt x="1841" y="0"/>
                </a:lnTo>
                <a:moveTo>
                  <a:pt x="1928" y="0"/>
                </a:moveTo>
                <a:lnTo>
                  <a:pt x="1983" y="0"/>
                </a:lnTo>
                <a:lnTo>
                  <a:pt x="1983" y="10"/>
                </a:lnTo>
                <a:lnTo>
                  <a:pt x="1928" y="10"/>
                </a:lnTo>
                <a:lnTo>
                  <a:pt x="1928" y="0"/>
                </a:lnTo>
                <a:moveTo>
                  <a:pt x="2016" y="0"/>
                </a:moveTo>
                <a:lnTo>
                  <a:pt x="2070" y="0"/>
                </a:lnTo>
                <a:lnTo>
                  <a:pt x="2070" y="10"/>
                </a:lnTo>
                <a:lnTo>
                  <a:pt x="2016" y="10"/>
                </a:lnTo>
                <a:lnTo>
                  <a:pt x="2016" y="0"/>
                </a:lnTo>
                <a:moveTo>
                  <a:pt x="2103" y="0"/>
                </a:moveTo>
                <a:lnTo>
                  <a:pt x="2158" y="0"/>
                </a:lnTo>
                <a:lnTo>
                  <a:pt x="2158" y="10"/>
                </a:lnTo>
                <a:lnTo>
                  <a:pt x="2103" y="10"/>
                </a:lnTo>
                <a:lnTo>
                  <a:pt x="2103" y="0"/>
                </a:lnTo>
                <a:moveTo>
                  <a:pt x="2191" y="0"/>
                </a:moveTo>
                <a:lnTo>
                  <a:pt x="2245" y="0"/>
                </a:lnTo>
                <a:lnTo>
                  <a:pt x="2245" y="10"/>
                </a:lnTo>
                <a:lnTo>
                  <a:pt x="2191" y="10"/>
                </a:lnTo>
                <a:lnTo>
                  <a:pt x="2191" y="0"/>
                </a:lnTo>
                <a:moveTo>
                  <a:pt x="2278" y="0"/>
                </a:moveTo>
                <a:lnTo>
                  <a:pt x="2333" y="0"/>
                </a:lnTo>
                <a:lnTo>
                  <a:pt x="2333" y="10"/>
                </a:lnTo>
                <a:lnTo>
                  <a:pt x="2278" y="10"/>
                </a:lnTo>
                <a:lnTo>
                  <a:pt x="2278" y="0"/>
                </a:lnTo>
                <a:moveTo>
                  <a:pt x="2366" y="0"/>
                </a:moveTo>
                <a:lnTo>
                  <a:pt x="2420" y="0"/>
                </a:lnTo>
                <a:lnTo>
                  <a:pt x="2420" y="10"/>
                </a:lnTo>
                <a:lnTo>
                  <a:pt x="2366" y="10"/>
                </a:lnTo>
                <a:lnTo>
                  <a:pt x="2366" y="0"/>
                </a:lnTo>
                <a:moveTo>
                  <a:pt x="2453" y="0"/>
                </a:moveTo>
                <a:lnTo>
                  <a:pt x="2508" y="0"/>
                </a:lnTo>
                <a:lnTo>
                  <a:pt x="2508" y="10"/>
                </a:lnTo>
                <a:lnTo>
                  <a:pt x="2453" y="10"/>
                </a:lnTo>
                <a:lnTo>
                  <a:pt x="2453" y="0"/>
                </a:lnTo>
                <a:moveTo>
                  <a:pt x="2540" y="0"/>
                </a:moveTo>
                <a:lnTo>
                  <a:pt x="2595" y="0"/>
                </a:lnTo>
                <a:lnTo>
                  <a:pt x="2595" y="10"/>
                </a:lnTo>
                <a:lnTo>
                  <a:pt x="2540" y="10"/>
                </a:lnTo>
                <a:lnTo>
                  <a:pt x="2540" y="0"/>
                </a:lnTo>
                <a:moveTo>
                  <a:pt x="2628" y="0"/>
                </a:moveTo>
                <a:lnTo>
                  <a:pt x="2682" y="0"/>
                </a:lnTo>
                <a:lnTo>
                  <a:pt x="2682" y="10"/>
                </a:lnTo>
                <a:lnTo>
                  <a:pt x="2628" y="10"/>
                </a:lnTo>
                <a:lnTo>
                  <a:pt x="2628" y="0"/>
                </a:lnTo>
                <a:moveTo>
                  <a:pt x="2715" y="0"/>
                </a:moveTo>
                <a:lnTo>
                  <a:pt x="2770" y="0"/>
                </a:lnTo>
                <a:lnTo>
                  <a:pt x="2770" y="10"/>
                </a:lnTo>
                <a:lnTo>
                  <a:pt x="2715" y="10"/>
                </a:lnTo>
                <a:lnTo>
                  <a:pt x="2715" y="0"/>
                </a:lnTo>
                <a:moveTo>
                  <a:pt x="2803" y="0"/>
                </a:moveTo>
                <a:lnTo>
                  <a:pt x="2857" y="0"/>
                </a:lnTo>
                <a:lnTo>
                  <a:pt x="2857" y="10"/>
                </a:lnTo>
                <a:lnTo>
                  <a:pt x="2803" y="10"/>
                </a:lnTo>
                <a:lnTo>
                  <a:pt x="2803" y="0"/>
                </a:lnTo>
                <a:moveTo>
                  <a:pt x="2890" y="0"/>
                </a:moveTo>
                <a:lnTo>
                  <a:pt x="2945" y="0"/>
                </a:lnTo>
                <a:lnTo>
                  <a:pt x="2945" y="10"/>
                </a:lnTo>
                <a:lnTo>
                  <a:pt x="2890" y="10"/>
                </a:lnTo>
                <a:lnTo>
                  <a:pt x="2890" y="0"/>
                </a:lnTo>
                <a:moveTo>
                  <a:pt x="2977" y="0"/>
                </a:moveTo>
                <a:lnTo>
                  <a:pt x="3032" y="0"/>
                </a:lnTo>
                <a:lnTo>
                  <a:pt x="3032" y="10"/>
                </a:lnTo>
                <a:lnTo>
                  <a:pt x="2977" y="10"/>
                </a:lnTo>
                <a:lnTo>
                  <a:pt x="2977" y="0"/>
                </a:lnTo>
                <a:moveTo>
                  <a:pt x="3065" y="0"/>
                </a:moveTo>
                <a:lnTo>
                  <a:pt x="3119" y="0"/>
                </a:lnTo>
                <a:lnTo>
                  <a:pt x="3119" y="10"/>
                </a:lnTo>
                <a:lnTo>
                  <a:pt x="3065" y="10"/>
                </a:lnTo>
                <a:lnTo>
                  <a:pt x="3065" y="0"/>
                </a:lnTo>
                <a:moveTo>
                  <a:pt x="3152" y="0"/>
                </a:moveTo>
                <a:lnTo>
                  <a:pt x="3207" y="0"/>
                </a:lnTo>
                <a:lnTo>
                  <a:pt x="3207" y="10"/>
                </a:lnTo>
                <a:lnTo>
                  <a:pt x="3152" y="10"/>
                </a:lnTo>
                <a:lnTo>
                  <a:pt x="3152" y="0"/>
                </a:lnTo>
                <a:moveTo>
                  <a:pt x="3240" y="0"/>
                </a:moveTo>
                <a:lnTo>
                  <a:pt x="3294" y="0"/>
                </a:lnTo>
                <a:lnTo>
                  <a:pt x="3294" y="10"/>
                </a:lnTo>
                <a:lnTo>
                  <a:pt x="3240" y="10"/>
                </a:lnTo>
                <a:lnTo>
                  <a:pt x="3240" y="0"/>
                </a:lnTo>
                <a:moveTo>
                  <a:pt x="3327" y="0"/>
                </a:moveTo>
                <a:lnTo>
                  <a:pt x="3382" y="0"/>
                </a:lnTo>
                <a:lnTo>
                  <a:pt x="3382" y="10"/>
                </a:lnTo>
                <a:lnTo>
                  <a:pt x="3327" y="10"/>
                </a:lnTo>
                <a:lnTo>
                  <a:pt x="3327" y="0"/>
                </a:lnTo>
                <a:moveTo>
                  <a:pt x="3415" y="0"/>
                </a:moveTo>
                <a:lnTo>
                  <a:pt x="3469" y="0"/>
                </a:lnTo>
                <a:lnTo>
                  <a:pt x="3469" y="10"/>
                </a:lnTo>
                <a:lnTo>
                  <a:pt x="3415" y="10"/>
                </a:lnTo>
                <a:lnTo>
                  <a:pt x="3415" y="0"/>
                </a:lnTo>
                <a:moveTo>
                  <a:pt x="3502" y="0"/>
                </a:moveTo>
                <a:lnTo>
                  <a:pt x="3557" y="0"/>
                </a:lnTo>
                <a:lnTo>
                  <a:pt x="3557" y="10"/>
                </a:lnTo>
                <a:lnTo>
                  <a:pt x="3502" y="10"/>
                </a:lnTo>
                <a:lnTo>
                  <a:pt x="3502" y="0"/>
                </a:lnTo>
                <a:moveTo>
                  <a:pt x="3589" y="0"/>
                </a:moveTo>
                <a:lnTo>
                  <a:pt x="3644" y="0"/>
                </a:lnTo>
                <a:lnTo>
                  <a:pt x="3644" y="10"/>
                </a:lnTo>
                <a:lnTo>
                  <a:pt x="3589" y="10"/>
                </a:lnTo>
                <a:lnTo>
                  <a:pt x="3589" y="0"/>
                </a:lnTo>
                <a:moveTo>
                  <a:pt x="3677" y="0"/>
                </a:moveTo>
                <a:lnTo>
                  <a:pt x="3731" y="0"/>
                </a:lnTo>
                <a:lnTo>
                  <a:pt x="3731" y="10"/>
                </a:lnTo>
                <a:lnTo>
                  <a:pt x="3677" y="10"/>
                </a:lnTo>
                <a:lnTo>
                  <a:pt x="3677" y="0"/>
                </a:lnTo>
                <a:moveTo>
                  <a:pt x="3764" y="0"/>
                </a:moveTo>
                <a:lnTo>
                  <a:pt x="3819" y="0"/>
                </a:lnTo>
                <a:lnTo>
                  <a:pt x="3819" y="10"/>
                </a:lnTo>
                <a:lnTo>
                  <a:pt x="3764" y="10"/>
                </a:lnTo>
                <a:lnTo>
                  <a:pt x="3764" y="0"/>
                </a:lnTo>
                <a:moveTo>
                  <a:pt x="3852" y="0"/>
                </a:moveTo>
                <a:lnTo>
                  <a:pt x="3906" y="0"/>
                </a:lnTo>
                <a:lnTo>
                  <a:pt x="3906" y="10"/>
                </a:lnTo>
                <a:lnTo>
                  <a:pt x="3852" y="10"/>
                </a:lnTo>
                <a:lnTo>
                  <a:pt x="3852" y="0"/>
                </a:lnTo>
                <a:moveTo>
                  <a:pt x="3939" y="0"/>
                </a:moveTo>
                <a:lnTo>
                  <a:pt x="3994" y="0"/>
                </a:lnTo>
                <a:lnTo>
                  <a:pt x="3994" y="10"/>
                </a:lnTo>
                <a:lnTo>
                  <a:pt x="3939" y="10"/>
                </a:lnTo>
                <a:lnTo>
                  <a:pt x="3939" y="0"/>
                </a:lnTo>
                <a:moveTo>
                  <a:pt x="4026" y="0"/>
                </a:moveTo>
                <a:lnTo>
                  <a:pt x="4081" y="0"/>
                </a:lnTo>
                <a:lnTo>
                  <a:pt x="4081" y="10"/>
                </a:lnTo>
                <a:lnTo>
                  <a:pt x="4026" y="10"/>
                </a:lnTo>
                <a:lnTo>
                  <a:pt x="4026" y="0"/>
                </a:lnTo>
                <a:moveTo>
                  <a:pt x="4114" y="0"/>
                </a:moveTo>
                <a:lnTo>
                  <a:pt x="4169" y="0"/>
                </a:lnTo>
                <a:lnTo>
                  <a:pt x="4169" y="10"/>
                </a:lnTo>
                <a:lnTo>
                  <a:pt x="4114" y="10"/>
                </a:lnTo>
                <a:lnTo>
                  <a:pt x="4114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10"/>
                </a:lnTo>
                <a:lnTo>
                  <a:pt x="4201" y="10"/>
                </a:lnTo>
                <a:lnTo>
                  <a:pt x="4201" y="0"/>
                </a:lnTo>
                <a:moveTo>
                  <a:pt x="4289" y="0"/>
                </a:moveTo>
                <a:lnTo>
                  <a:pt x="4343" y="0"/>
                </a:lnTo>
                <a:lnTo>
                  <a:pt x="4343" y="10"/>
                </a:lnTo>
                <a:lnTo>
                  <a:pt x="4289" y="10"/>
                </a:lnTo>
                <a:lnTo>
                  <a:pt x="4289" y="0"/>
                </a:lnTo>
                <a:moveTo>
                  <a:pt x="4376" y="0"/>
                </a:moveTo>
                <a:lnTo>
                  <a:pt x="4431" y="0"/>
                </a:lnTo>
                <a:lnTo>
                  <a:pt x="4431" y="10"/>
                </a:lnTo>
                <a:lnTo>
                  <a:pt x="4376" y="10"/>
                </a:lnTo>
                <a:lnTo>
                  <a:pt x="4376" y="0"/>
                </a:lnTo>
                <a:moveTo>
                  <a:pt x="4464" y="0"/>
                </a:moveTo>
                <a:lnTo>
                  <a:pt x="4518" y="0"/>
                </a:lnTo>
                <a:lnTo>
                  <a:pt x="4518" y="10"/>
                </a:lnTo>
                <a:lnTo>
                  <a:pt x="4464" y="10"/>
                </a:lnTo>
                <a:lnTo>
                  <a:pt x="4464" y="0"/>
                </a:lnTo>
                <a:moveTo>
                  <a:pt x="4551" y="0"/>
                </a:moveTo>
                <a:lnTo>
                  <a:pt x="4606" y="0"/>
                </a:lnTo>
                <a:lnTo>
                  <a:pt x="4606" y="10"/>
                </a:lnTo>
                <a:lnTo>
                  <a:pt x="4551" y="10"/>
                </a:lnTo>
                <a:lnTo>
                  <a:pt x="4551" y="0"/>
                </a:lnTo>
                <a:moveTo>
                  <a:pt x="4638" y="0"/>
                </a:moveTo>
                <a:lnTo>
                  <a:pt x="4693" y="0"/>
                </a:lnTo>
                <a:lnTo>
                  <a:pt x="4693" y="10"/>
                </a:lnTo>
                <a:lnTo>
                  <a:pt x="4638" y="10"/>
                </a:lnTo>
                <a:lnTo>
                  <a:pt x="4638" y="0"/>
                </a:lnTo>
                <a:moveTo>
                  <a:pt x="4726" y="0"/>
                </a:moveTo>
                <a:lnTo>
                  <a:pt x="4780" y="0"/>
                </a:lnTo>
                <a:lnTo>
                  <a:pt x="4780" y="10"/>
                </a:lnTo>
                <a:lnTo>
                  <a:pt x="4726" y="10"/>
                </a:lnTo>
                <a:lnTo>
                  <a:pt x="4726" y="0"/>
                </a:lnTo>
                <a:moveTo>
                  <a:pt x="4813" y="0"/>
                </a:moveTo>
                <a:lnTo>
                  <a:pt x="4868" y="0"/>
                </a:lnTo>
                <a:lnTo>
                  <a:pt x="4868" y="10"/>
                </a:lnTo>
                <a:lnTo>
                  <a:pt x="4813" y="10"/>
                </a:lnTo>
                <a:lnTo>
                  <a:pt x="4813" y="0"/>
                </a:lnTo>
                <a:moveTo>
                  <a:pt x="4901" y="0"/>
                </a:moveTo>
                <a:lnTo>
                  <a:pt x="4955" y="0"/>
                </a:lnTo>
                <a:lnTo>
                  <a:pt x="4955" y="10"/>
                </a:lnTo>
                <a:lnTo>
                  <a:pt x="4901" y="10"/>
                </a:lnTo>
                <a:lnTo>
                  <a:pt x="4901" y="0"/>
                </a:lnTo>
                <a:moveTo>
                  <a:pt x="4988" y="0"/>
                </a:moveTo>
                <a:lnTo>
                  <a:pt x="5043" y="0"/>
                </a:lnTo>
                <a:lnTo>
                  <a:pt x="5043" y="10"/>
                </a:lnTo>
                <a:lnTo>
                  <a:pt x="4988" y="10"/>
                </a:lnTo>
                <a:lnTo>
                  <a:pt x="4988" y="0"/>
                </a:lnTo>
                <a:moveTo>
                  <a:pt x="5075" y="0"/>
                </a:moveTo>
                <a:lnTo>
                  <a:pt x="5130" y="0"/>
                </a:lnTo>
                <a:lnTo>
                  <a:pt x="5130" y="10"/>
                </a:lnTo>
                <a:lnTo>
                  <a:pt x="5075" y="10"/>
                </a:lnTo>
                <a:lnTo>
                  <a:pt x="5075" y="0"/>
                </a:lnTo>
                <a:moveTo>
                  <a:pt x="5163" y="0"/>
                </a:moveTo>
                <a:lnTo>
                  <a:pt x="5218" y="0"/>
                </a:lnTo>
                <a:lnTo>
                  <a:pt x="5218" y="10"/>
                </a:lnTo>
                <a:lnTo>
                  <a:pt x="5163" y="10"/>
                </a:lnTo>
                <a:lnTo>
                  <a:pt x="5163" y="0"/>
                </a:lnTo>
                <a:moveTo>
                  <a:pt x="5250" y="0"/>
                </a:moveTo>
                <a:lnTo>
                  <a:pt x="5305" y="0"/>
                </a:lnTo>
                <a:lnTo>
                  <a:pt x="5305" y="10"/>
                </a:lnTo>
                <a:lnTo>
                  <a:pt x="5250" y="10"/>
                </a:lnTo>
                <a:lnTo>
                  <a:pt x="5250" y="0"/>
                </a:lnTo>
                <a:moveTo>
                  <a:pt x="5338" y="0"/>
                </a:moveTo>
                <a:lnTo>
                  <a:pt x="5392" y="0"/>
                </a:lnTo>
                <a:lnTo>
                  <a:pt x="5392" y="10"/>
                </a:lnTo>
                <a:lnTo>
                  <a:pt x="5338" y="10"/>
                </a:lnTo>
                <a:lnTo>
                  <a:pt x="5338" y="0"/>
                </a:lnTo>
                <a:moveTo>
                  <a:pt x="5425" y="0"/>
                </a:moveTo>
                <a:lnTo>
                  <a:pt x="5480" y="0"/>
                </a:lnTo>
                <a:lnTo>
                  <a:pt x="5480" y="10"/>
                </a:lnTo>
                <a:lnTo>
                  <a:pt x="5425" y="10"/>
                </a:lnTo>
                <a:lnTo>
                  <a:pt x="5425" y="0"/>
                </a:lnTo>
                <a:moveTo>
                  <a:pt x="5513" y="0"/>
                </a:moveTo>
                <a:lnTo>
                  <a:pt x="5567" y="0"/>
                </a:lnTo>
                <a:lnTo>
                  <a:pt x="5567" y="10"/>
                </a:lnTo>
                <a:lnTo>
                  <a:pt x="5513" y="10"/>
                </a:lnTo>
                <a:lnTo>
                  <a:pt x="5513" y="0"/>
                </a:lnTo>
                <a:moveTo>
                  <a:pt x="5600" y="0"/>
                </a:moveTo>
                <a:lnTo>
                  <a:pt x="5655" y="0"/>
                </a:lnTo>
                <a:lnTo>
                  <a:pt x="5655" y="10"/>
                </a:lnTo>
                <a:lnTo>
                  <a:pt x="5600" y="10"/>
                </a:lnTo>
                <a:lnTo>
                  <a:pt x="5600" y="0"/>
                </a:lnTo>
                <a:moveTo>
                  <a:pt x="5687" y="0"/>
                </a:moveTo>
                <a:lnTo>
                  <a:pt x="5742" y="0"/>
                </a:lnTo>
                <a:lnTo>
                  <a:pt x="5742" y="10"/>
                </a:lnTo>
                <a:lnTo>
                  <a:pt x="5687" y="10"/>
                </a:lnTo>
                <a:lnTo>
                  <a:pt x="5687" y="0"/>
                </a:lnTo>
                <a:moveTo>
                  <a:pt x="5775" y="0"/>
                </a:moveTo>
                <a:lnTo>
                  <a:pt x="5829" y="0"/>
                </a:lnTo>
                <a:lnTo>
                  <a:pt x="5829" y="10"/>
                </a:lnTo>
                <a:lnTo>
                  <a:pt x="5775" y="10"/>
                </a:lnTo>
                <a:lnTo>
                  <a:pt x="5775" y="0"/>
                </a:lnTo>
                <a:moveTo>
                  <a:pt x="5862" y="0"/>
                </a:moveTo>
                <a:lnTo>
                  <a:pt x="5917" y="0"/>
                </a:lnTo>
                <a:lnTo>
                  <a:pt x="5917" y="10"/>
                </a:lnTo>
                <a:lnTo>
                  <a:pt x="5862" y="10"/>
                </a:lnTo>
                <a:lnTo>
                  <a:pt x="5862" y="0"/>
                </a:lnTo>
                <a:moveTo>
                  <a:pt x="5950" y="0"/>
                </a:moveTo>
                <a:lnTo>
                  <a:pt x="6004" y="0"/>
                </a:lnTo>
                <a:lnTo>
                  <a:pt x="6004" y="10"/>
                </a:lnTo>
                <a:lnTo>
                  <a:pt x="5950" y="10"/>
                </a:lnTo>
                <a:lnTo>
                  <a:pt x="5950" y="0"/>
                </a:lnTo>
                <a:moveTo>
                  <a:pt x="6037" y="0"/>
                </a:moveTo>
                <a:lnTo>
                  <a:pt x="6092" y="0"/>
                </a:lnTo>
                <a:lnTo>
                  <a:pt x="6092" y="10"/>
                </a:lnTo>
                <a:lnTo>
                  <a:pt x="6037" y="10"/>
                </a:lnTo>
                <a:lnTo>
                  <a:pt x="6037" y="0"/>
                </a:lnTo>
                <a:moveTo>
                  <a:pt x="6124" y="0"/>
                </a:moveTo>
                <a:lnTo>
                  <a:pt x="6179" y="0"/>
                </a:lnTo>
                <a:lnTo>
                  <a:pt x="6179" y="10"/>
                </a:lnTo>
                <a:lnTo>
                  <a:pt x="6124" y="10"/>
                </a:lnTo>
                <a:lnTo>
                  <a:pt x="6124" y="0"/>
                </a:lnTo>
                <a:moveTo>
                  <a:pt x="6212" y="0"/>
                </a:moveTo>
                <a:lnTo>
                  <a:pt x="6267" y="0"/>
                </a:lnTo>
                <a:lnTo>
                  <a:pt x="6267" y="10"/>
                </a:lnTo>
                <a:lnTo>
                  <a:pt x="6212" y="10"/>
                </a:lnTo>
                <a:lnTo>
                  <a:pt x="6212" y="0"/>
                </a:lnTo>
                <a:moveTo>
                  <a:pt x="6299" y="0"/>
                </a:moveTo>
                <a:lnTo>
                  <a:pt x="6354" y="0"/>
                </a:lnTo>
                <a:lnTo>
                  <a:pt x="6354" y="10"/>
                </a:lnTo>
                <a:lnTo>
                  <a:pt x="6299" y="10"/>
                </a:lnTo>
                <a:lnTo>
                  <a:pt x="6299" y="0"/>
                </a:lnTo>
                <a:moveTo>
                  <a:pt x="6387" y="0"/>
                </a:moveTo>
                <a:lnTo>
                  <a:pt x="6441" y="0"/>
                </a:lnTo>
                <a:lnTo>
                  <a:pt x="6441" y="10"/>
                </a:lnTo>
                <a:lnTo>
                  <a:pt x="6387" y="10"/>
                </a:lnTo>
                <a:lnTo>
                  <a:pt x="6387" y="0"/>
                </a:lnTo>
                <a:moveTo>
                  <a:pt x="6474" y="0"/>
                </a:moveTo>
                <a:lnTo>
                  <a:pt x="6529" y="0"/>
                </a:lnTo>
                <a:lnTo>
                  <a:pt x="6529" y="10"/>
                </a:lnTo>
                <a:lnTo>
                  <a:pt x="6474" y="10"/>
                </a:lnTo>
                <a:lnTo>
                  <a:pt x="6474" y="0"/>
                </a:lnTo>
                <a:moveTo>
                  <a:pt x="6562" y="0"/>
                </a:moveTo>
                <a:lnTo>
                  <a:pt x="6616" y="0"/>
                </a:lnTo>
                <a:lnTo>
                  <a:pt x="6616" y="10"/>
                </a:lnTo>
                <a:lnTo>
                  <a:pt x="6562" y="10"/>
                </a:lnTo>
                <a:lnTo>
                  <a:pt x="6562" y="0"/>
                </a:lnTo>
                <a:moveTo>
                  <a:pt x="6649" y="0"/>
                </a:moveTo>
                <a:lnTo>
                  <a:pt x="6704" y="0"/>
                </a:lnTo>
                <a:lnTo>
                  <a:pt x="6704" y="10"/>
                </a:lnTo>
                <a:lnTo>
                  <a:pt x="6649" y="10"/>
                </a:lnTo>
                <a:lnTo>
                  <a:pt x="6649" y="0"/>
                </a:lnTo>
                <a:moveTo>
                  <a:pt x="6736" y="0"/>
                </a:moveTo>
                <a:lnTo>
                  <a:pt x="6791" y="0"/>
                </a:lnTo>
                <a:lnTo>
                  <a:pt x="6791" y="10"/>
                </a:lnTo>
                <a:lnTo>
                  <a:pt x="6736" y="10"/>
                </a:lnTo>
                <a:lnTo>
                  <a:pt x="6736" y="0"/>
                </a:lnTo>
                <a:moveTo>
                  <a:pt x="6824" y="0"/>
                </a:moveTo>
                <a:lnTo>
                  <a:pt x="6878" y="0"/>
                </a:lnTo>
                <a:lnTo>
                  <a:pt x="6878" y="10"/>
                </a:lnTo>
                <a:lnTo>
                  <a:pt x="6824" y="10"/>
                </a:lnTo>
                <a:lnTo>
                  <a:pt x="6824" y="0"/>
                </a:lnTo>
                <a:moveTo>
                  <a:pt x="6911" y="0"/>
                </a:moveTo>
                <a:lnTo>
                  <a:pt x="6966" y="0"/>
                </a:lnTo>
                <a:lnTo>
                  <a:pt x="6966" y="10"/>
                </a:lnTo>
                <a:lnTo>
                  <a:pt x="6911" y="10"/>
                </a:lnTo>
                <a:lnTo>
                  <a:pt x="6911" y="0"/>
                </a:lnTo>
                <a:moveTo>
                  <a:pt x="6999" y="0"/>
                </a:moveTo>
                <a:lnTo>
                  <a:pt x="7053" y="0"/>
                </a:lnTo>
                <a:lnTo>
                  <a:pt x="7053" y="10"/>
                </a:lnTo>
                <a:lnTo>
                  <a:pt x="6999" y="10"/>
                </a:lnTo>
                <a:lnTo>
                  <a:pt x="6999" y="0"/>
                </a:lnTo>
                <a:moveTo>
                  <a:pt x="7086" y="0"/>
                </a:moveTo>
                <a:lnTo>
                  <a:pt x="7141" y="0"/>
                </a:lnTo>
                <a:lnTo>
                  <a:pt x="7141" y="10"/>
                </a:lnTo>
                <a:lnTo>
                  <a:pt x="7086" y="10"/>
                </a:lnTo>
                <a:lnTo>
                  <a:pt x="7086" y="0"/>
                </a:lnTo>
                <a:moveTo>
                  <a:pt x="7173" y="0"/>
                </a:moveTo>
                <a:lnTo>
                  <a:pt x="7228" y="0"/>
                </a:lnTo>
                <a:lnTo>
                  <a:pt x="7228" y="10"/>
                </a:lnTo>
                <a:lnTo>
                  <a:pt x="7173" y="10"/>
                </a:lnTo>
                <a:lnTo>
                  <a:pt x="7173" y="0"/>
                </a:lnTo>
                <a:moveTo>
                  <a:pt x="7261" y="0"/>
                </a:moveTo>
                <a:lnTo>
                  <a:pt x="7316" y="0"/>
                </a:lnTo>
                <a:lnTo>
                  <a:pt x="7316" y="10"/>
                </a:lnTo>
                <a:lnTo>
                  <a:pt x="7261" y="10"/>
                </a:lnTo>
                <a:lnTo>
                  <a:pt x="7261" y="0"/>
                </a:lnTo>
                <a:moveTo>
                  <a:pt x="7348" y="0"/>
                </a:moveTo>
                <a:lnTo>
                  <a:pt x="7403" y="0"/>
                </a:lnTo>
                <a:lnTo>
                  <a:pt x="7403" y="10"/>
                </a:lnTo>
                <a:lnTo>
                  <a:pt x="7348" y="10"/>
                </a:lnTo>
                <a:lnTo>
                  <a:pt x="7348" y="0"/>
                </a:lnTo>
                <a:moveTo>
                  <a:pt x="7436" y="0"/>
                </a:moveTo>
                <a:lnTo>
                  <a:pt x="7490" y="0"/>
                </a:lnTo>
                <a:lnTo>
                  <a:pt x="7490" y="10"/>
                </a:lnTo>
                <a:lnTo>
                  <a:pt x="7436" y="10"/>
                </a:lnTo>
                <a:lnTo>
                  <a:pt x="7436" y="0"/>
                </a:lnTo>
                <a:moveTo>
                  <a:pt x="7523" y="0"/>
                </a:moveTo>
                <a:lnTo>
                  <a:pt x="7578" y="0"/>
                </a:lnTo>
                <a:lnTo>
                  <a:pt x="7578" y="10"/>
                </a:lnTo>
                <a:lnTo>
                  <a:pt x="7523" y="10"/>
                </a:lnTo>
                <a:lnTo>
                  <a:pt x="7523" y="0"/>
                </a:lnTo>
                <a:moveTo>
                  <a:pt x="7611" y="0"/>
                </a:moveTo>
                <a:lnTo>
                  <a:pt x="7665" y="0"/>
                </a:lnTo>
                <a:lnTo>
                  <a:pt x="7665" y="10"/>
                </a:lnTo>
                <a:lnTo>
                  <a:pt x="7611" y="10"/>
                </a:lnTo>
                <a:lnTo>
                  <a:pt x="7611" y="0"/>
                </a:lnTo>
                <a:moveTo>
                  <a:pt x="7698" y="0"/>
                </a:moveTo>
                <a:lnTo>
                  <a:pt x="7753" y="0"/>
                </a:lnTo>
                <a:lnTo>
                  <a:pt x="7753" y="10"/>
                </a:lnTo>
                <a:lnTo>
                  <a:pt x="7698" y="10"/>
                </a:lnTo>
                <a:lnTo>
                  <a:pt x="7698" y="0"/>
                </a:lnTo>
                <a:moveTo>
                  <a:pt x="7785" y="0"/>
                </a:moveTo>
                <a:lnTo>
                  <a:pt x="7840" y="0"/>
                </a:lnTo>
                <a:lnTo>
                  <a:pt x="7840" y="10"/>
                </a:lnTo>
                <a:lnTo>
                  <a:pt x="7785" y="10"/>
                </a:lnTo>
                <a:lnTo>
                  <a:pt x="7785" y="0"/>
                </a:lnTo>
                <a:moveTo>
                  <a:pt x="7873" y="0"/>
                </a:moveTo>
                <a:lnTo>
                  <a:pt x="7927" y="0"/>
                </a:lnTo>
                <a:lnTo>
                  <a:pt x="7927" y="10"/>
                </a:lnTo>
                <a:lnTo>
                  <a:pt x="7873" y="10"/>
                </a:lnTo>
                <a:lnTo>
                  <a:pt x="7873" y="0"/>
                </a:lnTo>
                <a:moveTo>
                  <a:pt x="7960" y="0"/>
                </a:moveTo>
                <a:lnTo>
                  <a:pt x="8015" y="0"/>
                </a:lnTo>
                <a:lnTo>
                  <a:pt x="8015" y="10"/>
                </a:lnTo>
                <a:lnTo>
                  <a:pt x="7960" y="10"/>
                </a:lnTo>
                <a:lnTo>
                  <a:pt x="7960" y="0"/>
                </a:lnTo>
                <a:moveTo>
                  <a:pt x="8048" y="0"/>
                </a:moveTo>
                <a:lnTo>
                  <a:pt x="8102" y="0"/>
                </a:lnTo>
                <a:lnTo>
                  <a:pt x="8102" y="10"/>
                </a:lnTo>
                <a:lnTo>
                  <a:pt x="8048" y="10"/>
                </a:lnTo>
                <a:lnTo>
                  <a:pt x="8048" y="0"/>
                </a:lnTo>
                <a:moveTo>
                  <a:pt x="8135" y="0"/>
                </a:moveTo>
                <a:lnTo>
                  <a:pt x="8190" y="0"/>
                </a:lnTo>
                <a:lnTo>
                  <a:pt x="8190" y="10"/>
                </a:lnTo>
                <a:lnTo>
                  <a:pt x="8135" y="10"/>
                </a:lnTo>
                <a:lnTo>
                  <a:pt x="8135" y="0"/>
                </a:lnTo>
                <a:moveTo>
                  <a:pt x="8223" y="0"/>
                </a:moveTo>
                <a:lnTo>
                  <a:pt x="8277" y="0"/>
                </a:lnTo>
                <a:lnTo>
                  <a:pt x="8277" y="10"/>
                </a:lnTo>
                <a:lnTo>
                  <a:pt x="8223" y="10"/>
                </a:lnTo>
                <a:lnTo>
                  <a:pt x="8223" y="0"/>
                </a:lnTo>
                <a:moveTo>
                  <a:pt x="8310" y="0"/>
                </a:moveTo>
                <a:lnTo>
                  <a:pt x="8365" y="0"/>
                </a:lnTo>
                <a:lnTo>
                  <a:pt x="8365" y="10"/>
                </a:lnTo>
                <a:lnTo>
                  <a:pt x="8310" y="10"/>
                </a:lnTo>
                <a:lnTo>
                  <a:pt x="8310" y="0"/>
                </a:lnTo>
                <a:moveTo>
                  <a:pt x="8397" y="0"/>
                </a:moveTo>
                <a:lnTo>
                  <a:pt x="8452" y="0"/>
                </a:lnTo>
                <a:lnTo>
                  <a:pt x="8452" y="10"/>
                </a:lnTo>
                <a:lnTo>
                  <a:pt x="8397" y="10"/>
                </a:lnTo>
                <a:lnTo>
                  <a:pt x="8397" y="0"/>
                </a:lnTo>
                <a:moveTo>
                  <a:pt x="8485" y="0"/>
                </a:moveTo>
                <a:lnTo>
                  <a:pt x="8539" y="0"/>
                </a:lnTo>
                <a:lnTo>
                  <a:pt x="8539" y="10"/>
                </a:lnTo>
                <a:lnTo>
                  <a:pt x="8485" y="10"/>
                </a:lnTo>
                <a:lnTo>
                  <a:pt x="8485" y="0"/>
                </a:lnTo>
                <a:moveTo>
                  <a:pt x="8572" y="0"/>
                </a:moveTo>
                <a:lnTo>
                  <a:pt x="8628" y="0"/>
                </a:lnTo>
                <a:lnTo>
                  <a:pt x="8628" y="10"/>
                </a:lnTo>
                <a:lnTo>
                  <a:pt x="8572" y="10"/>
                </a:lnTo>
                <a:lnTo>
                  <a:pt x="8572" y="0"/>
                </a:lnTo>
                <a:moveTo>
                  <a:pt x="8661" y="0"/>
                </a:moveTo>
                <a:lnTo>
                  <a:pt x="8715" y="0"/>
                </a:lnTo>
                <a:lnTo>
                  <a:pt x="8715" y="10"/>
                </a:lnTo>
                <a:lnTo>
                  <a:pt x="8661" y="10"/>
                </a:lnTo>
                <a:lnTo>
                  <a:pt x="8661" y="0"/>
                </a:lnTo>
                <a:moveTo>
                  <a:pt x="8748" y="0"/>
                </a:moveTo>
                <a:lnTo>
                  <a:pt x="8803" y="0"/>
                </a:lnTo>
                <a:lnTo>
                  <a:pt x="8803" y="10"/>
                </a:lnTo>
                <a:lnTo>
                  <a:pt x="8748" y="10"/>
                </a:lnTo>
                <a:lnTo>
                  <a:pt x="8748" y="0"/>
                </a:lnTo>
                <a:moveTo>
                  <a:pt x="8835" y="0"/>
                </a:moveTo>
                <a:lnTo>
                  <a:pt x="8890" y="0"/>
                </a:lnTo>
                <a:lnTo>
                  <a:pt x="8890" y="10"/>
                </a:lnTo>
                <a:lnTo>
                  <a:pt x="8835" y="10"/>
                </a:lnTo>
                <a:lnTo>
                  <a:pt x="8835" y="0"/>
                </a:lnTo>
                <a:moveTo>
                  <a:pt x="8923" y="0"/>
                </a:moveTo>
                <a:lnTo>
                  <a:pt x="8977" y="0"/>
                </a:lnTo>
                <a:lnTo>
                  <a:pt x="8977" y="10"/>
                </a:lnTo>
                <a:lnTo>
                  <a:pt x="8923" y="10"/>
                </a:lnTo>
                <a:lnTo>
                  <a:pt x="8923" y="0"/>
                </a:lnTo>
                <a:moveTo>
                  <a:pt x="9010" y="0"/>
                </a:moveTo>
                <a:lnTo>
                  <a:pt x="9065" y="0"/>
                </a:lnTo>
                <a:lnTo>
                  <a:pt x="9065" y="10"/>
                </a:lnTo>
                <a:lnTo>
                  <a:pt x="9010" y="10"/>
                </a:lnTo>
                <a:lnTo>
                  <a:pt x="9010" y="0"/>
                </a:lnTo>
                <a:moveTo>
                  <a:pt x="9098" y="0"/>
                </a:moveTo>
                <a:lnTo>
                  <a:pt x="9152" y="0"/>
                </a:lnTo>
                <a:lnTo>
                  <a:pt x="9152" y="10"/>
                </a:lnTo>
                <a:lnTo>
                  <a:pt x="9098" y="10"/>
                </a:lnTo>
                <a:lnTo>
                  <a:pt x="9098" y="0"/>
                </a:lnTo>
                <a:moveTo>
                  <a:pt x="9185" y="0"/>
                </a:moveTo>
                <a:lnTo>
                  <a:pt x="9240" y="0"/>
                </a:lnTo>
                <a:lnTo>
                  <a:pt x="9240" y="10"/>
                </a:lnTo>
                <a:lnTo>
                  <a:pt x="9185" y="10"/>
                </a:lnTo>
                <a:lnTo>
                  <a:pt x="9185" y="0"/>
                </a:lnTo>
                <a:moveTo>
                  <a:pt x="9273" y="0"/>
                </a:moveTo>
                <a:lnTo>
                  <a:pt x="9327" y="0"/>
                </a:lnTo>
                <a:lnTo>
                  <a:pt x="9327" y="10"/>
                </a:lnTo>
                <a:lnTo>
                  <a:pt x="9273" y="10"/>
                </a:lnTo>
                <a:lnTo>
                  <a:pt x="9273" y="0"/>
                </a:lnTo>
                <a:moveTo>
                  <a:pt x="9360" y="0"/>
                </a:moveTo>
                <a:lnTo>
                  <a:pt x="9415" y="0"/>
                </a:lnTo>
                <a:lnTo>
                  <a:pt x="9415" y="10"/>
                </a:lnTo>
                <a:lnTo>
                  <a:pt x="9360" y="10"/>
                </a:lnTo>
                <a:lnTo>
                  <a:pt x="9360" y="0"/>
                </a:lnTo>
                <a:moveTo>
                  <a:pt x="9447" y="0"/>
                </a:moveTo>
                <a:lnTo>
                  <a:pt x="9502" y="0"/>
                </a:lnTo>
                <a:lnTo>
                  <a:pt x="9502" y="10"/>
                </a:lnTo>
                <a:lnTo>
                  <a:pt x="9447" y="10"/>
                </a:lnTo>
                <a:lnTo>
                  <a:pt x="9447" y="0"/>
                </a:lnTo>
                <a:moveTo>
                  <a:pt x="9535" y="0"/>
                </a:moveTo>
                <a:lnTo>
                  <a:pt x="9589" y="0"/>
                </a:lnTo>
                <a:lnTo>
                  <a:pt x="9589" y="10"/>
                </a:lnTo>
                <a:lnTo>
                  <a:pt x="9535" y="10"/>
                </a:lnTo>
                <a:lnTo>
                  <a:pt x="9535" y="0"/>
                </a:lnTo>
                <a:moveTo>
                  <a:pt x="9622" y="0"/>
                </a:moveTo>
                <a:lnTo>
                  <a:pt x="9677" y="0"/>
                </a:lnTo>
                <a:lnTo>
                  <a:pt x="9677" y="10"/>
                </a:lnTo>
                <a:lnTo>
                  <a:pt x="9622" y="10"/>
                </a:lnTo>
                <a:lnTo>
                  <a:pt x="9622" y="0"/>
                </a:lnTo>
                <a:moveTo>
                  <a:pt x="9710" y="0"/>
                </a:moveTo>
                <a:lnTo>
                  <a:pt x="9764" y="0"/>
                </a:lnTo>
                <a:lnTo>
                  <a:pt x="9764" y="10"/>
                </a:lnTo>
                <a:lnTo>
                  <a:pt x="9710" y="10"/>
                </a:lnTo>
                <a:lnTo>
                  <a:pt x="9710" y="0"/>
                </a:lnTo>
                <a:moveTo>
                  <a:pt x="9797" y="0"/>
                </a:moveTo>
                <a:lnTo>
                  <a:pt x="9852" y="0"/>
                </a:lnTo>
                <a:lnTo>
                  <a:pt x="9852" y="10"/>
                </a:lnTo>
                <a:lnTo>
                  <a:pt x="9797" y="10"/>
                </a:lnTo>
                <a:lnTo>
                  <a:pt x="9797" y="0"/>
                </a:lnTo>
                <a:moveTo>
                  <a:pt x="9884" y="0"/>
                </a:moveTo>
                <a:lnTo>
                  <a:pt x="9939" y="0"/>
                </a:lnTo>
                <a:lnTo>
                  <a:pt x="9939" y="10"/>
                </a:lnTo>
                <a:lnTo>
                  <a:pt x="9884" y="10"/>
                </a:lnTo>
                <a:lnTo>
                  <a:pt x="9884" y="0"/>
                </a:lnTo>
                <a:moveTo>
                  <a:pt x="9972" y="0"/>
                </a:moveTo>
                <a:lnTo>
                  <a:pt x="10027" y="0"/>
                </a:lnTo>
                <a:lnTo>
                  <a:pt x="10027" y="10"/>
                </a:lnTo>
                <a:lnTo>
                  <a:pt x="9972" y="10"/>
                </a:lnTo>
                <a:lnTo>
                  <a:pt x="9972" y="0"/>
                </a:lnTo>
                <a:moveTo>
                  <a:pt x="10059" y="0"/>
                </a:moveTo>
                <a:lnTo>
                  <a:pt x="10114" y="0"/>
                </a:lnTo>
                <a:lnTo>
                  <a:pt x="10114" y="10"/>
                </a:lnTo>
                <a:lnTo>
                  <a:pt x="10059" y="10"/>
                </a:lnTo>
                <a:lnTo>
                  <a:pt x="10059" y="0"/>
                </a:lnTo>
                <a:moveTo>
                  <a:pt x="10147" y="0"/>
                </a:moveTo>
                <a:lnTo>
                  <a:pt x="10201" y="0"/>
                </a:lnTo>
                <a:lnTo>
                  <a:pt x="10201" y="10"/>
                </a:lnTo>
                <a:lnTo>
                  <a:pt x="10147" y="10"/>
                </a:lnTo>
                <a:lnTo>
                  <a:pt x="10147" y="0"/>
                </a:lnTo>
                <a:moveTo>
                  <a:pt x="10234" y="0"/>
                </a:moveTo>
                <a:lnTo>
                  <a:pt x="10289" y="0"/>
                </a:lnTo>
                <a:lnTo>
                  <a:pt x="10289" y="10"/>
                </a:lnTo>
                <a:lnTo>
                  <a:pt x="10234" y="10"/>
                </a:lnTo>
                <a:lnTo>
                  <a:pt x="10234" y="0"/>
                </a:lnTo>
                <a:moveTo>
                  <a:pt x="10322" y="0"/>
                </a:moveTo>
                <a:lnTo>
                  <a:pt x="10376" y="0"/>
                </a:lnTo>
                <a:lnTo>
                  <a:pt x="10376" y="10"/>
                </a:lnTo>
                <a:lnTo>
                  <a:pt x="10322" y="10"/>
                </a:lnTo>
                <a:lnTo>
                  <a:pt x="10322" y="0"/>
                </a:lnTo>
                <a:moveTo>
                  <a:pt x="10409" y="0"/>
                </a:moveTo>
                <a:lnTo>
                  <a:pt x="10464" y="0"/>
                </a:lnTo>
                <a:lnTo>
                  <a:pt x="10464" y="10"/>
                </a:lnTo>
                <a:lnTo>
                  <a:pt x="10409" y="10"/>
                </a:lnTo>
                <a:lnTo>
                  <a:pt x="10409" y="0"/>
                </a:lnTo>
                <a:moveTo>
                  <a:pt x="10496" y="0"/>
                </a:moveTo>
                <a:lnTo>
                  <a:pt x="10551" y="0"/>
                </a:lnTo>
                <a:lnTo>
                  <a:pt x="10551" y="10"/>
                </a:lnTo>
                <a:lnTo>
                  <a:pt x="10496" y="10"/>
                </a:lnTo>
                <a:lnTo>
                  <a:pt x="10496" y="0"/>
                </a:lnTo>
                <a:moveTo>
                  <a:pt x="10584" y="0"/>
                </a:moveTo>
                <a:lnTo>
                  <a:pt x="10638" y="0"/>
                </a:lnTo>
                <a:lnTo>
                  <a:pt x="10638" y="10"/>
                </a:lnTo>
                <a:lnTo>
                  <a:pt x="10584" y="10"/>
                </a:lnTo>
                <a:lnTo>
                  <a:pt x="10584" y="0"/>
                </a:lnTo>
                <a:moveTo>
                  <a:pt x="10671" y="0"/>
                </a:moveTo>
                <a:lnTo>
                  <a:pt x="10726" y="0"/>
                </a:lnTo>
                <a:lnTo>
                  <a:pt x="10726" y="10"/>
                </a:lnTo>
                <a:lnTo>
                  <a:pt x="10671" y="10"/>
                </a:lnTo>
                <a:lnTo>
                  <a:pt x="10671" y="0"/>
                </a:lnTo>
                <a:moveTo>
                  <a:pt x="10759" y="0"/>
                </a:moveTo>
                <a:lnTo>
                  <a:pt x="10813" y="0"/>
                </a:lnTo>
                <a:lnTo>
                  <a:pt x="10813" y="10"/>
                </a:lnTo>
                <a:lnTo>
                  <a:pt x="10759" y="10"/>
                </a:lnTo>
                <a:lnTo>
                  <a:pt x="10759" y="0"/>
                </a:lnTo>
                <a:moveTo>
                  <a:pt x="10846" y="0"/>
                </a:moveTo>
                <a:lnTo>
                  <a:pt x="10873" y="0"/>
                </a:lnTo>
                <a:lnTo>
                  <a:pt x="10873" y="38"/>
                </a:lnTo>
                <a:lnTo>
                  <a:pt x="10862" y="38"/>
                </a:lnTo>
                <a:lnTo>
                  <a:pt x="10862" y="5"/>
                </a:lnTo>
                <a:lnTo>
                  <a:pt x="10868" y="5"/>
                </a:lnTo>
                <a:lnTo>
                  <a:pt x="10868" y="10"/>
                </a:lnTo>
                <a:lnTo>
                  <a:pt x="10846" y="10"/>
                </a:lnTo>
                <a:lnTo>
                  <a:pt x="10846" y="0"/>
                </a:lnTo>
                <a:moveTo>
                  <a:pt x="10873" y="70"/>
                </a:moveTo>
                <a:lnTo>
                  <a:pt x="10873" y="125"/>
                </a:lnTo>
                <a:lnTo>
                  <a:pt x="10862" y="125"/>
                </a:lnTo>
                <a:lnTo>
                  <a:pt x="10862" y="70"/>
                </a:lnTo>
                <a:lnTo>
                  <a:pt x="10873" y="70"/>
                </a:lnTo>
                <a:moveTo>
                  <a:pt x="10873" y="158"/>
                </a:moveTo>
                <a:lnTo>
                  <a:pt x="10873" y="212"/>
                </a:lnTo>
                <a:lnTo>
                  <a:pt x="10862" y="212"/>
                </a:lnTo>
                <a:lnTo>
                  <a:pt x="10862" y="158"/>
                </a:lnTo>
                <a:lnTo>
                  <a:pt x="10873" y="158"/>
                </a:lnTo>
                <a:moveTo>
                  <a:pt x="10873" y="245"/>
                </a:moveTo>
                <a:lnTo>
                  <a:pt x="10873" y="299"/>
                </a:lnTo>
                <a:lnTo>
                  <a:pt x="10862" y="299"/>
                </a:lnTo>
                <a:lnTo>
                  <a:pt x="10862" y="245"/>
                </a:lnTo>
                <a:lnTo>
                  <a:pt x="10873" y="245"/>
                </a:lnTo>
                <a:moveTo>
                  <a:pt x="10873" y="332"/>
                </a:moveTo>
                <a:lnTo>
                  <a:pt x="10873" y="387"/>
                </a:lnTo>
                <a:lnTo>
                  <a:pt x="10862" y="387"/>
                </a:lnTo>
                <a:lnTo>
                  <a:pt x="10862" y="332"/>
                </a:lnTo>
                <a:lnTo>
                  <a:pt x="10873" y="332"/>
                </a:lnTo>
                <a:moveTo>
                  <a:pt x="10873" y="419"/>
                </a:moveTo>
                <a:lnTo>
                  <a:pt x="10873" y="474"/>
                </a:lnTo>
                <a:lnTo>
                  <a:pt x="10862" y="474"/>
                </a:lnTo>
                <a:lnTo>
                  <a:pt x="10862" y="419"/>
                </a:lnTo>
                <a:lnTo>
                  <a:pt x="10873" y="419"/>
                </a:lnTo>
                <a:moveTo>
                  <a:pt x="10873" y="507"/>
                </a:moveTo>
                <a:lnTo>
                  <a:pt x="10873" y="561"/>
                </a:lnTo>
                <a:lnTo>
                  <a:pt x="10862" y="561"/>
                </a:lnTo>
                <a:lnTo>
                  <a:pt x="10862" y="507"/>
                </a:lnTo>
                <a:lnTo>
                  <a:pt x="10873" y="507"/>
                </a:lnTo>
                <a:moveTo>
                  <a:pt x="10873" y="594"/>
                </a:moveTo>
                <a:lnTo>
                  <a:pt x="10873" y="649"/>
                </a:lnTo>
                <a:lnTo>
                  <a:pt x="10862" y="649"/>
                </a:lnTo>
                <a:lnTo>
                  <a:pt x="10862" y="594"/>
                </a:lnTo>
                <a:lnTo>
                  <a:pt x="10873" y="594"/>
                </a:lnTo>
                <a:moveTo>
                  <a:pt x="10873" y="681"/>
                </a:moveTo>
                <a:lnTo>
                  <a:pt x="10873" y="736"/>
                </a:lnTo>
                <a:lnTo>
                  <a:pt x="10862" y="736"/>
                </a:lnTo>
                <a:lnTo>
                  <a:pt x="10862" y="681"/>
                </a:lnTo>
                <a:lnTo>
                  <a:pt x="10873" y="681"/>
                </a:lnTo>
                <a:moveTo>
                  <a:pt x="10873" y="769"/>
                </a:moveTo>
                <a:lnTo>
                  <a:pt x="10873" y="823"/>
                </a:lnTo>
                <a:lnTo>
                  <a:pt x="10862" y="823"/>
                </a:lnTo>
                <a:lnTo>
                  <a:pt x="10862" y="769"/>
                </a:lnTo>
                <a:lnTo>
                  <a:pt x="10873" y="769"/>
                </a:lnTo>
                <a:moveTo>
                  <a:pt x="10873" y="856"/>
                </a:moveTo>
                <a:lnTo>
                  <a:pt x="10873" y="910"/>
                </a:lnTo>
                <a:lnTo>
                  <a:pt x="10862" y="910"/>
                </a:lnTo>
                <a:lnTo>
                  <a:pt x="10862" y="856"/>
                </a:lnTo>
                <a:lnTo>
                  <a:pt x="10873" y="856"/>
                </a:lnTo>
                <a:moveTo>
                  <a:pt x="10873" y="943"/>
                </a:moveTo>
                <a:lnTo>
                  <a:pt x="10873" y="998"/>
                </a:lnTo>
                <a:lnTo>
                  <a:pt x="10862" y="998"/>
                </a:lnTo>
                <a:lnTo>
                  <a:pt x="10862" y="943"/>
                </a:lnTo>
                <a:lnTo>
                  <a:pt x="10873" y="943"/>
                </a:lnTo>
                <a:moveTo>
                  <a:pt x="10873" y="1030"/>
                </a:moveTo>
                <a:lnTo>
                  <a:pt x="10873" y="1086"/>
                </a:lnTo>
                <a:lnTo>
                  <a:pt x="10862" y="1086"/>
                </a:lnTo>
                <a:lnTo>
                  <a:pt x="10862" y="1030"/>
                </a:lnTo>
                <a:lnTo>
                  <a:pt x="10873" y="1030"/>
                </a:lnTo>
                <a:moveTo>
                  <a:pt x="10873" y="1119"/>
                </a:moveTo>
                <a:lnTo>
                  <a:pt x="10873" y="1173"/>
                </a:lnTo>
                <a:lnTo>
                  <a:pt x="10862" y="1173"/>
                </a:lnTo>
                <a:lnTo>
                  <a:pt x="10862" y="1119"/>
                </a:lnTo>
                <a:lnTo>
                  <a:pt x="10873" y="1119"/>
                </a:lnTo>
                <a:moveTo>
                  <a:pt x="10873" y="1206"/>
                </a:moveTo>
                <a:lnTo>
                  <a:pt x="10873" y="1260"/>
                </a:lnTo>
                <a:lnTo>
                  <a:pt x="10862" y="1260"/>
                </a:lnTo>
                <a:lnTo>
                  <a:pt x="10862" y="1206"/>
                </a:lnTo>
                <a:lnTo>
                  <a:pt x="10873" y="1206"/>
                </a:lnTo>
                <a:moveTo>
                  <a:pt x="10873" y="1293"/>
                </a:moveTo>
                <a:lnTo>
                  <a:pt x="10873" y="1348"/>
                </a:lnTo>
                <a:lnTo>
                  <a:pt x="10862" y="1348"/>
                </a:lnTo>
                <a:lnTo>
                  <a:pt x="10862" y="1293"/>
                </a:lnTo>
                <a:lnTo>
                  <a:pt x="10873" y="1293"/>
                </a:lnTo>
                <a:moveTo>
                  <a:pt x="10873" y="1380"/>
                </a:moveTo>
                <a:lnTo>
                  <a:pt x="10873" y="1435"/>
                </a:lnTo>
                <a:lnTo>
                  <a:pt x="10862" y="1435"/>
                </a:lnTo>
                <a:lnTo>
                  <a:pt x="10862" y="1380"/>
                </a:lnTo>
                <a:lnTo>
                  <a:pt x="10873" y="1380"/>
                </a:lnTo>
                <a:moveTo>
                  <a:pt x="10868" y="1473"/>
                </a:moveTo>
                <a:lnTo>
                  <a:pt x="10813" y="1473"/>
                </a:lnTo>
                <a:lnTo>
                  <a:pt x="10813" y="1462"/>
                </a:lnTo>
                <a:lnTo>
                  <a:pt x="10868" y="1462"/>
                </a:lnTo>
                <a:lnTo>
                  <a:pt x="10868" y="1473"/>
                </a:lnTo>
                <a:moveTo>
                  <a:pt x="10780" y="1473"/>
                </a:moveTo>
                <a:lnTo>
                  <a:pt x="10726" y="1473"/>
                </a:lnTo>
                <a:lnTo>
                  <a:pt x="10726" y="1462"/>
                </a:lnTo>
                <a:lnTo>
                  <a:pt x="10780" y="1462"/>
                </a:lnTo>
                <a:lnTo>
                  <a:pt x="10780" y="1473"/>
                </a:lnTo>
                <a:moveTo>
                  <a:pt x="10693" y="1473"/>
                </a:moveTo>
                <a:lnTo>
                  <a:pt x="10638" y="1473"/>
                </a:lnTo>
                <a:lnTo>
                  <a:pt x="10638" y="1462"/>
                </a:lnTo>
                <a:lnTo>
                  <a:pt x="10693" y="1462"/>
                </a:lnTo>
                <a:lnTo>
                  <a:pt x="10693" y="1473"/>
                </a:lnTo>
                <a:moveTo>
                  <a:pt x="10606" y="1473"/>
                </a:moveTo>
                <a:lnTo>
                  <a:pt x="10551" y="1473"/>
                </a:lnTo>
                <a:lnTo>
                  <a:pt x="10551" y="1462"/>
                </a:lnTo>
                <a:lnTo>
                  <a:pt x="10606" y="1462"/>
                </a:lnTo>
                <a:lnTo>
                  <a:pt x="10606" y="1473"/>
                </a:lnTo>
                <a:moveTo>
                  <a:pt x="10518" y="1473"/>
                </a:moveTo>
                <a:lnTo>
                  <a:pt x="10464" y="1473"/>
                </a:lnTo>
                <a:lnTo>
                  <a:pt x="10464" y="1462"/>
                </a:lnTo>
                <a:lnTo>
                  <a:pt x="10518" y="1462"/>
                </a:lnTo>
                <a:lnTo>
                  <a:pt x="10518" y="1473"/>
                </a:lnTo>
                <a:moveTo>
                  <a:pt x="10431" y="1473"/>
                </a:moveTo>
                <a:lnTo>
                  <a:pt x="10376" y="1473"/>
                </a:lnTo>
                <a:lnTo>
                  <a:pt x="10376" y="1462"/>
                </a:lnTo>
                <a:lnTo>
                  <a:pt x="10431" y="1462"/>
                </a:lnTo>
                <a:lnTo>
                  <a:pt x="10431" y="1473"/>
                </a:lnTo>
                <a:moveTo>
                  <a:pt x="10343" y="1473"/>
                </a:moveTo>
                <a:lnTo>
                  <a:pt x="10289" y="1473"/>
                </a:lnTo>
                <a:lnTo>
                  <a:pt x="10289" y="1462"/>
                </a:lnTo>
                <a:lnTo>
                  <a:pt x="10343" y="1462"/>
                </a:lnTo>
                <a:lnTo>
                  <a:pt x="10343" y="1473"/>
                </a:lnTo>
                <a:moveTo>
                  <a:pt x="10256" y="1473"/>
                </a:moveTo>
                <a:lnTo>
                  <a:pt x="10201" y="1473"/>
                </a:lnTo>
                <a:lnTo>
                  <a:pt x="10201" y="1462"/>
                </a:lnTo>
                <a:lnTo>
                  <a:pt x="10256" y="1462"/>
                </a:lnTo>
                <a:lnTo>
                  <a:pt x="10256" y="1473"/>
                </a:lnTo>
                <a:moveTo>
                  <a:pt x="10169" y="1473"/>
                </a:moveTo>
                <a:lnTo>
                  <a:pt x="10114" y="1473"/>
                </a:lnTo>
                <a:lnTo>
                  <a:pt x="10114" y="1462"/>
                </a:lnTo>
                <a:lnTo>
                  <a:pt x="10169" y="1462"/>
                </a:lnTo>
                <a:lnTo>
                  <a:pt x="10169" y="1473"/>
                </a:lnTo>
                <a:moveTo>
                  <a:pt x="10081" y="1473"/>
                </a:moveTo>
                <a:lnTo>
                  <a:pt x="10027" y="1473"/>
                </a:lnTo>
                <a:lnTo>
                  <a:pt x="10027" y="1462"/>
                </a:lnTo>
                <a:lnTo>
                  <a:pt x="10081" y="1462"/>
                </a:lnTo>
                <a:lnTo>
                  <a:pt x="10081" y="1473"/>
                </a:lnTo>
                <a:moveTo>
                  <a:pt x="9994" y="1473"/>
                </a:moveTo>
                <a:lnTo>
                  <a:pt x="9939" y="1473"/>
                </a:lnTo>
                <a:lnTo>
                  <a:pt x="9939" y="1462"/>
                </a:lnTo>
                <a:lnTo>
                  <a:pt x="9994" y="1462"/>
                </a:lnTo>
                <a:lnTo>
                  <a:pt x="9994" y="1473"/>
                </a:lnTo>
                <a:moveTo>
                  <a:pt x="9906" y="1473"/>
                </a:moveTo>
                <a:lnTo>
                  <a:pt x="9852" y="1473"/>
                </a:lnTo>
                <a:lnTo>
                  <a:pt x="9852" y="1462"/>
                </a:lnTo>
                <a:lnTo>
                  <a:pt x="9906" y="1462"/>
                </a:lnTo>
                <a:lnTo>
                  <a:pt x="9906" y="1473"/>
                </a:lnTo>
                <a:moveTo>
                  <a:pt x="9819" y="1473"/>
                </a:moveTo>
                <a:lnTo>
                  <a:pt x="9764" y="1473"/>
                </a:lnTo>
                <a:lnTo>
                  <a:pt x="9764" y="1462"/>
                </a:lnTo>
                <a:lnTo>
                  <a:pt x="9819" y="1462"/>
                </a:lnTo>
                <a:lnTo>
                  <a:pt x="9819" y="1473"/>
                </a:lnTo>
                <a:moveTo>
                  <a:pt x="9731" y="1473"/>
                </a:moveTo>
                <a:lnTo>
                  <a:pt x="9677" y="1473"/>
                </a:lnTo>
                <a:lnTo>
                  <a:pt x="9677" y="1462"/>
                </a:lnTo>
                <a:lnTo>
                  <a:pt x="9731" y="1462"/>
                </a:lnTo>
                <a:lnTo>
                  <a:pt x="9731" y="1473"/>
                </a:lnTo>
                <a:moveTo>
                  <a:pt x="9644" y="1473"/>
                </a:moveTo>
                <a:lnTo>
                  <a:pt x="9589" y="1473"/>
                </a:lnTo>
                <a:lnTo>
                  <a:pt x="9589" y="1462"/>
                </a:lnTo>
                <a:lnTo>
                  <a:pt x="9644" y="1462"/>
                </a:lnTo>
                <a:lnTo>
                  <a:pt x="9644" y="1473"/>
                </a:lnTo>
                <a:moveTo>
                  <a:pt x="9557" y="1473"/>
                </a:moveTo>
                <a:lnTo>
                  <a:pt x="9502" y="1473"/>
                </a:lnTo>
                <a:lnTo>
                  <a:pt x="9502" y="1462"/>
                </a:lnTo>
                <a:lnTo>
                  <a:pt x="9557" y="1462"/>
                </a:lnTo>
                <a:lnTo>
                  <a:pt x="9557" y="1473"/>
                </a:lnTo>
                <a:moveTo>
                  <a:pt x="9469" y="1473"/>
                </a:moveTo>
                <a:lnTo>
                  <a:pt x="9415" y="1473"/>
                </a:lnTo>
                <a:lnTo>
                  <a:pt x="9415" y="1462"/>
                </a:lnTo>
                <a:lnTo>
                  <a:pt x="9469" y="1462"/>
                </a:lnTo>
                <a:lnTo>
                  <a:pt x="9469" y="1473"/>
                </a:lnTo>
                <a:moveTo>
                  <a:pt x="9382" y="1473"/>
                </a:moveTo>
                <a:lnTo>
                  <a:pt x="9327" y="1473"/>
                </a:lnTo>
                <a:lnTo>
                  <a:pt x="9327" y="1462"/>
                </a:lnTo>
                <a:lnTo>
                  <a:pt x="9382" y="1462"/>
                </a:lnTo>
                <a:lnTo>
                  <a:pt x="9382" y="1473"/>
                </a:lnTo>
                <a:moveTo>
                  <a:pt x="9294" y="1473"/>
                </a:moveTo>
                <a:lnTo>
                  <a:pt x="9240" y="1473"/>
                </a:lnTo>
                <a:lnTo>
                  <a:pt x="9240" y="1462"/>
                </a:lnTo>
                <a:lnTo>
                  <a:pt x="9294" y="1462"/>
                </a:lnTo>
                <a:lnTo>
                  <a:pt x="9294" y="1473"/>
                </a:lnTo>
                <a:moveTo>
                  <a:pt x="9207" y="1473"/>
                </a:moveTo>
                <a:lnTo>
                  <a:pt x="9152" y="1473"/>
                </a:lnTo>
                <a:lnTo>
                  <a:pt x="9152" y="1462"/>
                </a:lnTo>
                <a:lnTo>
                  <a:pt x="9207" y="1462"/>
                </a:lnTo>
                <a:lnTo>
                  <a:pt x="9207" y="1473"/>
                </a:lnTo>
                <a:moveTo>
                  <a:pt x="9120" y="1473"/>
                </a:moveTo>
                <a:lnTo>
                  <a:pt x="9065" y="1473"/>
                </a:lnTo>
                <a:lnTo>
                  <a:pt x="9065" y="1462"/>
                </a:lnTo>
                <a:lnTo>
                  <a:pt x="9120" y="1462"/>
                </a:lnTo>
                <a:lnTo>
                  <a:pt x="9120" y="1473"/>
                </a:lnTo>
                <a:moveTo>
                  <a:pt x="9032" y="1473"/>
                </a:moveTo>
                <a:lnTo>
                  <a:pt x="8977" y="1473"/>
                </a:lnTo>
                <a:lnTo>
                  <a:pt x="8977" y="1462"/>
                </a:lnTo>
                <a:lnTo>
                  <a:pt x="9032" y="1462"/>
                </a:lnTo>
                <a:lnTo>
                  <a:pt x="9032" y="1473"/>
                </a:lnTo>
                <a:moveTo>
                  <a:pt x="8945" y="1473"/>
                </a:moveTo>
                <a:lnTo>
                  <a:pt x="8890" y="1473"/>
                </a:lnTo>
                <a:lnTo>
                  <a:pt x="8890" y="1462"/>
                </a:lnTo>
                <a:lnTo>
                  <a:pt x="8945" y="1462"/>
                </a:lnTo>
                <a:lnTo>
                  <a:pt x="8945" y="1473"/>
                </a:lnTo>
                <a:moveTo>
                  <a:pt x="8857" y="1473"/>
                </a:moveTo>
                <a:lnTo>
                  <a:pt x="8803" y="1473"/>
                </a:lnTo>
                <a:lnTo>
                  <a:pt x="8803" y="1462"/>
                </a:lnTo>
                <a:lnTo>
                  <a:pt x="8857" y="1462"/>
                </a:lnTo>
                <a:lnTo>
                  <a:pt x="8857" y="1473"/>
                </a:lnTo>
                <a:moveTo>
                  <a:pt x="8770" y="1473"/>
                </a:moveTo>
                <a:lnTo>
                  <a:pt x="8715" y="1473"/>
                </a:lnTo>
                <a:lnTo>
                  <a:pt x="8715" y="1462"/>
                </a:lnTo>
                <a:lnTo>
                  <a:pt x="8770" y="1462"/>
                </a:lnTo>
                <a:lnTo>
                  <a:pt x="8770" y="1473"/>
                </a:lnTo>
                <a:moveTo>
                  <a:pt x="8682" y="1473"/>
                </a:moveTo>
                <a:lnTo>
                  <a:pt x="8628" y="1473"/>
                </a:lnTo>
                <a:lnTo>
                  <a:pt x="8628" y="1462"/>
                </a:lnTo>
                <a:lnTo>
                  <a:pt x="8682" y="1462"/>
                </a:lnTo>
                <a:lnTo>
                  <a:pt x="8682" y="1473"/>
                </a:lnTo>
                <a:moveTo>
                  <a:pt x="8594" y="1473"/>
                </a:moveTo>
                <a:lnTo>
                  <a:pt x="8539" y="1473"/>
                </a:lnTo>
                <a:lnTo>
                  <a:pt x="8539" y="1462"/>
                </a:lnTo>
                <a:lnTo>
                  <a:pt x="8594" y="1462"/>
                </a:lnTo>
                <a:lnTo>
                  <a:pt x="8594" y="1473"/>
                </a:lnTo>
                <a:moveTo>
                  <a:pt x="8507" y="1473"/>
                </a:moveTo>
                <a:lnTo>
                  <a:pt x="8452" y="1473"/>
                </a:lnTo>
                <a:lnTo>
                  <a:pt x="8452" y="1462"/>
                </a:lnTo>
                <a:lnTo>
                  <a:pt x="8507" y="1462"/>
                </a:lnTo>
                <a:lnTo>
                  <a:pt x="8507" y="1473"/>
                </a:lnTo>
                <a:moveTo>
                  <a:pt x="8419" y="1473"/>
                </a:moveTo>
                <a:lnTo>
                  <a:pt x="8365" y="1473"/>
                </a:lnTo>
                <a:lnTo>
                  <a:pt x="8365" y="1462"/>
                </a:lnTo>
                <a:lnTo>
                  <a:pt x="8419" y="1462"/>
                </a:lnTo>
                <a:lnTo>
                  <a:pt x="8419" y="1473"/>
                </a:lnTo>
                <a:moveTo>
                  <a:pt x="8332" y="1473"/>
                </a:moveTo>
                <a:lnTo>
                  <a:pt x="8277" y="1473"/>
                </a:lnTo>
                <a:lnTo>
                  <a:pt x="8277" y="1462"/>
                </a:lnTo>
                <a:lnTo>
                  <a:pt x="8332" y="1462"/>
                </a:lnTo>
                <a:lnTo>
                  <a:pt x="8332" y="1473"/>
                </a:lnTo>
                <a:moveTo>
                  <a:pt x="8244" y="1473"/>
                </a:moveTo>
                <a:lnTo>
                  <a:pt x="8190" y="1473"/>
                </a:lnTo>
                <a:lnTo>
                  <a:pt x="8190" y="1462"/>
                </a:lnTo>
                <a:lnTo>
                  <a:pt x="8244" y="1462"/>
                </a:lnTo>
                <a:lnTo>
                  <a:pt x="8244" y="1473"/>
                </a:lnTo>
                <a:moveTo>
                  <a:pt x="8157" y="1473"/>
                </a:moveTo>
                <a:lnTo>
                  <a:pt x="8102" y="1473"/>
                </a:lnTo>
                <a:lnTo>
                  <a:pt x="8102" y="1462"/>
                </a:lnTo>
                <a:lnTo>
                  <a:pt x="8157" y="1462"/>
                </a:lnTo>
                <a:lnTo>
                  <a:pt x="8157" y="1473"/>
                </a:lnTo>
                <a:moveTo>
                  <a:pt x="8070" y="1473"/>
                </a:moveTo>
                <a:lnTo>
                  <a:pt x="8015" y="1473"/>
                </a:lnTo>
                <a:lnTo>
                  <a:pt x="8015" y="1462"/>
                </a:lnTo>
                <a:lnTo>
                  <a:pt x="8070" y="1462"/>
                </a:lnTo>
                <a:lnTo>
                  <a:pt x="8070" y="1473"/>
                </a:lnTo>
                <a:moveTo>
                  <a:pt x="7982" y="1473"/>
                </a:moveTo>
                <a:lnTo>
                  <a:pt x="7927" y="1473"/>
                </a:lnTo>
                <a:lnTo>
                  <a:pt x="7927" y="1462"/>
                </a:lnTo>
                <a:lnTo>
                  <a:pt x="7982" y="1462"/>
                </a:lnTo>
                <a:lnTo>
                  <a:pt x="7982" y="1473"/>
                </a:lnTo>
                <a:moveTo>
                  <a:pt x="7895" y="1473"/>
                </a:moveTo>
                <a:lnTo>
                  <a:pt x="7840" y="1473"/>
                </a:lnTo>
                <a:lnTo>
                  <a:pt x="7840" y="1462"/>
                </a:lnTo>
                <a:lnTo>
                  <a:pt x="7895" y="1462"/>
                </a:lnTo>
                <a:lnTo>
                  <a:pt x="7895" y="1473"/>
                </a:lnTo>
                <a:moveTo>
                  <a:pt x="7807" y="1473"/>
                </a:moveTo>
                <a:lnTo>
                  <a:pt x="7753" y="1473"/>
                </a:lnTo>
                <a:lnTo>
                  <a:pt x="7753" y="1462"/>
                </a:lnTo>
                <a:lnTo>
                  <a:pt x="7807" y="1462"/>
                </a:lnTo>
                <a:lnTo>
                  <a:pt x="7807" y="1473"/>
                </a:lnTo>
                <a:moveTo>
                  <a:pt x="7720" y="1473"/>
                </a:moveTo>
                <a:lnTo>
                  <a:pt x="7665" y="1473"/>
                </a:lnTo>
                <a:lnTo>
                  <a:pt x="7665" y="1462"/>
                </a:lnTo>
                <a:lnTo>
                  <a:pt x="7720" y="1462"/>
                </a:lnTo>
                <a:lnTo>
                  <a:pt x="7720" y="1473"/>
                </a:lnTo>
                <a:moveTo>
                  <a:pt x="7632" y="1473"/>
                </a:moveTo>
                <a:lnTo>
                  <a:pt x="7578" y="1473"/>
                </a:lnTo>
                <a:lnTo>
                  <a:pt x="7578" y="1462"/>
                </a:lnTo>
                <a:lnTo>
                  <a:pt x="7632" y="1462"/>
                </a:lnTo>
                <a:lnTo>
                  <a:pt x="7632" y="1473"/>
                </a:lnTo>
                <a:moveTo>
                  <a:pt x="7545" y="1473"/>
                </a:moveTo>
                <a:lnTo>
                  <a:pt x="7490" y="1473"/>
                </a:lnTo>
                <a:lnTo>
                  <a:pt x="7490" y="1462"/>
                </a:lnTo>
                <a:lnTo>
                  <a:pt x="7545" y="1462"/>
                </a:lnTo>
                <a:lnTo>
                  <a:pt x="7545" y="1473"/>
                </a:lnTo>
                <a:moveTo>
                  <a:pt x="7458" y="1473"/>
                </a:moveTo>
                <a:lnTo>
                  <a:pt x="7403" y="1473"/>
                </a:lnTo>
                <a:lnTo>
                  <a:pt x="7403" y="1462"/>
                </a:lnTo>
                <a:lnTo>
                  <a:pt x="7458" y="1462"/>
                </a:lnTo>
                <a:lnTo>
                  <a:pt x="7458" y="1473"/>
                </a:lnTo>
                <a:moveTo>
                  <a:pt x="7370" y="1473"/>
                </a:moveTo>
                <a:lnTo>
                  <a:pt x="7316" y="1473"/>
                </a:lnTo>
                <a:lnTo>
                  <a:pt x="7316" y="1462"/>
                </a:lnTo>
                <a:lnTo>
                  <a:pt x="7370" y="1462"/>
                </a:lnTo>
                <a:lnTo>
                  <a:pt x="7370" y="1473"/>
                </a:lnTo>
                <a:moveTo>
                  <a:pt x="7283" y="1473"/>
                </a:moveTo>
                <a:lnTo>
                  <a:pt x="7228" y="1473"/>
                </a:lnTo>
                <a:lnTo>
                  <a:pt x="7228" y="1462"/>
                </a:lnTo>
                <a:lnTo>
                  <a:pt x="7283" y="1462"/>
                </a:lnTo>
                <a:lnTo>
                  <a:pt x="7283" y="1473"/>
                </a:lnTo>
                <a:moveTo>
                  <a:pt x="7195" y="1473"/>
                </a:moveTo>
                <a:lnTo>
                  <a:pt x="7141" y="1473"/>
                </a:lnTo>
                <a:lnTo>
                  <a:pt x="7141" y="1462"/>
                </a:lnTo>
                <a:lnTo>
                  <a:pt x="7195" y="1462"/>
                </a:lnTo>
                <a:lnTo>
                  <a:pt x="7195" y="1473"/>
                </a:lnTo>
                <a:moveTo>
                  <a:pt x="7108" y="1473"/>
                </a:moveTo>
                <a:lnTo>
                  <a:pt x="7053" y="1473"/>
                </a:lnTo>
                <a:lnTo>
                  <a:pt x="7053" y="1462"/>
                </a:lnTo>
                <a:lnTo>
                  <a:pt x="7108" y="1462"/>
                </a:lnTo>
                <a:lnTo>
                  <a:pt x="7108" y="1473"/>
                </a:lnTo>
                <a:moveTo>
                  <a:pt x="7021" y="1473"/>
                </a:moveTo>
                <a:lnTo>
                  <a:pt x="6966" y="1473"/>
                </a:lnTo>
                <a:lnTo>
                  <a:pt x="6966" y="1462"/>
                </a:lnTo>
                <a:lnTo>
                  <a:pt x="7021" y="1462"/>
                </a:lnTo>
                <a:lnTo>
                  <a:pt x="7021" y="1473"/>
                </a:lnTo>
                <a:moveTo>
                  <a:pt x="6933" y="1473"/>
                </a:moveTo>
                <a:lnTo>
                  <a:pt x="6878" y="1473"/>
                </a:lnTo>
                <a:lnTo>
                  <a:pt x="6878" y="1462"/>
                </a:lnTo>
                <a:lnTo>
                  <a:pt x="6933" y="1462"/>
                </a:lnTo>
                <a:lnTo>
                  <a:pt x="6933" y="1473"/>
                </a:lnTo>
                <a:moveTo>
                  <a:pt x="6846" y="1473"/>
                </a:moveTo>
                <a:lnTo>
                  <a:pt x="6791" y="1473"/>
                </a:lnTo>
                <a:lnTo>
                  <a:pt x="6791" y="1462"/>
                </a:lnTo>
                <a:lnTo>
                  <a:pt x="6846" y="1462"/>
                </a:lnTo>
                <a:lnTo>
                  <a:pt x="6846" y="1473"/>
                </a:lnTo>
                <a:moveTo>
                  <a:pt x="6758" y="1473"/>
                </a:moveTo>
                <a:lnTo>
                  <a:pt x="6704" y="1473"/>
                </a:lnTo>
                <a:lnTo>
                  <a:pt x="6704" y="1462"/>
                </a:lnTo>
                <a:lnTo>
                  <a:pt x="6758" y="1462"/>
                </a:lnTo>
                <a:lnTo>
                  <a:pt x="6758" y="1473"/>
                </a:lnTo>
                <a:moveTo>
                  <a:pt x="6671" y="1473"/>
                </a:moveTo>
                <a:lnTo>
                  <a:pt x="6616" y="1473"/>
                </a:lnTo>
                <a:lnTo>
                  <a:pt x="6616" y="1462"/>
                </a:lnTo>
                <a:lnTo>
                  <a:pt x="6671" y="1462"/>
                </a:lnTo>
                <a:lnTo>
                  <a:pt x="6671" y="1473"/>
                </a:lnTo>
                <a:moveTo>
                  <a:pt x="6583" y="1473"/>
                </a:moveTo>
                <a:lnTo>
                  <a:pt x="6529" y="1473"/>
                </a:lnTo>
                <a:lnTo>
                  <a:pt x="6529" y="1462"/>
                </a:lnTo>
                <a:lnTo>
                  <a:pt x="6583" y="1462"/>
                </a:lnTo>
                <a:lnTo>
                  <a:pt x="6583" y="1473"/>
                </a:lnTo>
                <a:moveTo>
                  <a:pt x="6496" y="1473"/>
                </a:moveTo>
                <a:lnTo>
                  <a:pt x="6441" y="1473"/>
                </a:lnTo>
                <a:lnTo>
                  <a:pt x="6441" y="1462"/>
                </a:lnTo>
                <a:lnTo>
                  <a:pt x="6496" y="1462"/>
                </a:lnTo>
                <a:lnTo>
                  <a:pt x="6496" y="1473"/>
                </a:lnTo>
                <a:moveTo>
                  <a:pt x="6409" y="1473"/>
                </a:moveTo>
                <a:lnTo>
                  <a:pt x="6354" y="1473"/>
                </a:lnTo>
                <a:lnTo>
                  <a:pt x="6354" y="1462"/>
                </a:lnTo>
                <a:lnTo>
                  <a:pt x="6409" y="1462"/>
                </a:lnTo>
                <a:lnTo>
                  <a:pt x="6409" y="1473"/>
                </a:lnTo>
                <a:moveTo>
                  <a:pt x="6321" y="1473"/>
                </a:moveTo>
                <a:lnTo>
                  <a:pt x="6267" y="1473"/>
                </a:lnTo>
                <a:lnTo>
                  <a:pt x="6267" y="1462"/>
                </a:lnTo>
                <a:lnTo>
                  <a:pt x="6321" y="1462"/>
                </a:lnTo>
                <a:lnTo>
                  <a:pt x="6321" y="1473"/>
                </a:lnTo>
                <a:moveTo>
                  <a:pt x="6234" y="1473"/>
                </a:moveTo>
                <a:lnTo>
                  <a:pt x="6179" y="1473"/>
                </a:lnTo>
                <a:lnTo>
                  <a:pt x="6179" y="1462"/>
                </a:lnTo>
                <a:lnTo>
                  <a:pt x="6234" y="1462"/>
                </a:lnTo>
                <a:lnTo>
                  <a:pt x="6234" y="1473"/>
                </a:lnTo>
                <a:moveTo>
                  <a:pt x="6146" y="1473"/>
                </a:moveTo>
                <a:lnTo>
                  <a:pt x="6092" y="1473"/>
                </a:lnTo>
                <a:lnTo>
                  <a:pt x="6092" y="1462"/>
                </a:lnTo>
                <a:lnTo>
                  <a:pt x="6146" y="1462"/>
                </a:lnTo>
                <a:lnTo>
                  <a:pt x="6146" y="1473"/>
                </a:lnTo>
                <a:moveTo>
                  <a:pt x="6059" y="1473"/>
                </a:moveTo>
                <a:lnTo>
                  <a:pt x="6004" y="1473"/>
                </a:lnTo>
                <a:lnTo>
                  <a:pt x="6004" y="1462"/>
                </a:lnTo>
                <a:lnTo>
                  <a:pt x="6059" y="1462"/>
                </a:lnTo>
                <a:lnTo>
                  <a:pt x="6059" y="1473"/>
                </a:lnTo>
                <a:moveTo>
                  <a:pt x="5972" y="1473"/>
                </a:moveTo>
                <a:lnTo>
                  <a:pt x="5917" y="1473"/>
                </a:lnTo>
                <a:lnTo>
                  <a:pt x="5917" y="1462"/>
                </a:lnTo>
                <a:lnTo>
                  <a:pt x="5972" y="1462"/>
                </a:lnTo>
                <a:lnTo>
                  <a:pt x="5972" y="1473"/>
                </a:lnTo>
                <a:moveTo>
                  <a:pt x="5884" y="1473"/>
                </a:moveTo>
                <a:lnTo>
                  <a:pt x="5829" y="1473"/>
                </a:lnTo>
                <a:lnTo>
                  <a:pt x="5829" y="1462"/>
                </a:lnTo>
                <a:lnTo>
                  <a:pt x="5884" y="1462"/>
                </a:lnTo>
                <a:lnTo>
                  <a:pt x="5884" y="1473"/>
                </a:lnTo>
                <a:moveTo>
                  <a:pt x="5797" y="1473"/>
                </a:moveTo>
                <a:lnTo>
                  <a:pt x="5742" y="1473"/>
                </a:lnTo>
                <a:lnTo>
                  <a:pt x="5742" y="1462"/>
                </a:lnTo>
                <a:lnTo>
                  <a:pt x="5797" y="1462"/>
                </a:lnTo>
                <a:lnTo>
                  <a:pt x="5797" y="1473"/>
                </a:lnTo>
                <a:moveTo>
                  <a:pt x="5709" y="1473"/>
                </a:moveTo>
                <a:lnTo>
                  <a:pt x="5655" y="1473"/>
                </a:lnTo>
                <a:lnTo>
                  <a:pt x="5655" y="1462"/>
                </a:lnTo>
                <a:lnTo>
                  <a:pt x="5709" y="1462"/>
                </a:lnTo>
                <a:lnTo>
                  <a:pt x="5709" y="1473"/>
                </a:lnTo>
                <a:moveTo>
                  <a:pt x="5622" y="1473"/>
                </a:moveTo>
                <a:lnTo>
                  <a:pt x="5567" y="1473"/>
                </a:lnTo>
                <a:lnTo>
                  <a:pt x="5567" y="1462"/>
                </a:lnTo>
                <a:lnTo>
                  <a:pt x="5622" y="1462"/>
                </a:lnTo>
                <a:lnTo>
                  <a:pt x="5622" y="1473"/>
                </a:lnTo>
                <a:moveTo>
                  <a:pt x="5534" y="1473"/>
                </a:moveTo>
                <a:lnTo>
                  <a:pt x="5480" y="1473"/>
                </a:lnTo>
                <a:lnTo>
                  <a:pt x="5480" y="1462"/>
                </a:lnTo>
                <a:lnTo>
                  <a:pt x="5534" y="1462"/>
                </a:lnTo>
                <a:lnTo>
                  <a:pt x="5534" y="1473"/>
                </a:lnTo>
                <a:moveTo>
                  <a:pt x="5447" y="1473"/>
                </a:moveTo>
                <a:lnTo>
                  <a:pt x="5392" y="1473"/>
                </a:lnTo>
                <a:lnTo>
                  <a:pt x="5392" y="1462"/>
                </a:lnTo>
                <a:lnTo>
                  <a:pt x="5447" y="1462"/>
                </a:lnTo>
                <a:lnTo>
                  <a:pt x="5447" y="1473"/>
                </a:lnTo>
                <a:moveTo>
                  <a:pt x="5360" y="1473"/>
                </a:moveTo>
                <a:lnTo>
                  <a:pt x="5305" y="1473"/>
                </a:lnTo>
                <a:lnTo>
                  <a:pt x="5305" y="1462"/>
                </a:lnTo>
                <a:lnTo>
                  <a:pt x="5360" y="1462"/>
                </a:lnTo>
                <a:lnTo>
                  <a:pt x="5360" y="1473"/>
                </a:lnTo>
                <a:moveTo>
                  <a:pt x="5272" y="1473"/>
                </a:moveTo>
                <a:lnTo>
                  <a:pt x="5218" y="1473"/>
                </a:lnTo>
                <a:lnTo>
                  <a:pt x="5218" y="1462"/>
                </a:lnTo>
                <a:lnTo>
                  <a:pt x="5272" y="1462"/>
                </a:lnTo>
                <a:lnTo>
                  <a:pt x="5272" y="1473"/>
                </a:lnTo>
                <a:moveTo>
                  <a:pt x="5185" y="1473"/>
                </a:moveTo>
                <a:lnTo>
                  <a:pt x="5130" y="1473"/>
                </a:lnTo>
                <a:lnTo>
                  <a:pt x="5130" y="1462"/>
                </a:lnTo>
                <a:lnTo>
                  <a:pt x="5185" y="1462"/>
                </a:lnTo>
                <a:lnTo>
                  <a:pt x="5185" y="1473"/>
                </a:lnTo>
                <a:moveTo>
                  <a:pt x="5097" y="1473"/>
                </a:moveTo>
                <a:lnTo>
                  <a:pt x="5043" y="1473"/>
                </a:lnTo>
                <a:lnTo>
                  <a:pt x="5043" y="1462"/>
                </a:lnTo>
                <a:lnTo>
                  <a:pt x="5097" y="1462"/>
                </a:lnTo>
                <a:lnTo>
                  <a:pt x="5097" y="1473"/>
                </a:lnTo>
                <a:moveTo>
                  <a:pt x="5010" y="1473"/>
                </a:moveTo>
                <a:lnTo>
                  <a:pt x="4955" y="1473"/>
                </a:lnTo>
                <a:lnTo>
                  <a:pt x="4955" y="1462"/>
                </a:lnTo>
                <a:lnTo>
                  <a:pt x="5010" y="1462"/>
                </a:lnTo>
                <a:lnTo>
                  <a:pt x="5010" y="1473"/>
                </a:lnTo>
                <a:moveTo>
                  <a:pt x="4922" y="1473"/>
                </a:moveTo>
                <a:lnTo>
                  <a:pt x="4868" y="1473"/>
                </a:lnTo>
                <a:lnTo>
                  <a:pt x="4868" y="1462"/>
                </a:lnTo>
                <a:lnTo>
                  <a:pt x="4922" y="1462"/>
                </a:lnTo>
                <a:lnTo>
                  <a:pt x="4922" y="1473"/>
                </a:lnTo>
                <a:moveTo>
                  <a:pt x="4835" y="1473"/>
                </a:moveTo>
                <a:lnTo>
                  <a:pt x="4780" y="1473"/>
                </a:lnTo>
                <a:lnTo>
                  <a:pt x="4780" y="1462"/>
                </a:lnTo>
                <a:lnTo>
                  <a:pt x="4835" y="1462"/>
                </a:lnTo>
                <a:lnTo>
                  <a:pt x="4835" y="1473"/>
                </a:lnTo>
                <a:moveTo>
                  <a:pt x="4748" y="1473"/>
                </a:moveTo>
                <a:lnTo>
                  <a:pt x="4693" y="1473"/>
                </a:lnTo>
                <a:lnTo>
                  <a:pt x="4693" y="1462"/>
                </a:lnTo>
                <a:lnTo>
                  <a:pt x="4748" y="1462"/>
                </a:lnTo>
                <a:lnTo>
                  <a:pt x="4748" y="1473"/>
                </a:lnTo>
                <a:moveTo>
                  <a:pt x="4660" y="1473"/>
                </a:moveTo>
                <a:lnTo>
                  <a:pt x="4606" y="1473"/>
                </a:lnTo>
                <a:lnTo>
                  <a:pt x="4606" y="1462"/>
                </a:lnTo>
                <a:lnTo>
                  <a:pt x="4660" y="1462"/>
                </a:lnTo>
                <a:lnTo>
                  <a:pt x="4660" y="1473"/>
                </a:lnTo>
                <a:moveTo>
                  <a:pt x="4573" y="1473"/>
                </a:moveTo>
                <a:lnTo>
                  <a:pt x="4518" y="1473"/>
                </a:lnTo>
                <a:lnTo>
                  <a:pt x="4518" y="1462"/>
                </a:lnTo>
                <a:lnTo>
                  <a:pt x="4573" y="1462"/>
                </a:lnTo>
                <a:lnTo>
                  <a:pt x="4573" y="1473"/>
                </a:lnTo>
                <a:moveTo>
                  <a:pt x="4485" y="1473"/>
                </a:moveTo>
                <a:lnTo>
                  <a:pt x="4431" y="1473"/>
                </a:lnTo>
                <a:lnTo>
                  <a:pt x="4431" y="1462"/>
                </a:lnTo>
                <a:lnTo>
                  <a:pt x="4485" y="1462"/>
                </a:lnTo>
                <a:lnTo>
                  <a:pt x="4485" y="1473"/>
                </a:lnTo>
                <a:moveTo>
                  <a:pt x="4398" y="1473"/>
                </a:moveTo>
                <a:lnTo>
                  <a:pt x="4343" y="1473"/>
                </a:lnTo>
                <a:lnTo>
                  <a:pt x="4343" y="1462"/>
                </a:lnTo>
                <a:lnTo>
                  <a:pt x="4398" y="1462"/>
                </a:lnTo>
                <a:lnTo>
                  <a:pt x="4398" y="1473"/>
                </a:lnTo>
                <a:moveTo>
                  <a:pt x="4311" y="1473"/>
                </a:moveTo>
                <a:lnTo>
                  <a:pt x="4256" y="1473"/>
                </a:lnTo>
                <a:lnTo>
                  <a:pt x="4256" y="1462"/>
                </a:lnTo>
                <a:lnTo>
                  <a:pt x="4311" y="1462"/>
                </a:lnTo>
                <a:lnTo>
                  <a:pt x="4311" y="1473"/>
                </a:lnTo>
                <a:moveTo>
                  <a:pt x="4223" y="1473"/>
                </a:moveTo>
                <a:lnTo>
                  <a:pt x="4169" y="1473"/>
                </a:lnTo>
                <a:lnTo>
                  <a:pt x="4169" y="1462"/>
                </a:lnTo>
                <a:lnTo>
                  <a:pt x="4223" y="1462"/>
                </a:lnTo>
                <a:lnTo>
                  <a:pt x="4223" y="1473"/>
                </a:lnTo>
                <a:moveTo>
                  <a:pt x="4136" y="1473"/>
                </a:moveTo>
                <a:lnTo>
                  <a:pt x="4081" y="1473"/>
                </a:lnTo>
                <a:lnTo>
                  <a:pt x="4081" y="1462"/>
                </a:lnTo>
                <a:lnTo>
                  <a:pt x="4136" y="1462"/>
                </a:lnTo>
                <a:lnTo>
                  <a:pt x="4136" y="1473"/>
                </a:lnTo>
                <a:moveTo>
                  <a:pt x="4048" y="1473"/>
                </a:moveTo>
                <a:lnTo>
                  <a:pt x="3994" y="1473"/>
                </a:lnTo>
                <a:lnTo>
                  <a:pt x="3994" y="1462"/>
                </a:lnTo>
                <a:lnTo>
                  <a:pt x="4048" y="1462"/>
                </a:lnTo>
                <a:lnTo>
                  <a:pt x="4048" y="1473"/>
                </a:lnTo>
                <a:moveTo>
                  <a:pt x="3961" y="1473"/>
                </a:moveTo>
                <a:lnTo>
                  <a:pt x="3906" y="1473"/>
                </a:lnTo>
                <a:lnTo>
                  <a:pt x="3906" y="1462"/>
                </a:lnTo>
                <a:lnTo>
                  <a:pt x="3961" y="1462"/>
                </a:lnTo>
                <a:lnTo>
                  <a:pt x="3961" y="1473"/>
                </a:lnTo>
                <a:moveTo>
                  <a:pt x="3873" y="1473"/>
                </a:moveTo>
                <a:lnTo>
                  <a:pt x="3819" y="1473"/>
                </a:lnTo>
                <a:lnTo>
                  <a:pt x="3819" y="1462"/>
                </a:lnTo>
                <a:lnTo>
                  <a:pt x="3873" y="1462"/>
                </a:lnTo>
                <a:lnTo>
                  <a:pt x="3873" y="1473"/>
                </a:lnTo>
                <a:moveTo>
                  <a:pt x="3786" y="1473"/>
                </a:moveTo>
                <a:lnTo>
                  <a:pt x="3731" y="1473"/>
                </a:lnTo>
                <a:lnTo>
                  <a:pt x="3731" y="1462"/>
                </a:lnTo>
                <a:lnTo>
                  <a:pt x="3786" y="1462"/>
                </a:lnTo>
                <a:lnTo>
                  <a:pt x="3786" y="1473"/>
                </a:lnTo>
                <a:moveTo>
                  <a:pt x="3699" y="1473"/>
                </a:moveTo>
                <a:lnTo>
                  <a:pt x="3644" y="1473"/>
                </a:lnTo>
                <a:lnTo>
                  <a:pt x="3644" y="1462"/>
                </a:lnTo>
                <a:lnTo>
                  <a:pt x="3699" y="1462"/>
                </a:lnTo>
                <a:lnTo>
                  <a:pt x="3699" y="1473"/>
                </a:lnTo>
                <a:moveTo>
                  <a:pt x="3611" y="1473"/>
                </a:moveTo>
                <a:lnTo>
                  <a:pt x="3557" y="1473"/>
                </a:lnTo>
                <a:lnTo>
                  <a:pt x="3557" y="1462"/>
                </a:lnTo>
                <a:lnTo>
                  <a:pt x="3611" y="1462"/>
                </a:lnTo>
                <a:lnTo>
                  <a:pt x="3611" y="1473"/>
                </a:lnTo>
                <a:moveTo>
                  <a:pt x="3524" y="1473"/>
                </a:moveTo>
                <a:lnTo>
                  <a:pt x="3469" y="1473"/>
                </a:lnTo>
                <a:lnTo>
                  <a:pt x="3469" y="1462"/>
                </a:lnTo>
                <a:lnTo>
                  <a:pt x="3524" y="1462"/>
                </a:lnTo>
                <a:lnTo>
                  <a:pt x="3524" y="1473"/>
                </a:lnTo>
                <a:moveTo>
                  <a:pt x="3436" y="1473"/>
                </a:moveTo>
                <a:lnTo>
                  <a:pt x="3382" y="1473"/>
                </a:lnTo>
                <a:lnTo>
                  <a:pt x="3382" y="1462"/>
                </a:lnTo>
                <a:lnTo>
                  <a:pt x="3436" y="1462"/>
                </a:lnTo>
                <a:lnTo>
                  <a:pt x="3436" y="1473"/>
                </a:lnTo>
                <a:moveTo>
                  <a:pt x="3349" y="1473"/>
                </a:moveTo>
                <a:lnTo>
                  <a:pt x="3294" y="1473"/>
                </a:lnTo>
                <a:lnTo>
                  <a:pt x="3294" y="1462"/>
                </a:lnTo>
                <a:lnTo>
                  <a:pt x="3349" y="1462"/>
                </a:lnTo>
                <a:lnTo>
                  <a:pt x="3349" y="1473"/>
                </a:lnTo>
                <a:moveTo>
                  <a:pt x="3262" y="1473"/>
                </a:moveTo>
                <a:lnTo>
                  <a:pt x="3207" y="1473"/>
                </a:lnTo>
                <a:lnTo>
                  <a:pt x="3207" y="1462"/>
                </a:lnTo>
                <a:lnTo>
                  <a:pt x="3262" y="1462"/>
                </a:lnTo>
                <a:lnTo>
                  <a:pt x="3262" y="1473"/>
                </a:lnTo>
                <a:moveTo>
                  <a:pt x="3174" y="1473"/>
                </a:moveTo>
                <a:lnTo>
                  <a:pt x="3119" y="1473"/>
                </a:lnTo>
                <a:lnTo>
                  <a:pt x="3119" y="1462"/>
                </a:lnTo>
                <a:lnTo>
                  <a:pt x="3174" y="1462"/>
                </a:lnTo>
                <a:lnTo>
                  <a:pt x="3174" y="1473"/>
                </a:lnTo>
                <a:moveTo>
                  <a:pt x="3087" y="1473"/>
                </a:moveTo>
                <a:lnTo>
                  <a:pt x="3032" y="1473"/>
                </a:lnTo>
                <a:lnTo>
                  <a:pt x="3032" y="1462"/>
                </a:lnTo>
                <a:lnTo>
                  <a:pt x="3087" y="1462"/>
                </a:lnTo>
                <a:lnTo>
                  <a:pt x="3087" y="1473"/>
                </a:lnTo>
                <a:moveTo>
                  <a:pt x="2999" y="1473"/>
                </a:moveTo>
                <a:lnTo>
                  <a:pt x="2945" y="1473"/>
                </a:lnTo>
                <a:lnTo>
                  <a:pt x="2945" y="1462"/>
                </a:lnTo>
                <a:lnTo>
                  <a:pt x="2999" y="1462"/>
                </a:lnTo>
                <a:lnTo>
                  <a:pt x="2999" y="1473"/>
                </a:lnTo>
                <a:moveTo>
                  <a:pt x="2912" y="1473"/>
                </a:moveTo>
                <a:lnTo>
                  <a:pt x="2857" y="1473"/>
                </a:lnTo>
                <a:lnTo>
                  <a:pt x="2857" y="1462"/>
                </a:lnTo>
                <a:lnTo>
                  <a:pt x="2912" y="1462"/>
                </a:lnTo>
                <a:lnTo>
                  <a:pt x="2912" y="1473"/>
                </a:lnTo>
                <a:moveTo>
                  <a:pt x="2824" y="1473"/>
                </a:moveTo>
                <a:lnTo>
                  <a:pt x="2770" y="1473"/>
                </a:lnTo>
                <a:lnTo>
                  <a:pt x="2770" y="1462"/>
                </a:lnTo>
                <a:lnTo>
                  <a:pt x="2824" y="1462"/>
                </a:lnTo>
                <a:lnTo>
                  <a:pt x="2824" y="1473"/>
                </a:lnTo>
                <a:moveTo>
                  <a:pt x="2737" y="1473"/>
                </a:moveTo>
                <a:lnTo>
                  <a:pt x="2682" y="1473"/>
                </a:lnTo>
                <a:lnTo>
                  <a:pt x="2682" y="1462"/>
                </a:lnTo>
                <a:lnTo>
                  <a:pt x="2737" y="1462"/>
                </a:lnTo>
                <a:lnTo>
                  <a:pt x="2737" y="1473"/>
                </a:lnTo>
                <a:moveTo>
                  <a:pt x="2650" y="1473"/>
                </a:moveTo>
                <a:lnTo>
                  <a:pt x="2595" y="1473"/>
                </a:lnTo>
                <a:lnTo>
                  <a:pt x="2595" y="1462"/>
                </a:lnTo>
                <a:lnTo>
                  <a:pt x="2650" y="1462"/>
                </a:lnTo>
                <a:lnTo>
                  <a:pt x="2650" y="1473"/>
                </a:lnTo>
                <a:moveTo>
                  <a:pt x="2562" y="1473"/>
                </a:moveTo>
                <a:lnTo>
                  <a:pt x="2508" y="1473"/>
                </a:lnTo>
                <a:lnTo>
                  <a:pt x="2508" y="1462"/>
                </a:lnTo>
                <a:lnTo>
                  <a:pt x="2562" y="1462"/>
                </a:lnTo>
                <a:lnTo>
                  <a:pt x="2562" y="1473"/>
                </a:lnTo>
                <a:moveTo>
                  <a:pt x="2475" y="1473"/>
                </a:moveTo>
                <a:lnTo>
                  <a:pt x="2420" y="1473"/>
                </a:lnTo>
                <a:lnTo>
                  <a:pt x="2420" y="1462"/>
                </a:lnTo>
                <a:lnTo>
                  <a:pt x="2475" y="1462"/>
                </a:lnTo>
                <a:lnTo>
                  <a:pt x="2475" y="1473"/>
                </a:lnTo>
                <a:moveTo>
                  <a:pt x="2387" y="1473"/>
                </a:moveTo>
                <a:lnTo>
                  <a:pt x="2333" y="1473"/>
                </a:lnTo>
                <a:lnTo>
                  <a:pt x="2333" y="1462"/>
                </a:lnTo>
                <a:lnTo>
                  <a:pt x="2387" y="1462"/>
                </a:lnTo>
                <a:lnTo>
                  <a:pt x="2387" y="1473"/>
                </a:lnTo>
                <a:moveTo>
                  <a:pt x="2300" y="1473"/>
                </a:moveTo>
                <a:lnTo>
                  <a:pt x="2245" y="1473"/>
                </a:lnTo>
                <a:lnTo>
                  <a:pt x="2245" y="1462"/>
                </a:lnTo>
                <a:lnTo>
                  <a:pt x="2300" y="1462"/>
                </a:lnTo>
                <a:lnTo>
                  <a:pt x="2300" y="1473"/>
                </a:lnTo>
                <a:moveTo>
                  <a:pt x="2213" y="1473"/>
                </a:moveTo>
                <a:lnTo>
                  <a:pt x="2158" y="1473"/>
                </a:lnTo>
                <a:lnTo>
                  <a:pt x="2158" y="1462"/>
                </a:lnTo>
                <a:lnTo>
                  <a:pt x="2213" y="1462"/>
                </a:lnTo>
                <a:lnTo>
                  <a:pt x="2213" y="1473"/>
                </a:lnTo>
                <a:moveTo>
                  <a:pt x="2125" y="1473"/>
                </a:moveTo>
                <a:lnTo>
                  <a:pt x="2070" y="1473"/>
                </a:lnTo>
                <a:lnTo>
                  <a:pt x="2070" y="1462"/>
                </a:lnTo>
                <a:lnTo>
                  <a:pt x="2125" y="1462"/>
                </a:lnTo>
                <a:lnTo>
                  <a:pt x="2125" y="1473"/>
                </a:lnTo>
                <a:moveTo>
                  <a:pt x="2038" y="1473"/>
                </a:moveTo>
                <a:lnTo>
                  <a:pt x="1983" y="1473"/>
                </a:lnTo>
                <a:lnTo>
                  <a:pt x="1983" y="1462"/>
                </a:lnTo>
                <a:lnTo>
                  <a:pt x="2038" y="1462"/>
                </a:lnTo>
                <a:lnTo>
                  <a:pt x="2038" y="1473"/>
                </a:lnTo>
                <a:moveTo>
                  <a:pt x="1950" y="1473"/>
                </a:moveTo>
                <a:lnTo>
                  <a:pt x="1896" y="1473"/>
                </a:lnTo>
                <a:lnTo>
                  <a:pt x="1896" y="1462"/>
                </a:lnTo>
                <a:lnTo>
                  <a:pt x="1950" y="1462"/>
                </a:lnTo>
                <a:lnTo>
                  <a:pt x="1950" y="1473"/>
                </a:lnTo>
                <a:moveTo>
                  <a:pt x="1863" y="1473"/>
                </a:moveTo>
                <a:lnTo>
                  <a:pt x="1808" y="1473"/>
                </a:lnTo>
                <a:lnTo>
                  <a:pt x="1808" y="1462"/>
                </a:lnTo>
                <a:lnTo>
                  <a:pt x="1863" y="1462"/>
                </a:lnTo>
                <a:lnTo>
                  <a:pt x="1863" y="1473"/>
                </a:lnTo>
                <a:moveTo>
                  <a:pt x="1775" y="1473"/>
                </a:moveTo>
                <a:lnTo>
                  <a:pt x="1721" y="1473"/>
                </a:lnTo>
                <a:lnTo>
                  <a:pt x="1721" y="1462"/>
                </a:lnTo>
                <a:lnTo>
                  <a:pt x="1775" y="1462"/>
                </a:lnTo>
                <a:lnTo>
                  <a:pt x="1775" y="1473"/>
                </a:lnTo>
                <a:moveTo>
                  <a:pt x="1688" y="1473"/>
                </a:moveTo>
                <a:lnTo>
                  <a:pt x="1633" y="1473"/>
                </a:lnTo>
                <a:lnTo>
                  <a:pt x="1633" y="1462"/>
                </a:lnTo>
                <a:lnTo>
                  <a:pt x="1688" y="1462"/>
                </a:lnTo>
                <a:lnTo>
                  <a:pt x="1688" y="1473"/>
                </a:lnTo>
                <a:moveTo>
                  <a:pt x="1601" y="1473"/>
                </a:moveTo>
                <a:lnTo>
                  <a:pt x="1546" y="1473"/>
                </a:lnTo>
                <a:lnTo>
                  <a:pt x="1546" y="1462"/>
                </a:lnTo>
                <a:lnTo>
                  <a:pt x="1601" y="1462"/>
                </a:lnTo>
                <a:lnTo>
                  <a:pt x="1601" y="1473"/>
                </a:lnTo>
                <a:moveTo>
                  <a:pt x="1513" y="1473"/>
                </a:moveTo>
                <a:lnTo>
                  <a:pt x="1459" y="1473"/>
                </a:lnTo>
                <a:lnTo>
                  <a:pt x="1459" y="1462"/>
                </a:lnTo>
                <a:lnTo>
                  <a:pt x="1513" y="1462"/>
                </a:lnTo>
                <a:lnTo>
                  <a:pt x="1513" y="1473"/>
                </a:lnTo>
                <a:moveTo>
                  <a:pt x="1426" y="1473"/>
                </a:moveTo>
                <a:lnTo>
                  <a:pt x="1371" y="1473"/>
                </a:lnTo>
                <a:lnTo>
                  <a:pt x="1371" y="1462"/>
                </a:lnTo>
                <a:lnTo>
                  <a:pt x="1426" y="1462"/>
                </a:lnTo>
                <a:lnTo>
                  <a:pt x="1426" y="1473"/>
                </a:lnTo>
                <a:moveTo>
                  <a:pt x="1338" y="1473"/>
                </a:moveTo>
                <a:lnTo>
                  <a:pt x="1284" y="1473"/>
                </a:lnTo>
                <a:lnTo>
                  <a:pt x="1284" y="1462"/>
                </a:lnTo>
                <a:lnTo>
                  <a:pt x="1338" y="1462"/>
                </a:lnTo>
                <a:lnTo>
                  <a:pt x="1338" y="1473"/>
                </a:lnTo>
                <a:moveTo>
                  <a:pt x="1251" y="1473"/>
                </a:moveTo>
                <a:lnTo>
                  <a:pt x="1196" y="1473"/>
                </a:lnTo>
                <a:lnTo>
                  <a:pt x="1196" y="1462"/>
                </a:lnTo>
                <a:lnTo>
                  <a:pt x="1251" y="1462"/>
                </a:lnTo>
                <a:lnTo>
                  <a:pt x="1251" y="1473"/>
                </a:lnTo>
                <a:moveTo>
                  <a:pt x="1164" y="1473"/>
                </a:moveTo>
                <a:lnTo>
                  <a:pt x="1109" y="1473"/>
                </a:lnTo>
                <a:lnTo>
                  <a:pt x="1109" y="1462"/>
                </a:lnTo>
                <a:lnTo>
                  <a:pt x="1164" y="1462"/>
                </a:lnTo>
                <a:lnTo>
                  <a:pt x="1164" y="1473"/>
                </a:lnTo>
                <a:moveTo>
                  <a:pt x="1076" y="1473"/>
                </a:moveTo>
                <a:lnTo>
                  <a:pt x="1021" y="1473"/>
                </a:lnTo>
                <a:lnTo>
                  <a:pt x="1021" y="1462"/>
                </a:lnTo>
                <a:lnTo>
                  <a:pt x="1076" y="1462"/>
                </a:lnTo>
                <a:lnTo>
                  <a:pt x="1076" y="1473"/>
                </a:lnTo>
                <a:moveTo>
                  <a:pt x="989" y="1473"/>
                </a:moveTo>
                <a:lnTo>
                  <a:pt x="934" y="1473"/>
                </a:lnTo>
                <a:lnTo>
                  <a:pt x="934" y="1462"/>
                </a:lnTo>
                <a:lnTo>
                  <a:pt x="989" y="1462"/>
                </a:lnTo>
                <a:lnTo>
                  <a:pt x="989" y="1473"/>
                </a:lnTo>
                <a:moveTo>
                  <a:pt x="901" y="1473"/>
                </a:moveTo>
                <a:lnTo>
                  <a:pt x="847" y="1473"/>
                </a:lnTo>
                <a:lnTo>
                  <a:pt x="847" y="1462"/>
                </a:lnTo>
                <a:lnTo>
                  <a:pt x="901" y="1462"/>
                </a:lnTo>
                <a:lnTo>
                  <a:pt x="901" y="1473"/>
                </a:lnTo>
                <a:moveTo>
                  <a:pt x="814" y="1473"/>
                </a:moveTo>
                <a:lnTo>
                  <a:pt x="759" y="1473"/>
                </a:lnTo>
                <a:lnTo>
                  <a:pt x="759" y="1462"/>
                </a:lnTo>
                <a:lnTo>
                  <a:pt x="814" y="1462"/>
                </a:lnTo>
                <a:lnTo>
                  <a:pt x="814" y="1473"/>
                </a:lnTo>
                <a:moveTo>
                  <a:pt x="726" y="1473"/>
                </a:moveTo>
                <a:lnTo>
                  <a:pt x="672" y="1473"/>
                </a:lnTo>
                <a:lnTo>
                  <a:pt x="672" y="1462"/>
                </a:lnTo>
                <a:lnTo>
                  <a:pt x="726" y="1462"/>
                </a:lnTo>
                <a:lnTo>
                  <a:pt x="726" y="1473"/>
                </a:lnTo>
                <a:moveTo>
                  <a:pt x="639" y="1473"/>
                </a:moveTo>
                <a:lnTo>
                  <a:pt x="584" y="1473"/>
                </a:lnTo>
                <a:lnTo>
                  <a:pt x="584" y="1462"/>
                </a:lnTo>
                <a:lnTo>
                  <a:pt x="639" y="1462"/>
                </a:lnTo>
                <a:lnTo>
                  <a:pt x="639" y="1473"/>
                </a:lnTo>
                <a:moveTo>
                  <a:pt x="552" y="1473"/>
                </a:moveTo>
                <a:lnTo>
                  <a:pt x="497" y="1473"/>
                </a:lnTo>
                <a:lnTo>
                  <a:pt x="497" y="1462"/>
                </a:lnTo>
                <a:lnTo>
                  <a:pt x="552" y="1462"/>
                </a:lnTo>
                <a:lnTo>
                  <a:pt x="552" y="1473"/>
                </a:lnTo>
                <a:moveTo>
                  <a:pt x="464" y="1473"/>
                </a:moveTo>
                <a:lnTo>
                  <a:pt x="410" y="1473"/>
                </a:lnTo>
                <a:lnTo>
                  <a:pt x="410" y="1462"/>
                </a:lnTo>
                <a:lnTo>
                  <a:pt x="464" y="1462"/>
                </a:lnTo>
                <a:lnTo>
                  <a:pt x="464" y="1473"/>
                </a:lnTo>
                <a:moveTo>
                  <a:pt x="377" y="1473"/>
                </a:moveTo>
                <a:lnTo>
                  <a:pt x="322" y="1473"/>
                </a:lnTo>
                <a:lnTo>
                  <a:pt x="322" y="1462"/>
                </a:lnTo>
                <a:lnTo>
                  <a:pt x="377" y="1462"/>
                </a:lnTo>
                <a:lnTo>
                  <a:pt x="377" y="1473"/>
                </a:lnTo>
                <a:moveTo>
                  <a:pt x="289" y="1473"/>
                </a:moveTo>
                <a:lnTo>
                  <a:pt x="235" y="1473"/>
                </a:lnTo>
                <a:lnTo>
                  <a:pt x="235" y="1462"/>
                </a:lnTo>
                <a:lnTo>
                  <a:pt x="289" y="1462"/>
                </a:lnTo>
                <a:lnTo>
                  <a:pt x="289" y="1473"/>
                </a:lnTo>
                <a:moveTo>
                  <a:pt x="202" y="1473"/>
                </a:moveTo>
                <a:lnTo>
                  <a:pt x="147" y="1473"/>
                </a:lnTo>
                <a:lnTo>
                  <a:pt x="147" y="1462"/>
                </a:lnTo>
                <a:lnTo>
                  <a:pt x="202" y="1462"/>
                </a:lnTo>
                <a:lnTo>
                  <a:pt x="202" y="1473"/>
                </a:lnTo>
                <a:moveTo>
                  <a:pt x="114" y="1473"/>
                </a:moveTo>
                <a:lnTo>
                  <a:pt x="60" y="1473"/>
                </a:lnTo>
                <a:lnTo>
                  <a:pt x="60" y="1462"/>
                </a:lnTo>
                <a:lnTo>
                  <a:pt x="114" y="1462"/>
                </a:lnTo>
                <a:lnTo>
                  <a:pt x="114" y="1473"/>
                </a:lnTo>
                <a:moveTo>
                  <a:pt x="27" y="1473"/>
                </a:moveTo>
                <a:lnTo>
                  <a:pt x="0" y="1473"/>
                </a:lnTo>
                <a:lnTo>
                  <a:pt x="0" y="1435"/>
                </a:lnTo>
                <a:lnTo>
                  <a:pt x="11" y="1435"/>
                </a:lnTo>
                <a:lnTo>
                  <a:pt x="11" y="1468"/>
                </a:lnTo>
                <a:lnTo>
                  <a:pt x="5" y="1468"/>
                </a:lnTo>
                <a:lnTo>
                  <a:pt x="5" y="1462"/>
                </a:lnTo>
                <a:lnTo>
                  <a:pt x="27" y="1462"/>
                </a:lnTo>
                <a:lnTo>
                  <a:pt x="27" y="1473"/>
                </a:lnTo>
                <a:moveTo>
                  <a:pt x="0" y="1402"/>
                </a:moveTo>
                <a:lnTo>
                  <a:pt x="0" y="1348"/>
                </a:lnTo>
                <a:lnTo>
                  <a:pt x="11" y="1348"/>
                </a:lnTo>
                <a:lnTo>
                  <a:pt x="11" y="1402"/>
                </a:lnTo>
                <a:lnTo>
                  <a:pt x="0" y="1402"/>
                </a:lnTo>
                <a:moveTo>
                  <a:pt x="0" y="1315"/>
                </a:moveTo>
                <a:lnTo>
                  <a:pt x="0" y="1260"/>
                </a:lnTo>
                <a:lnTo>
                  <a:pt x="11" y="1260"/>
                </a:lnTo>
                <a:lnTo>
                  <a:pt x="11" y="1315"/>
                </a:lnTo>
                <a:lnTo>
                  <a:pt x="0" y="1315"/>
                </a:lnTo>
                <a:moveTo>
                  <a:pt x="0" y="1228"/>
                </a:moveTo>
                <a:lnTo>
                  <a:pt x="0" y="1173"/>
                </a:lnTo>
                <a:lnTo>
                  <a:pt x="11" y="1173"/>
                </a:lnTo>
                <a:lnTo>
                  <a:pt x="11" y="1228"/>
                </a:lnTo>
                <a:lnTo>
                  <a:pt x="0" y="1228"/>
                </a:lnTo>
                <a:moveTo>
                  <a:pt x="0" y="1140"/>
                </a:moveTo>
                <a:lnTo>
                  <a:pt x="0" y="1086"/>
                </a:lnTo>
                <a:lnTo>
                  <a:pt x="11" y="1086"/>
                </a:lnTo>
                <a:lnTo>
                  <a:pt x="11" y="1140"/>
                </a:lnTo>
                <a:lnTo>
                  <a:pt x="0" y="1140"/>
                </a:lnTo>
                <a:moveTo>
                  <a:pt x="0" y="1053"/>
                </a:moveTo>
                <a:lnTo>
                  <a:pt x="0" y="998"/>
                </a:lnTo>
                <a:lnTo>
                  <a:pt x="11" y="998"/>
                </a:lnTo>
                <a:lnTo>
                  <a:pt x="11" y="1053"/>
                </a:lnTo>
                <a:lnTo>
                  <a:pt x="0" y="1053"/>
                </a:lnTo>
                <a:moveTo>
                  <a:pt x="0" y="965"/>
                </a:moveTo>
                <a:lnTo>
                  <a:pt x="0" y="910"/>
                </a:lnTo>
                <a:lnTo>
                  <a:pt x="11" y="910"/>
                </a:lnTo>
                <a:lnTo>
                  <a:pt x="11" y="965"/>
                </a:lnTo>
                <a:lnTo>
                  <a:pt x="0" y="965"/>
                </a:lnTo>
                <a:moveTo>
                  <a:pt x="0" y="878"/>
                </a:moveTo>
                <a:lnTo>
                  <a:pt x="0" y="823"/>
                </a:lnTo>
                <a:lnTo>
                  <a:pt x="11" y="823"/>
                </a:lnTo>
                <a:lnTo>
                  <a:pt x="11" y="878"/>
                </a:lnTo>
                <a:lnTo>
                  <a:pt x="0" y="878"/>
                </a:lnTo>
                <a:moveTo>
                  <a:pt x="0" y="790"/>
                </a:moveTo>
                <a:lnTo>
                  <a:pt x="0" y="736"/>
                </a:lnTo>
                <a:lnTo>
                  <a:pt x="11" y="736"/>
                </a:lnTo>
                <a:lnTo>
                  <a:pt x="11" y="790"/>
                </a:lnTo>
                <a:lnTo>
                  <a:pt x="0" y="790"/>
                </a:lnTo>
                <a:moveTo>
                  <a:pt x="0" y="703"/>
                </a:moveTo>
                <a:lnTo>
                  <a:pt x="0" y="649"/>
                </a:lnTo>
                <a:lnTo>
                  <a:pt x="11" y="649"/>
                </a:lnTo>
                <a:lnTo>
                  <a:pt x="11" y="703"/>
                </a:lnTo>
                <a:lnTo>
                  <a:pt x="0" y="703"/>
                </a:lnTo>
                <a:moveTo>
                  <a:pt x="0" y="616"/>
                </a:moveTo>
                <a:lnTo>
                  <a:pt x="0" y="561"/>
                </a:lnTo>
                <a:lnTo>
                  <a:pt x="11" y="561"/>
                </a:lnTo>
                <a:lnTo>
                  <a:pt x="11" y="616"/>
                </a:lnTo>
                <a:lnTo>
                  <a:pt x="0" y="616"/>
                </a:lnTo>
                <a:moveTo>
                  <a:pt x="0" y="529"/>
                </a:moveTo>
                <a:lnTo>
                  <a:pt x="0" y="474"/>
                </a:lnTo>
                <a:lnTo>
                  <a:pt x="11" y="474"/>
                </a:lnTo>
                <a:lnTo>
                  <a:pt x="11" y="529"/>
                </a:lnTo>
                <a:lnTo>
                  <a:pt x="0" y="529"/>
                </a:lnTo>
                <a:moveTo>
                  <a:pt x="0" y="441"/>
                </a:moveTo>
                <a:lnTo>
                  <a:pt x="0" y="387"/>
                </a:lnTo>
                <a:lnTo>
                  <a:pt x="11" y="387"/>
                </a:lnTo>
                <a:lnTo>
                  <a:pt x="11" y="441"/>
                </a:lnTo>
                <a:lnTo>
                  <a:pt x="0" y="441"/>
                </a:lnTo>
                <a:moveTo>
                  <a:pt x="0" y="354"/>
                </a:moveTo>
                <a:lnTo>
                  <a:pt x="0" y="299"/>
                </a:lnTo>
                <a:lnTo>
                  <a:pt x="11" y="299"/>
                </a:lnTo>
                <a:lnTo>
                  <a:pt x="11" y="354"/>
                </a:lnTo>
                <a:lnTo>
                  <a:pt x="0" y="354"/>
                </a:lnTo>
                <a:moveTo>
                  <a:pt x="0" y="267"/>
                </a:moveTo>
                <a:lnTo>
                  <a:pt x="0" y="212"/>
                </a:lnTo>
                <a:lnTo>
                  <a:pt x="11" y="212"/>
                </a:lnTo>
                <a:lnTo>
                  <a:pt x="11" y="267"/>
                </a:lnTo>
                <a:lnTo>
                  <a:pt x="0" y="267"/>
                </a:lnTo>
                <a:moveTo>
                  <a:pt x="0" y="180"/>
                </a:moveTo>
                <a:lnTo>
                  <a:pt x="0" y="125"/>
                </a:lnTo>
                <a:lnTo>
                  <a:pt x="11" y="125"/>
                </a:lnTo>
                <a:lnTo>
                  <a:pt x="11" y="180"/>
                </a:lnTo>
                <a:lnTo>
                  <a:pt x="0" y="180"/>
                </a:lnTo>
                <a:moveTo>
                  <a:pt x="0" y="92"/>
                </a:moveTo>
                <a:lnTo>
                  <a:pt x="0" y="38"/>
                </a:lnTo>
                <a:lnTo>
                  <a:pt x="11" y="38"/>
                </a:lnTo>
                <a:lnTo>
                  <a:pt x="11" y="92"/>
                </a:lnTo>
                <a:lnTo>
                  <a:pt x="0" y="92"/>
                </a:lnTo>
                <a:moveTo>
                  <a:pt x="5" y="0"/>
                </a:moveTo>
                <a:lnTo>
                  <a:pt x="60" y="0"/>
                </a:lnTo>
                <a:lnTo>
                  <a:pt x="60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6598440" y="9853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6598440" y="9990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3553920" y="761760"/>
            <a:ext cx="1712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2806560" y="9813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2822040" y="1185840"/>
            <a:ext cx="3690360" cy="255600"/>
          </a:xfrm>
          <a:custGeom>
            <a:avLst/>
            <a:gdLst/>
            <a:ahLst/>
            <a:rect l="0" t="0" r="r" b="b"/>
            <a:pathLst>
              <a:path w="10251" h="710">
                <a:moveTo>
                  <a:pt x="0" y="0"/>
                </a:moveTo>
                <a:lnTo>
                  <a:pt x="10251" y="0"/>
                </a:lnTo>
                <a:lnTo>
                  <a:pt x="1025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2820240" y="1183680"/>
            <a:ext cx="3693960" cy="259560"/>
          </a:xfrm>
          <a:custGeom>
            <a:avLst/>
            <a:gdLst/>
            <a:ahLst/>
            <a:rect l="0" t="0" r="r" b="b"/>
            <a:pathLst>
              <a:path w="10261" h="721">
                <a:moveTo>
                  <a:pt x="93" y="0"/>
                </a:moveTo>
                <a:lnTo>
                  <a:pt x="147" y="0"/>
                </a:lnTo>
                <a:lnTo>
                  <a:pt x="147" y="11"/>
                </a:lnTo>
                <a:lnTo>
                  <a:pt x="93" y="11"/>
                </a:lnTo>
                <a:lnTo>
                  <a:pt x="93" y="0"/>
                </a:lnTo>
                <a:moveTo>
                  <a:pt x="180" y="0"/>
                </a:moveTo>
                <a:lnTo>
                  <a:pt x="235" y="0"/>
                </a:lnTo>
                <a:lnTo>
                  <a:pt x="235" y="11"/>
                </a:lnTo>
                <a:lnTo>
                  <a:pt x="180" y="11"/>
                </a:lnTo>
                <a:lnTo>
                  <a:pt x="180" y="0"/>
                </a:lnTo>
                <a:moveTo>
                  <a:pt x="267" y="0"/>
                </a:moveTo>
                <a:lnTo>
                  <a:pt x="322" y="0"/>
                </a:lnTo>
                <a:lnTo>
                  <a:pt x="322" y="11"/>
                </a:lnTo>
                <a:lnTo>
                  <a:pt x="267" y="11"/>
                </a:lnTo>
                <a:lnTo>
                  <a:pt x="267" y="0"/>
                </a:lnTo>
                <a:moveTo>
                  <a:pt x="355" y="0"/>
                </a:moveTo>
                <a:lnTo>
                  <a:pt x="410" y="0"/>
                </a:lnTo>
                <a:lnTo>
                  <a:pt x="410" y="11"/>
                </a:lnTo>
                <a:lnTo>
                  <a:pt x="355" y="11"/>
                </a:lnTo>
                <a:lnTo>
                  <a:pt x="355" y="0"/>
                </a:lnTo>
                <a:moveTo>
                  <a:pt x="442" y="0"/>
                </a:moveTo>
                <a:lnTo>
                  <a:pt x="497" y="0"/>
                </a:lnTo>
                <a:lnTo>
                  <a:pt x="497" y="11"/>
                </a:lnTo>
                <a:lnTo>
                  <a:pt x="442" y="11"/>
                </a:lnTo>
                <a:lnTo>
                  <a:pt x="442" y="0"/>
                </a:lnTo>
                <a:moveTo>
                  <a:pt x="530" y="0"/>
                </a:moveTo>
                <a:lnTo>
                  <a:pt x="584" y="0"/>
                </a:lnTo>
                <a:lnTo>
                  <a:pt x="584" y="11"/>
                </a:lnTo>
                <a:lnTo>
                  <a:pt x="530" y="11"/>
                </a:lnTo>
                <a:lnTo>
                  <a:pt x="530" y="0"/>
                </a:lnTo>
                <a:moveTo>
                  <a:pt x="617" y="0"/>
                </a:moveTo>
                <a:lnTo>
                  <a:pt x="672" y="0"/>
                </a:lnTo>
                <a:lnTo>
                  <a:pt x="672" y="11"/>
                </a:lnTo>
                <a:lnTo>
                  <a:pt x="617" y="11"/>
                </a:lnTo>
                <a:lnTo>
                  <a:pt x="617" y="0"/>
                </a:lnTo>
                <a:moveTo>
                  <a:pt x="705" y="0"/>
                </a:moveTo>
                <a:lnTo>
                  <a:pt x="759" y="0"/>
                </a:lnTo>
                <a:lnTo>
                  <a:pt x="759" y="11"/>
                </a:lnTo>
                <a:lnTo>
                  <a:pt x="705" y="11"/>
                </a:lnTo>
                <a:lnTo>
                  <a:pt x="705" y="0"/>
                </a:lnTo>
                <a:moveTo>
                  <a:pt x="792" y="0"/>
                </a:moveTo>
                <a:lnTo>
                  <a:pt x="847" y="0"/>
                </a:lnTo>
                <a:lnTo>
                  <a:pt x="847" y="11"/>
                </a:lnTo>
                <a:lnTo>
                  <a:pt x="792" y="11"/>
                </a:lnTo>
                <a:lnTo>
                  <a:pt x="792" y="0"/>
                </a:lnTo>
                <a:moveTo>
                  <a:pt x="879" y="0"/>
                </a:moveTo>
                <a:lnTo>
                  <a:pt x="934" y="0"/>
                </a:lnTo>
                <a:lnTo>
                  <a:pt x="934" y="11"/>
                </a:lnTo>
                <a:lnTo>
                  <a:pt x="879" y="11"/>
                </a:lnTo>
                <a:lnTo>
                  <a:pt x="879" y="0"/>
                </a:lnTo>
                <a:moveTo>
                  <a:pt x="967" y="0"/>
                </a:moveTo>
                <a:lnTo>
                  <a:pt x="1021" y="0"/>
                </a:lnTo>
                <a:lnTo>
                  <a:pt x="1021" y="11"/>
                </a:lnTo>
                <a:lnTo>
                  <a:pt x="967" y="11"/>
                </a:lnTo>
                <a:lnTo>
                  <a:pt x="967" y="0"/>
                </a:lnTo>
                <a:moveTo>
                  <a:pt x="1054" y="0"/>
                </a:moveTo>
                <a:lnTo>
                  <a:pt x="1109" y="0"/>
                </a:lnTo>
                <a:lnTo>
                  <a:pt x="1109" y="11"/>
                </a:lnTo>
                <a:lnTo>
                  <a:pt x="1054" y="11"/>
                </a:lnTo>
                <a:lnTo>
                  <a:pt x="1054" y="0"/>
                </a:lnTo>
                <a:moveTo>
                  <a:pt x="1142" y="0"/>
                </a:moveTo>
                <a:lnTo>
                  <a:pt x="1196" y="0"/>
                </a:lnTo>
                <a:lnTo>
                  <a:pt x="1196" y="11"/>
                </a:lnTo>
                <a:lnTo>
                  <a:pt x="1142" y="11"/>
                </a:lnTo>
                <a:lnTo>
                  <a:pt x="1142" y="0"/>
                </a:lnTo>
                <a:moveTo>
                  <a:pt x="1229" y="0"/>
                </a:moveTo>
                <a:lnTo>
                  <a:pt x="1284" y="0"/>
                </a:lnTo>
                <a:lnTo>
                  <a:pt x="1284" y="11"/>
                </a:lnTo>
                <a:lnTo>
                  <a:pt x="1229" y="11"/>
                </a:lnTo>
                <a:lnTo>
                  <a:pt x="1229" y="0"/>
                </a:lnTo>
                <a:moveTo>
                  <a:pt x="1316" y="0"/>
                </a:moveTo>
                <a:lnTo>
                  <a:pt x="1371" y="0"/>
                </a:lnTo>
                <a:lnTo>
                  <a:pt x="1371" y="11"/>
                </a:lnTo>
                <a:lnTo>
                  <a:pt x="1316" y="11"/>
                </a:lnTo>
                <a:lnTo>
                  <a:pt x="1316" y="0"/>
                </a:lnTo>
                <a:moveTo>
                  <a:pt x="1404" y="0"/>
                </a:moveTo>
                <a:lnTo>
                  <a:pt x="1459" y="0"/>
                </a:lnTo>
                <a:lnTo>
                  <a:pt x="1459" y="11"/>
                </a:lnTo>
                <a:lnTo>
                  <a:pt x="1404" y="11"/>
                </a:lnTo>
                <a:lnTo>
                  <a:pt x="1404" y="0"/>
                </a:lnTo>
                <a:moveTo>
                  <a:pt x="1491" y="0"/>
                </a:moveTo>
                <a:lnTo>
                  <a:pt x="1546" y="0"/>
                </a:lnTo>
                <a:lnTo>
                  <a:pt x="1546" y="11"/>
                </a:lnTo>
                <a:lnTo>
                  <a:pt x="1491" y="11"/>
                </a:lnTo>
                <a:lnTo>
                  <a:pt x="1491" y="0"/>
                </a:lnTo>
                <a:moveTo>
                  <a:pt x="1579" y="0"/>
                </a:moveTo>
                <a:lnTo>
                  <a:pt x="1633" y="0"/>
                </a:lnTo>
                <a:lnTo>
                  <a:pt x="1633" y="11"/>
                </a:lnTo>
                <a:lnTo>
                  <a:pt x="1579" y="11"/>
                </a:lnTo>
                <a:lnTo>
                  <a:pt x="1579" y="0"/>
                </a:lnTo>
                <a:moveTo>
                  <a:pt x="1666" y="0"/>
                </a:moveTo>
                <a:lnTo>
                  <a:pt x="1721" y="0"/>
                </a:lnTo>
                <a:lnTo>
                  <a:pt x="1721" y="11"/>
                </a:lnTo>
                <a:lnTo>
                  <a:pt x="1666" y="11"/>
                </a:lnTo>
                <a:lnTo>
                  <a:pt x="1666" y="0"/>
                </a:lnTo>
                <a:moveTo>
                  <a:pt x="1754" y="0"/>
                </a:moveTo>
                <a:lnTo>
                  <a:pt x="1808" y="0"/>
                </a:lnTo>
                <a:lnTo>
                  <a:pt x="1808" y="11"/>
                </a:lnTo>
                <a:lnTo>
                  <a:pt x="1754" y="11"/>
                </a:lnTo>
                <a:lnTo>
                  <a:pt x="1754" y="0"/>
                </a:lnTo>
                <a:moveTo>
                  <a:pt x="1841" y="0"/>
                </a:moveTo>
                <a:lnTo>
                  <a:pt x="1896" y="0"/>
                </a:lnTo>
                <a:lnTo>
                  <a:pt x="1896" y="11"/>
                </a:lnTo>
                <a:lnTo>
                  <a:pt x="1841" y="11"/>
                </a:lnTo>
                <a:lnTo>
                  <a:pt x="1841" y="0"/>
                </a:lnTo>
                <a:moveTo>
                  <a:pt x="1928" y="0"/>
                </a:moveTo>
                <a:lnTo>
                  <a:pt x="1983" y="0"/>
                </a:lnTo>
                <a:lnTo>
                  <a:pt x="1983" y="11"/>
                </a:lnTo>
                <a:lnTo>
                  <a:pt x="1928" y="11"/>
                </a:lnTo>
                <a:lnTo>
                  <a:pt x="1928" y="0"/>
                </a:lnTo>
                <a:moveTo>
                  <a:pt x="2016" y="0"/>
                </a:moveTo>
                <a:lnTo>
                  <a:pt x="2070" y="0"/>
                </a:lnTo>
                <a:lnTo>
                  <a:pt x="2070" y="11"/>
                </a:lnTo>
                <a:lnTo>
                  <a:pt x="2016" y="11"/>
                </a:lnTo>
                <a:lnTo>
                  <a:pt x="2016" y="0"/>
                </a:lnTo>
                <a:moveTo>
                  <a:pt x="2103" y="0"/>
                </a:moveTo>
                <a:lnTo>
                  <a:pt x="2158" y="0"/>
                </a:lnTo>
                <a:lnTo>
                  <a:pt x="2158" y="11"/>
                </a:lnTo>
                <a:lnTo>
                  <a:pt x="2103" y="11"/>
                </a:lnTo>
                <a:lnTo>
                  <a:pt x="2103" y="0"/>
                </a:lnTo>
                <a:moveTo>
                  <a:pt x="2191" y="0"/>
                </a:moveTo>
                <a:lnTo>
                  <a:pt x="2245" y="0"/>
                </a:lnTo>
                <a:lnTo>
                  <a:pt x="2245" y="11"/>
                </a:lnTo>
                <a:lnTo>
                  <a:pt x="2191" y="11"/>
                </a:lnTo>
                <a:lnTo>
                  <a:pt x="2191" y="0"/>
                </a:lnTo>
                <a:moveTo>
                  <a:pt x="2278" y="0"/>
                </a:moveTo>
                <a:lnTo>
                  <a:pt x="2333" y="0"/>
                </a:lnTo>
                <a:lnTo>
                  <a:pt x="2333" y="11"/>
                </a:lnTo>
                <a:lnTo>
                  <a:pt x="2278" y="11"/>
                </a:lnTo>
                <a:lnTo>
                  <a:pt x="2278" y="0"/>
                </a:lnTo>
                <a:moveTo>
                  <a:pt x="2365" y="0"/>
                </a:moveTo>
                <a:lnTo>
                  <a:pt x="2420" y="0"/>
                </a:lnTo>
                <a:lnTo>
                  <a:pt x="2420" y="11"/>
                </a:lnTo>
                <a:lnTo>
                  <a:pt x="2365" y="11"/>
                </a:lnTo>
                <a:lnTo>
                  <a:pt x="2365" y="0"/>
                </a:lnTo>
                <a:moveTo>
                  <a:pt x="2453" y="0"/>
                </a:moveTo>
                <a:lnTo>
                  <a:pt x="2508" y="0"/>
                </a:lnTo>
                <a:lnTo>
                  <a:pt x="2508" y="11"/>
                </a:lnTo>
                <a:lnTo>
                  <a:pt x="2453" y="11"/>
                </a:lnTo>
                <a:lnTo>
                  <a:pt x="2453" y="0"/>
                </a:lnTo>
                <a:moveTo>
                  <a:pt x="2540" y="0"/>
                </a:moveTo>
                <a:lnTo>
                  <a:pt x="2595" y="0"/>
                </a:lnTo>
                <a:lnTo>
                  <a:pt x="2595" y="11"/>
                </a:lnTo>
                <a:lnTo>
                  <a:pt x="2540" y="11"/>
                </a:lnTo>
                <a:lnTo>
                  <a:pt x="2540" y="0"/>
                </a:lnTo>
                <a:moveTo>
                  <a:pt x="2628" y="0"/>
                </a:moveTo>
                <a:lnTo>
                  <a:pt x="2682" y="0"/>
                </a:lnTo>
                <a:lnTo>
                  <a:pt x="2682" y="11"/>
                </a:lnTo>
                <a:lnTo>
                  <a:pt x="2628" y="11"/>
                </a:lnTo>
                <a:lnTo>
                  <a:pt x="2628" y="0"/>
                </a:lnTo>
                <a:moveTo>
                  <a:pt x="2715" y="0"/>
                </a:moveTo>
                <a:lnTo>
                  <a:pt x="2770" y="0"/>
                </a:lnTo>
                <a:lnTo>
                  <a:pt x="2770" y="11"/>
                </a:lnTo>
                <a:lnTo>
                  <a:pt x="2715" y="11"/>
                </a:lnTo>
                <a:lnTo>
                  <a:pt x="2715" y="0"/>
                </a:lnTo>
                <a:moveTo>
                  <a:pt x="2803" y="0"/>
                </a:moveTo>
                <a:lnTo>
                  <a:pt x="2857" y="0"/>
                </a:lnTo>
                <a:lnTo>
                  <a:pt x="2857" y="11"/>
                </a:lnTo>
                <a:lnTo>
                  <a:pt x="2803" y="11"/>
                </a:lnTo>
                <a:lnTo>
                  <a:pt x="2803" y="0"/>
                </a:lnTo>
                <a:moveTo>
                  <a:pt x="2890" y="0"/>
                </a:moveTo>
                <a:lnTo>
                  <a:pt x="2945" y="0"/>
                </a:lnTo>
                <a:lnTo>
                  <a:pt x="2945" y="11"/>
                </a:lnTo>
                <a:lnTo>
                  <a:pt x="2890" y="11"/>
                </a:lnTo>
                <a:lnTo>
                  <a:pt x="2890" y="0"/>
                </a:lnTo>
                <a:moveTo>
                  <a:pt x="2977" y="0"/>
                </a:moveTo>
                <a:lnTo>
                  <a:pt x="3032" y="0"/>
                </a:lnTo>
                <a:lnTo>
                  <a:pt x="3032" y="11"/>
                </a:lnTo>
                <a:lnTo>
                  <a:pt x="2977" y="11"/>
                </a:lnTo>
                <a:lnTo>
                  <a:pt x="2977" y="0"/>
                </a:lnTo>
                <a:moveTo>
                  <a:pt x="3065" y="0"/>
                </a:moveTo>
                <a:lnTo>
                  <a:pt x="3119" y="0"/>
                </a:lnTo>
                <a:lnTo>
                  <a:pt x="3119" y="11"/>
                </a:lnTo>
                <a:lnTo>
                  <a:pt x="3065" y="11"/>
                </a:lnTo>
                <a:lnTo>
                  <a:pt x="3065" y="0"/>
                </a:lnTo>
                <a:moveTo>
                  <a:pt x="3152" y="0"/>
                </a:moveTo>
                <a:lnTo>
                  <a:pt x="3207" y="0"/>
                </a:lnTo>
                <a:lnTo>
                  <a:pt x="3207" y="11"/>
                </a:lnTo>
                <a:lnTo>
                  <a:pt x="3152" y="11"/>
                </a:lnTo>
                <a:lnTo>
                  <a:pt x="3152" y="0"/>
                </a:lnTo>
                <a:moveTo>
                  <a:pt x="3240" y="0"/>
                </a:moveTo>
                <a:lnTo>
                  <a:pt x="3294" y="0"/>
                </a:lnTo>
                <a:lnTo>
                  <a:pt x="3294" y="11"/>
                </a:lnTo>
                <a:lnTo>
                  <a:pt x="3240" y="11"/>
                </a:lnTo>
                <a:lnTo>
                  <a:pt x="3240" y="0"/>
                </a:lnTo>
                <a:moveTo>
                  <a:pt x="3327" y="0"/>
                </a:moveTo>
                <a:lnTo>
                  <a:pt x="3382" y="0"/>
                </a:lnTo>
                <a:lnTo>
                  <a:pt x="3382" y="11"/>
                </a:lnTo>
                <a:lnTo>
                  <a:pt x="3327" y="11"/>
                </a:lnTo>
                <a:lnTo>
                  <a:pt x="3327" y="0"/>
                </a:lnTo>
                <a:moveTo>
                  <a:pt x="3415" y="0"/>
                </a:moveTo>
                <a:lnTo>
                  <a:pt x="3469" y="0"/>
                </a:lnTo>
                <a:lnTo>
                  <a:pt x="3469" y="11"/>
                </a:lnTo>
                <a:lnTo>
                  <a:pt x="3415" y="11"/>
                </a:lnTo>
                <a:lnTo>
                  <a:pt x="3415" y="0"/>
                </a:lnTo>
                <a:moveTo>
                  <a:pt x="3502" y="0"/>
                </a:moveTo>
                <a:lnTo>
                  <a:pt x="3557" y="0"/>
                </a:lnTo>
                <a:lnTo>
                  <a:pt x="3557" y="11"/>
                </a:lnTo>
                <a:lnTo>
                  <a:pt x="3502" y="11"/>
                </a:lnTo>
                <a:lnTo>
                  <a:pt x="3502" y="0"/>
                </a:lnTo>
                <a:moveTo>
                  <a:pt x="3589" y="0"/>
                </a:moveTo>
                <a:lnTo>
                  <a:pt x="3644" y="0"/>
                </a:lnTo>
                <a:lnTo>
                  <a:pt x="3644" y="11"/>
                </a:lnTo>
                <a:lnTo>
                  <a:pt x="3589" y="11"/>
                </a:lnTo>
                <a:lnTo>
                  <a:pt x="3589" y="0"/>
                </a:lnTo>
                <a:moveTo>
                  <a:pt x="3677" y="0"/>
                </a:moveTo>
                <a:lnTo>
                  <a:pt x="3731" y="0"/>
                </a:lnTo>
                <a:lnTo>
                  <a:pt x="3731" y="11"/>
                </a:lnTo>
                <a:lnTo>
                  <a:pt x="3677" y="11"/>
                </a:lnTo>
                <a:lnTo>
                  <a:pt x="3677" y="0"/>
                </a:lnTo>
                <a:moveTo>
                  <a:pt x="3764" y="0"/>
                </a:moveTo>
                <a:lnTo>
                  <a:pt x="3819" y="0"/>
                </a:lnTo>
                <a:lnTo>
                  <a:pt x="3819" y="11"/>
                </a:lnTo>
                <a:lnTo>
                  <a:pt x="3764" y="11"/>
                </a:lnTo>
                <a:lnTo>
                  <a:pt x="3764" y="0"/>
                </a:lnTo>
                <a:moveTo>
                  <a:pt x="3852" y="0"/>
                </a:moveTo>
                <a:lnTo>
                  <a:pt x="3906" y="0"/>
                </a:lnTo>
                <a:lnTo>
                  <a:pt x="3906" y="11"/>
                </a:lnTo>
                <a:lnTo>
                  <a:pt x="3852" y="11"/>
                </a:lnTo>
                <a:lnTo>
                  <a:pt x="3852" y="0"/>
                </a:lnTo>
                <a:moveTo>
                  <a:pt x="3939" y="0"/>
                </a:moveTo>
                <a:lnTo>
                  <a:pt x="3994" y="0"/>
                </a:lnTo>
                <a:lnTo>
                  <a:pt x="3994" y="11"/>
                </a:lnTo>
                <a:lnTo>
                  <a:pt x="3939" y="11"/>
                </a:lnTo>
                <a:lnTo>
                  <a:pt x="3939" y="0"/>
                </a:lnTo>
                <a:moveTo>
                  <a:pt x="4026" y="0"/>
                </a:moveTo>
                <a:lnTo>
                  <a:pt x="4081" y="0"/>
                </a:lnTo>
                <a:lnTo>
                  <a:pt x="4081" y="11"/>
                </a:lnTo>
                <a:lnTo>
                  <a:pt x="4026" y="11"/>
                </a:lnTo>
                <a:lnTo>
                  <a:pt x="4026" y="0"/>
                </a:lnTo>
                <a:moveTo>
                  <a:pt x="4114" y="0"/>
                </a:moveTo>
                <a:lnTo>
                  <a:pt x="4168" y="0"/>
                </a:lnTo>
                <a:lnTo>
                  <a:pt x="4168" y="11"/>
                </a:lnTo>
                <a:lnTo>
                  <a:pt x="4114" y="11"/>
                </a:lnTo>
                <a:lnTo>
                  <a:pt x="4114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11"/>
                </a:lnTo>
                <a:lnTo>
                  <a:pt x="4201" y="11"/>
                </a:lnTo>
                <a:lnTo>
                  <a:pt x="4201" y="0"/>
                </a:lnTo>
                <a:moveTo>
                  <a:pt x="4289" y="0"/>
                </a:moveTo>
                <a:lnTo>
                  <a:pt x="4343" y="0"/>
                </a:lnTo>
                <a:lnTo>
                  <a:pt x="4343" y="11"/>
                </a:lnTo>
                <a:lnTo>
                  <a:pt x="4289" y="11"/>
                </a:lnTo>
                <a:lnTo>
                  <a:pt x="4289" y="0"/>
                </a:lnTo>
                <a:moveTo>
                  <a:pt x="4376" y="0"/>
                </a:moveTo>
                <a:lnTo>
                  <a:pt x="4431" y="0"/>
                </a:lnTo>
                <a:lnTo>
                  <a:pt x="4431" y="11"/>
                </a:lnTo>
                <a:lnTo>
                  <a:pt x="4376" y="11"/>
                </a:lnTo>
                <a:lnTo>
                  <a:pt x="4376" y="0"/>
                </a:lnTo>
                <a:moveTo>
                  <a:pt x="4464" y="0"/>
                </a:moveTo>
                <a:lnTo>
                  <a:pt x="4518" y="0"/>
                </a:lnTo>
                <a:lnTo>
                  <a:pt x="4518" y="11"/>
                </a:lnTo>
                <a:lnTo>
                  <a:pt x="4464" y="11"/>
                </a:lnTo>
                <a:lnTo>
                  <a:pt x="4464" y="0"/>
                </a:lnTo>
                <a:moveTo>
                  <a:pt x="4551" y="0"/>
                </a:moveTo>
                <a:lnTo>
                  <a:pt x="4606" y="0"/>
                </a:lnTo>
                <a:lnTo>
                  <a:pt x="4606" y="11"/>
                </a:lnTo>
                <a:lnTo>
                  <a:pt x="4551" y="11"/>
                </a:lnTo>
                <a:lnTo>
                  <a:pt x="4551" y="0"/>
                </a:lnTo>
                <a:moveTo>
                  <a:pt x="4638" y="0"/>
                </a:moveTo>
                <a:lnTo>
                  <a:pt x="4693" y="0"/>
                </a:lnTo>
                <a:lnTo>
                  <a:pt x="4693" y="11"/>
                </a:lnTo>
                <a:lnTo>
                  <a:pt x="4638" y="11"/>
                </a:lnTo>
                <a:lnTo>
                  <a:pt x="4638" y="0"/>
                </a:lnTo>
                <a:moveTo>
                  <a:pt x="4726" y="0"/>
                </a:moveTo>
                <a:lnTo>
                  <a:pt x="4780" y="0"/>
                </a:lnTo>
                <a:lnTo>
                  <a:pt x="4780" y="11"/>
                </a:lnTo>
                <a:lnTo>
                  <a:pt x="4726" y="11"/>
                </a:lnTo>
                <a:lnTo>
                  <a:pt x="4726" y="0"/>
                </a:lnTo>
                <a:moveTo>
                  <a:pt x="4813" y="0"/>
                </a:moveTo>
                <a:lnTo>
                  <a:pt x="4868" y="0"/>
                </a:lnTo>
                <a:lnTo>
                  <a:pt x="4868" y="11"/>
                </a:lnTo>
                <a:lnTo>
                  <a:pt x="4813" y="11"/>
                </a:lnTo>
                <a:lnTo>
                  <a:pt x="4813" y="0"/>
                </a:lnTo>
                <a:moveTo>
                  <a:pt x="4901" y="0"/>
                </a:moveTo>
                <a:lnTo>
                  <a:pt x="4955" y="0"/>
                </a:lnTo>
                <a:lnTo>
                  <a:pt x="4955" y="11"/>
                </a:lnTo>
                <a:lnTo>
                  <a:pt x="4901" y="11"/>
                </a:lnTo>
                <a:lnTo>
                  <a:pt x="4901" y="0"/>
                </a:lnTo>
                <a:moveTo>
                  <a:pt x="4988" y="0"/>
                </a:moveTo>
                <a:lnTo>
                  <a:pt x="5043" y="0"/>
                </a:lnTo>
                <a:lnTo>
                  <a:pt x="5043" y="11"/>
                </a:lnTo>
                <a:lnTo>
                  <a:pt x="4988" y="11"/>
                </a:lnTo>
                <a:lnTo>
                  <a:pt x="4988" y="0"/>
                </a:lnTo>
                <a:moveTo>
                  <a:pt x="5075" y="0"/>
                </a:moveTo>
                <a:lnTo>
                  <a:pt x="5130" y="0"/>
                </a:lnTo>
                <a:lnTo>
                  <a:pt x="5130" y="11"/>
                </a:lnTo>
                <a:lnTo>
                  <a:pt x="5075" y="11"/>
                </a:lnTo>
                <a:lnTo>
                  <a:pt x="5075" y="0"/>
                </a:lnTo>
                <a:moveTo>
                  <a:pt x="5163" y="0"/>
                </a:moveTo>
                <a:lnTo>
                  <a:pt x="5218" y="0"/>
                </a:lnTo>
                <a:lnTo>
                  <a:pt x="5218" y="11"/>
                </a:lnTo>
                <a:lnTo>
                  <a:pt x="5163" y="11"/>
                </a:lnTo>
                <a:lnTo>
                  <a:pt x="5163" y="0"/>
                </a:lnTo>
                <a:moveTo>
                  <a:pt x="5250" y="0"/>
                </a:moveTo>
                <a:lnTo>
                  <a:pt x="5305" y="0"/>
                </a:lnTo>
                <a:lnTo>
                  <a:pt x="5305" y="11"/>
                </a:lnTo>
                <a:lnTo>
                  <a:pt x="5250" y="11"/>
                </a:lnTo>
                <a:lnTo>
                  <a:pt x="5250" y="0"/>
                </a:lnTo>
                <a:moveTo>
                  <a:pt x="5338" y="0"/>
                </a:moveTo>
                <a:lnTo>
                  <a:pt x="5392" y="0"/>
                </a:lnTo>
                <a:lnTo>
                  <a:pt x="5392" y="11"/>
                </a:lnTo>
                <a:lnTo>
                  <a:pt x="5338" y="11"/>
                </a:lnTo>
                <a:lnTo>
                  <a:pt x="5338" y="0"/>
                </a:lnTo>
                <a:moveTo>
                  <a:pt x="5425" y="0"/>
                </a:moveTo>
                <a:lnTo>
                  <a:pt x="5480" y="0"/>
                </a:lnTo>
                <a:lnTo>
                  <a:pt x="5480" y="11"/>
                </a:lnTo>
                <a:lnTo>
                  <a:pt x="5425" y="11"/>
                </a:lnTo>
                <a:lnTo>
                  <a:pt x="5425" y="0"/>
                </a:lnTo>
                <a:moveTo>
                  <a:pt x="5513" y="0"/>
                </a:moveTo>
                <a:lnTo>
                  <a:pt x="5567" y="0"/>
                </a:lnTo>
                <a:lnTo>
                  <a:pt x="5567" y="11"/>
                </a:lnTo>
                <a:lnTo>
                  <a:pt x="5513" y="11"/>
                </a:lnTo>
                <a:lnTo>
                  <a:pt x="5513" y="0"/>
                </a:lnTo>
                <a:moveTo>
                  <a:pt x="5600" y="0"/>
                </a:moveTo>
                <a:lnTo>
                  <a:pt x="5655" y="0"/>
                </a:lnTo>
                <a:lnTo>
                  <a:pt x="5655" y="11"/>
                </a:lnTo>
                <a:lnTo>
                  <a:pt x="5600" y="11"/>
                </a:lnTo>
                <a:lnTo>
                  <a:pt x="5600" y="0"/>
                </a:lnTo>
                <a:moveTo>
                  <a:pt x="5687" y="0"/>
                </a:moveTo>
                <a:lnTo>
                  <a:pt x="5742" y="0"/>
                </a:lnTo>
                <a:lnTo>
                  <a:pt x="5742" y="11"/>
                </a:lnTo>
                <a:lnTo>
                  <a:pt x="5687" y="11"/>
                </a:lnTo>
                <a:lnTo>
                  <a:pt x="5687" y="0"/>
                </a:lnTo>
                <a:moveTo>
                  <a:pt x="5775" y="0"/>
                </a:moveTo>
                <a:lnTo>
                  <a:pt x="5829" y="0"/>
                </a:lnTo>
                <a:lnTo>
                  <a:pt x="5829" y="11"/>
                </a:lnTo>
                <a:lnTo>
                  <a:pt x="5775" y="11"/>
                </a:lnTo>
                <a:lnTo>
                  <a:pt x="5775" y="0"/>
                </a:lnTo>
                <a:moveTo>
                  <a:pt x="5862" y="0"/>
                </a:moveTo>
                <a:lnTo>
                  <a:pt x="5917" y="0"/>
                </a:lnTo>
                <a:lnTo>
                  <a:pt x="5917" y="11"/>
                </a:lnTo>
                <a:lnTo>
                  <a:pt x="5862" y="11"/>
                </a:lnTo>
                <a:lnTo>
                  <a:pt x="5862" y="0"/>
                </a:lnTo>
                <a:moveTo>
                  <a:pt x="5950" y="0"/>
                </a:moveTo>
                <a:lnTo>
                  <a:pt x="6004" y="0"/>
                </a:lnTo>
                <a:lnTo>
                  <a:pt x="6004" y="11"/>
                </a:lnTo>
                <a:lnTo>
                  <a:pt x="5950" y="11"/>
                </a:lnTo>
                <a:lnTo>
                  <a:pt x="5950" y="0"/>
                </a:lnTo>
                <a:moveTo>
                  <a:pt x="6037" y="0"/>
                </a:moveTo>
                <a:lnTo>
                  <a:pt x="6092" y="0"/>
                </a:lnTo>
                <a:lnTo>
                  <a:pt x="6092" y="11"/>
                </a:lnTo>
                <a:lnTo>
                  <a:pt x="6037" y="11"/>
                </a:lnTo>
                <a:lnTo>
                  <a:pt x="6037" y="0"/>
                </a:lnTo>
                <a:moveTo>
                  <a:pt x="6124" y="0"/>
                </a:moveTo>
                <a:lnTo>
                  <a:pt x="6179" y="0"/>
                </a:lnTo>
                <a:lnTo>
                  <a:pt x="6179" y="11"/>
                </a:lnTo>
                <a:lnTo>
                  <a:pt x="6124" y="11"/>
                </a:lnTo>
                <a:lnTo>
                  <a:pt x="6124" y="0"/>
                </a:lnTo>
                <a:moveTo>
                  <a:pt x="6212" y="0"/>
                </a:moveTo>
                <a:lnTo>
                  <a:pt x="6267" y="0"/>
                </a:lnTo>
                <a:lnTo>
                  <a:pt x="6267" y="11"/>
                </a:lnTo>
                <a:lnTo>
                  <a:pt x="6212" y="11"/>
                </a:lnTo>
                <a:lnTo>
                  <a:pt x="6212" y="0"/>
                </a:lnTo>
                <a:moveTo>
                  <a:pt x="6299" y="0"/>
                </a:moveTo>
                <a:lnTo>
                  <a:pt x="6354" y="0"/>
                </a:lnTo>
                <a:lnTo>
                  <a:pt x="6354" y="11"/>
                </a:lnTo>
                <a:lnTo>
                  <a:pt x="6299" y="11"/>
                </a:lnTo>
                <a:lnTo>
                  <a:pt x="6299" y="0"/>
                </a:lnTo>
                <a:moveTo>
                  <a:pt x="6387" y="0"/>
                </a:moveTo>
                <a:lnTo>
                  <a:pt x="6441" y="0"/>
                </a:lnTo>
                <a:lnTo>
                  <a:pt x="6441" y="11"/>
                </a:lnTo>
                <a:lnTo>
                  <a:pt x="6387" y="11"/>
                </a:lnTo>
                <a:lnTo>
                  <a:pt x="6387" y="0"/>
                </a:lnTo>
                <a:moveTo>
                  <a:pt x="6474" y="0"/>
                </a:moveTo>
                <a:lnTo>
                  <a:pt x="6529" y="0"/>
                </a:lnTo>
                <a:lnTo>
                  <a:pt x="6529" y="11"/>
                </a:lnTo>
                <a:lnTo>
                  <a:pt x="6474" y="11"/>
                </a:lnTo>
                <a:lnTo>
                  <a:pt x="6474" y="0"/>
                </a:lnTo>
                <a:moveTo>
                  <a:pt x="6562" y="0"/>
                </a:moveTo>
                <a:lnTo>
                  <a:pt x="6616" y="0"/>
                </a:lnTo>
                <a:lnTo>
                  <a:pt x="6616" y="11"/>
                </a:lnTo>
                <a:lnTo>
                  <a:pt x="6562" y="11"/>
                </a:lnTo>
                <a:lnTo>
                  <a:pt x="6562" y="0"/>
                </a:lnTo>
                <a:moveTo>
                  <a:pt x="6649" y="0"/>
                </a:moveTo>
                <a:lnTo>
                  <a:pt x="6704" y="0"/>
                </a:lnTo>
                <a:lnTo>
                  <a:pt x="6704" y="11"/>
                </a:lnTo>
                <a:lnTo>
                  <a:pt x="6649" y="11"/>
                </a:lnTo>
                <a:lnTo>
                  <a:pt x="6649" y="0"/>
                </a:lnTo>
                <a:moveTo>
                  <a:pt x="6736" y="0"/>
                </a:moveTo>
                <a:lnTo>
                  <a:pt x="6791" y="0"/>
                </a:lnTo>
                <a:lnTo>
                  <a:pt x="6791" y="11"/>
                </a:lnTo>
                <a:lnTo>
                  <a:pt x="6736" y="11"/>
                </a:lnTo>
                <a:lnTo>
                  <a:pt x="6736" y="0"/>
                </a:lnTo>
                <a:moveTo>
                  <a:pt x="6824" y="0"/>
                </a:moveTo>
                <a:lnTo>
                  <a:pt x="6878" y="0"/>
                </a:lnTo>
                <a:lnTo>
                  <a:pt x="6878" y="11"/>
                </a:lnTo>
                <a:lnTo>
                  <a:pt x="6824" y="11"/>
                </a:lnTo>
                <a:lnTo>
                  <a:pt x="6824" y="0"/>
                </a:lnTo>
                <a:moveTo>
                  <a:pt x="6911" y="0"/>
                </a:moveTo>
                <a:lnTo>
                  <a:pt x="6966" y="0"/>
                </a:lnTo>
                <a:lnTo>
                  <a:pt x="6966" y="11"/>
                </a:lnTo>
                <a:lnTo>
                  <a:pt x="6911" y="11"/>
                </a:lnTo>
                <a:lnTo>
                  <a:pt x="6911" y="0"/>
                </a:lnTo>
                <a:moveTo>
                  <a:pt x="6999" y="0"/>
                </a:moveTo>
                <a:lnTo>
                  <a:pt x="7053" y="0"/>
                </a:lnTo>
                <a:lnTo>
                  <a:pt x="7053" y="11"/>
                </a:lnTo>
                <a:lnTo>
                  <a:pt x="6999" y="11"/>
                </a:lnTo>
                <a:lnTo>
                  <a:pt x="6999" y="0"/>
                </a:lnTo>
                <a:moveTo>
                  <a:pt x="7086" y="0"/>
                </a:moveTo>
                <a:lnTo>
                  <a:pt x="7141" y="0"/>
                </a:lnTo>
                <a:lnTo>
                  <a:pt x="7141" y="11"/>
                </a:lnTo>
                <a:lnTo>
                  <a:pt x="7086" y="11"/>
                </a:lnTo>
                <a:lnTo>
                  <a:pt x="7086" y="0"/>
                </a:lnTo>
                <a:moveTo>
                  <a:pt x="7173" y="0"/>
                </a:moveTo>
                <a:lnTo>
                  <a:pt x="7228" y="0"/>
                </a:lnTo>
                <a:lnTo>
                  <a:pt x="7228" y="11"/>
                </a:lnTo>
                <a:lnTo>
                  <a:pt x="7173" y="11"/>
                </a:lnTo>
                <a:lnTo>
                  <a:pt x="7173" y="0"/>
                </a:lnTo>
                <a:moveTo>
                  <a:pt x="7261" y="0"/>
                </a:moveTo>
                <a:lnTo>
                  <a:pt x="7316" y="0"/>
                </a:lnTo>
                <a:lnTo>
                  <a:pt x="7316" y="11"/>
                </a:lnTo>
                <a:lnTo>
                  <a:pt x="7261" y="11"/>
                </a:lnTo>
                <a:lnTo>
                  <a:pt x="7261" y="0"/>
                </a:lnTo>
                <a:moveTo>
                  <a:pt x="7348" y="0"/>
                </a:moveTo>
                <a:lnTo>
                  <a:pt x="7403" y="0"/>
                </a:lnTo>
                <a:lnTo>
                  <a:pt x="7403" y="11"/>
                </a:lnTo>
                <a:lnTo>
                  <a:pt x="7348" y="11"/>
                </a:lnTo>
                <a:lnTo>
                  <a:pt x="7348" y="0"/>
                </a:lnTo>
                <a:moveTo>
                  <a:pt x="7436" y="0"/>
                </a:moveTo>
                <a:lnTo>
                  <a:pt x="7490" y="0"/>
                </a:lnTo>
                <a:lnTo>
                  <a:pt x="7490" y="11"/>
                </a:lnTo>
                <a:lnTo>
                  <a:pt x="7436" y="11"/>
                </a:lnTo>
                <a:lnTo>
                  <a:pt x="7436" y="0"/>
                </a:lnTo>
                <a:moveTo>
                  <a:pt x="7523" y="0"/>
                </a:moveTo>
                <a:lnTo>
                  <a:pt x="7579" y="0"/>
                </a:lnTo>
                <a:lnTo>
                  <a:pt x="7579" y="11"/>
                </a:lnTo>
                <a:lnTo>
                  <a:pt x="7523" y="11"/>
                </a:lnTo>
                <a:lnTo>
                  <a:pt x="7523" y="0"/>
                </a:lnTo>
                <a:moveTo>
                  <a:pt x="7612" y="0"/>
                </a:moveTo>
                <a:lnTo>
                  <a:pt x="7666" y="0"/>
                </a:lnTo>
                <a:lnTo>
                  <a:pt x="7666" y="11"/>
                </a:lnTo>
                <a:lnTo>
                  <a:pt x="7612" y="11"/>
                </a:lnTo>
                <a:lnTo>
                  <a:pt x="7612" y="0"/>
                </a:lnTo>
                <a:moveTo>
                  <a:pt x="7699" y="0"/>
                </a:moveTo>
                <a:lnTo>
                  <a:pt x="7754" y="0"/>
                </a:lnTo>
                <a:lnTo>
                  <a:pt x="7754" y="11"/>
                </a:lnTo>
                <a:lnTo>
                  <a:pt x="7699" y="11"/>
                </a:lnTo>
                <a:lnTo>
                  <a:pt x="7699" y="0"/>
                </a:lnTo>
                <a:moveTo>
                  <a:pt x="7786" y="0"/>
                </a:moveTo>
                <a:lnTo>
                  <a:pt x="7841" y="0"/>
                </a:lnTo>
                <a:lnTo>
                  <a:pt x="7841" y="11"/>
                </a:lnTo>
                <a:lnTo>
                  <a:pt x="7786" y="11"/>
                </a:lnTo>
                <a:lnTo>
                  <a:pt x="7786" y="0"/>
                </a:lnTo>
                <a:moveTo>
                  <a:pt x="7874" y="0"/>
                </a:moveTo>
                <a:lnTo>
                  <a:pt x="7928" y="0"/>
                </a:lnTo>
                <a:lnTo>
                  <a:pt x="7928" y="11"/>
                </a:lnTo>
                <a:lnTo>
                  <a:pt x="7874" y="11"/>
                </a:lnTo>
                <a:lnTo>
                  <a:pt x="7874" y="0"/>
                </a:lnTo>
                <a:moveTo>
                  <a:pt x="7961" y="0"/>
                </a:moveTo>
                <a:lnTo>
                  <a:pt x="8016" y="0"/>
                </a:lnTo>
                <a:lnTo>
                  <a:pt x="8016" y="11"/>
                </a:lnTo>
                <a:lnTo>
                  <a:pt x="7961" y="11"/>
                </a:lnTo>
                <a:lnTo>
                  <a:pt x="7961" y="0"/>
                </a:lnTo>
                <a:moveTo>
                  <a:pt x="8049" y="0"/>
                </a:moveTo>
                <a:lnTo>
                  <a:pt x="8103" y="0"/>
                </a:lnTo>
                <a:lnTo>
                  <a:pt x="8103" y="11"/>
                </a:lnTo>
                <a:lnTo>
                  <a:pt x="8049" y="11"/>
                </a:lnTo>
                <a:lnTo>
                  <a:pt x="8049" y="0"/>
                </a:lnTo>
                <a:moveTo>
                  <a:pt x="8136" y="0"/>
                </a:moveTo>
                <a:lnTo>
                  <a:pt x="8191" y="0"/>
                </a:lnTo>
                <a:lnTo>
                  <a:pt x="8191" y="11"/>
                </a:lnTo>
                <a:lnTo>
                  <a:pt x="8136" y="11"/>
                </a:lnTo>
                <a:lnTo>
                  <a:pt x="8136" y="0"/>
                </a:lnTo>
                <a:moveTo>
                  <a:pt x="8223" y="0"/>
                </a:moveTo>
                <a:lnTo>
                  <a:pt x="8278" y="0"/>
                </a:lnTo>
                <a:lnTo>
                  <a:pt x="8278" y="11"/>
                </a:lnTo>
                <a:lnTo>
                  <a:pt x="8223" y="11"/>
                </a:lnTo>
                <a:lnTo>
                  <a:pt x="8223" y="0"/>
                </a:lnTo>
                <a:moveTo>
                  <a:pt x="8311" y="0"/>
                </a:moveTo>
                <a:lnTo>
                  <a:pt x="8366" y="0"/>
                </a:lnTo>
                <a:lnTo>
                  <a:pt x="8366" y="11"/>
                </a:lnTo>
                <a:lnTo>
                  <a:pt x="8311" y="11"/>
                </a:lnTo>
                <a:lnTo>
                  <a:pt x="8311" y="0"/>
                </a:lnTo>
                <a:moveTo>
                  <a:pt x="8398" y="0"/>
                </a:moveTo>
                <a:lnTo>
                  <a:pt x="8453" y="0"/>
                </a:lnTo>
                <a:lnTo>
                  <a:pt x="8453" y="11"/>
                </a:lnTo>
                <a:lnTo>
                  <a:pt x="8398" y="11"/>
                </a:lnTo>
                <a:lnTo>
                  <a:pt x="8398" y="0"/>
                </a:lnTo>
                <a:moveTo>
                  <a:pt x="8486" y="0"/>
                </a:moveTo>
                <a:lnTo>
                  <a:pt x="8540" y="0"/>
                </a:lnTo>
                <a:lnTo>
                  <a:pt x="8540" y="11"/>
                </a:lnTo>
                <a:lnTo>
                  <a:pt x="8486" y="11"/>
                </a:lnTo>
                <a:lnTo>
                  <a:pt x="8486" y="0"/>
                </a:lnTo>
                <a:moveTo>
                  <a:pt x="8573" y="0"/>
                </a:moveTo>
                <a:lnTo>
                  <a:pt x="8628" y="0"/>
                </a:lnTo>
                <a:lnTo>
                  <a:pt x="8628" y="11"/>
                </a:lnTo>
                <a:lnTo>
                  <a:pt x="8573" y="11"/>
                </a:lnTo>
                <a:lnTo>
                  <a:pt x="8573" y="0"/>
                </a:lnTo>
                <a:moveTo>
                  <a:pt x="8661" y="0"/>
                </a:moveTo>
                <a:lnTo>
                  <a:pt x="8715" y="0"/>
                </a:lnTo>
                <a:lnTo>
                  <a:pt x="8715" y="11"/>
                </a:lnTo>
                <a:lnTo>
                  <a:pt x="8661" y="11"/>
                </a:lnTo>
                <a:lnTo>
                  <a:pt x="8661" y="0"/>
                </a:lnTo>
                <a:moveTo>
                  <a:pt x="8748" y="0"/>
                </a:moveTo>
                <a:lnTo>
                  <a:pt x="8803" y="0"/>
                </a:lnTo>
                <a:lnTo>
                  <a:pt x="8803" y="11"/>
                </a:lnTo>
                <a:lnTo>
                  <a:pt x="8748" y="11"/>
                </a:lnTo>
                <a:lnTo>
                  <a:pt x="8748" y="0"/>
                </a:lnTo>
                <a:moveTo>
                  <a:pt x="8835" y="0"/>
                </a:moveTo>
                <a:lnTo>
                  <a:pt x="8890" y="0"/>
                </a:lnTo>
                <a:lnTo>
                  <a:pt x="8890" y="11"/>
                </a:lnTo>
                <a:lnTo>
                  <a:pt x="8835" y="11"/>
                </a:lnTo>
                <a:lnTo>
                  <a:pt x="8835" y="0"/>
                </a:lnTo>
                <a:moveTo>
                  <a:pt x="8923" y="0"/>
                </a:moveTo>
                <a:lnTo>
                  <a:pt x="8977" y="0"/>
                </a:lnTo>
                <a:lnTo>
                  <a:pt x="8977" y="11"/>
                </a:lnTo>
                <a:lnTo>
                  <a:pt x="8923" y="11"/>
                </a:lnTo>
                <a:lnTo>
                  <a:pt x="8923" y="0"/>
                </a:lnTo>
                <a:moveTo>
                  <a:pt x="9010" y="0"/>
                </a:moveTo>
                <a:lnTo>
                  <a:pt x="9065" y="0"/>
                </a:lnTo>
                <a:lnTo>
                  <a:pt x="9065" y="11"/>
                </a:lnTo>
                <a:lnTo>
                  <a:pt x="9010" y="11"/>
                </a:lnTo>
                <a:lnTo>
                  <a:pt x="9010" y="0"/>
                </a:lnTo>
                <a:moveTo>
                  <a:pt x="9098" y="0"/>
                </a:moveTo>
                <a:lnTo>
                  <a:pt x="9152" y="0"/>
                </a:lnTo>
                <a:lnTo>
                  <a:pt x="9152" y="11"/>
                </a:lnTo>
                <a:lnTo>
                  <a:pt x="9098" y="11"/>
                </a:lnTo>
                <a:lnTo>
                  <a:pt x="9098" y="0"/>
                </a:lnTo>
                <a:moveTo>
                  <a:pt x="9185" y="0"/>
                </a:moveTo>
                <a:lnTo>
                  <a:pt x="9240" y="0"/>
                </a:lnTo>
                <a:lnTo>
                  <a:pt x="9240" y="11"/>
                </a:lnTo>
                <a:lnTo>
                  <a:pt x="9185" y="11"/>
                </a:lnTo>
                <a:lnTo>
                  <a:pt x="9185" y="0"/>
                </a:lnTo>
                <a:moveTo>
                  <a:pt x="9273" y="0"/>
                </a:moveTo>
                <a:lnTo>
                  <a:pt x="9327" y="0"/>
                </a:lnTo>
                <a:lnTo>
                  <a:pt x="9327" y="11"/>
                </a:lnTo>
                <a:lnTo>
                  <a:pt x="9273" y="11"/>
                </a:lnTo>
                <a:lnTo>
                  <a:pt x="9273" y="0"/>
                </a:lnTo>
                <a:moveTo>
                  <a:pt x="9360" y="0"/>
                </a:moveTo>
                <a:lnTo>
                  <a:pt x="9415" y="0"/>
                </a:lnTo>
                <a:lnTo>
                  <a:pt x="9415" y="11"/>
                </a:lnTo>
                <a:lnTo>
                  <a:pt x="9360" y="11"/>
                </a:lnTo>
                <a:lnTo>
                  <a:pt x="9360" y="0"/>
                </a:lnTo>
                <a:moveTo>
                  <a:pt x="9447" y="0"/>
                </a:moveTo>
                <a:lnTo>
                  <a:pt x="9502" y="0"/>
                </a:lnTo>
                <a:lnTo>
                  <a:pt x="9502" y="11"/>
                </a:lnTo>
                <a:lnTo>
                  <a:pt x="9447" y="11"/>
                </a:lnTo>
                <a:lnTo>
                  <a:pt x="9447" y="0"/>
                </a:lnTo>
                <a:moveTo>
                  <a:pt x="9535" y="0"/>
                </a:moveTo>
                <a:lnTo>
                  <a:pt x="9589" y="0"/>
                </a:lnTo>
                <a:lnTo>
                  <a:pt x="9589" y="11"/>
                </a:lnTo>
                <a:lnTo>
                  <a:pt x="9535" y="11"/>
                </a:lnTo>
                <a:lnTo>
                  <a:pt x="9535" y="0"/>
                </a:lnTo>
                <a:moveTo>
                  <a:pt x="9622" y="0"/>
                </a:moveTo>
                <a:lnTo>
                  <a:pt x="9677" y="0"/>
                </a:lnTo>
                <a:lnTo>
                  <a:pt x="9677" y="11"/>
                </a:lnTo>
                <a:lnTo>
                  <a:pt x="9622" y="11"/>
                </a:lnTo>
                <a:lnTo>
                  <a:pt x="9622" y="0"/>
                </a:lnTo>
                <a:moveTo>
                  <a:pt x="9710" y="0"/>
                </a:moveTo>
                <a:lnTo>
                  <a:pt x="9764" y="0"/>
                </a:lnTo>
                <a:lnTo>
                  <a:pt x="9764" y="11"/>
                </a:lnTo>
                <a:lnTo>
                  <a:pt x="9710" y="11"/>
                </a:lnTo>
                <a:lnTo>
                  <a:pt x="9710" y="0"/>
                </a:lnTo>
                <a:moveTo>
                  <a:pt x="9797" y="0"/>
                </a:moveTo>
                <a:lnTo>
                  <a:pt x="9852" y="0"/>
                </a:lnTo>
                <a:lnTo>
                  <a:pt x="9852" y="11"/>
                </a:lnTo>
                <a:lnTo>
                  <a:pt x="9797" y="11"/>
                </a:lnTo>
                <a:lnTo>
                  <a:pt x="9797" y="0"/>
                </a:lnTo>
                <a:moveTo>
                  <a:pt x="9884" y="0"/>
                </a:moveTo>
                <a:lnTo>
                  <a:pt x="9939" y="0"/>
                </a:lnTo>
                <a:lnTo>
                  <a:pt x="9939" y="11"/>
                </a:lnTo>
                <a:lnTo>
                  <a:pt x="9884" y="11"/>
                </a:lnTo>
                <a:lnTo>
                  <a:pt x="9884" y="0"/>
                </a:lnTo>
                <a:moveTo>
                  <a:pt x="9972" y="0"/>
                </a:moveTo>
                <a:lnTo>
                  <a:pt x="10026" y="0"/>
                </a:lnTo>
                <a:lnTo>
                  <a:pt x="10026" y="11"/>
                </a:lnTo>
                <a:lnTo>
                  <a:pt x="9972" y="11"/>
                </a:lnTo>
                <a:lnTo>
                  <a:pt x="9972" y="0"/>
                </a:lnTo>
                <a:moveTo>
                  <a:pt x="10059" y="0"/>
                </a:moveTo>
                <a:lnTo>
                  <a:pt x="10114" y="0"/>
                </a:lnTo>
                <a:lnTo>
                  <a:pt x="10114" y="11"/>
                </a:lnTo>
                <a:lnTo>
                  <a:pt x="10059" y="11"/>
                </a:lnTo>
                <a:lnTo>
                  <a:pt x="10059" y="0"/>
                </a:lnTo>
                <a:moveTo>
                  <a:pt x="10147" y="0"/>
                </a:moveTo>
                <a:lnTo>
                  <a:pt x="10201" y="0"/>
                </a:lnTo>
                <a:lnTo>
                  <a:pt x="10201" y="11"/>
                </a:lnTo>
                <a:lnTo>
                  <a:pt x="10147" y="11"/>
                </a:lnTo>
                <a:lnTo>
                  <a:pt x="10147" y="0"/>
                </a:lnTo>
                <a:moveTo>
                  <a:pt x="10234" y="0"/>
                </a:moveTo>
                <a:lnTo>
                  <a:pt x="10261" y="0"/>
                </a:lnTo>
                <a:lnTo>
                  <a:pt x="10261" y="38"/>
                </a:lnTo>
                <a:lnTo>
                  <a:pt x="10251" y="38"/>
                </a:lnTo>
                <a:lnTo>
                  <a:pt x="10251" y="6"/>
                </a:lnTo>
                <a:lnTo>
                  <a:pt x="10256" y="6"/>
                </a:lnTo>
                <a:lnTo>
                  <a:pt x="10256" y="11"/>
                </a:lnTo>
                <a:lnTo>
                  <a:pt x="10234" y="11"/>
                </a:lnTo>
                <a:lnTo>
                  <a:pt x="10234" y="0"/>
                </a:lnTo>
                <a:moveTo>
                  <a:pt x="10261" y="71"/>
                </a:moveTo>
                <a:lnTo>
                  <a:pt x="10261" y="126"/>
                </a:lnTo>
                <a:lnTo>
                  <a:pt x="10251" y="126"/>
                </a:lnTo>
                <a:lnTo>
                  <a:pt x="10251" y="71"/>
                </a:lnTo>
                <a:lnTo>
                  <a:pt x="10261" y="71"/>
                </a:lnTo>
                <a:moveTo>
                  <a:pt x="10261" y="158"/>
                </a:moveTo>
                <a:lnTo>
                  <a:pt x="10261" y="213"/>
                </a:lnTo>
                <a:lnTo>
                  <a:pt x="10251" y="213"/>
                </a:lnTo>
                <a:lnTo>
                  <a:pt x="10251" y="158"/>
                </a:lnTo>
                <a:lnTo>
                  <a:pt x="10261" y="158"/>
                </a:lnTo>
                <a:moveTo>
                  <a:pt x="10261" y="246"/>
                </a:moveTo>
                <a:lnTo>
                  <a:pt x="10261" y="300"/>
                </a:lnTo>
                <a:lnTo>
                  <a:pt x="10251" y="300"/>
                </a:lnTo>
                <a:lnTo>
                  <a:pt x="10251" y="246"/>
                </a:lnTo>
                <a:lnTo>
                  <a:pt x="10261" y="246"/>
                </a:lnTo>
                <a:moveTo>
                  <a:pt x="10261" y="333"/>
                </a:moveTo>
                <a:lnTo>
                  <a:pt x="10261" y="387"/>
                </a:lnTo>
                <a:lnTo>
                  <a:pt x="10251" y="387"/>
                </a:lnTo>
                <a:lnTo>
                  <a:pt x="10251" y="333"/>
                </a:lnTo>
                <a:lnTo>
                  <a:pt x="10261" y="333"/>
                </a:lnTo>
                <a:moveTo>
                  <a:pt x="10261" y="420"/>
                </a:moveTo>
                <a:lnTo>
                  <a:pt x="10261" y="475"/>
                </a:lnTo>
                <a:lnTo>
                  <a:pt x="10251" y="475"/>
                </a:lnTo>
                <a:lnTo>
                  <a:pt x="10251" y="420"/>
                </a:lnTo>
                <a:lnTo>
                  <a:pt x="10261" y="420"/>
                </a:lnTo>
                <a:moveTo>
                  <a:pt x="10261" y="507"/>
                </a:moveTo>
                <a:lnTo>
                  <a:pt x="10261" y="562"/>
                </a:lnTo>
                <a:lnTo>
                  <a:pt x="10251" y="562"/>
                </a:lnTo>
                <a:lnTo>
                  <a:pt x="10251" y="507"/>
                </a:lnTo>
                <a:lnTo>
                  <a:pt x="10261" y="507"/>
                </a:lnTo>
                <a:moveTo>
                  <a:pt x="10261" y="595"/>
                </a:moveTo>
                <a:lnTo>
                  <a:pt x="10261" y="649"/>
                </a:lnTo>
                <a:lnTo>
                  <a:pt x="10251" y="649"/>
                </a:lnTo>
                <a:lnTo>
                  <a:pt x="10251" y="595"/>
                </a:lnTo>
                <a:lnTo>
                  <a:pt x="10261" y="595"/>
                </a:lnTo>
                <a:moveTo>
                  <a:pt x="10261" y="683"/>
                </a:moveTo>
                <a:lnTo>
                  <a:pt x="10261" y="721"/>
                </a:lnTo>
                <a:lnTo>
                  <a:pt x="10234" y="721"/>
                </a:lnTo>
                <a:lnTo>
                  <a:pt x="10234" y="710"/>
                </a:lnTo>
                <a:lnTo>
                  <a:pt x="10256" y="710"/>
                </a:lnTo>
                <a:lnTo>
                  <a:pt x="10256" y="716"/>
                </a:lnTo>
                <a:lnTo>
                  <a:pt x="10251" y="716"/>
                </a:lnTo>
                <a:lnTo>
                  <a:pt x="10251" y="683"/>
                </a:lnTo>
                <a:lnTo>
                  <a:pt x="10261" y="683"/>
                </a:lnTo>
                <a:moveTo>
                  <a:pt x="10201" y="721"/>
                </a:moveTo>
                <a:lnTo>
                  <a:pt x="10147" y="721"/>
                </a:lnTo>
                <a:lnTo>
                  <a:pt x="10147" y="710"/>
                </a:lnTo>
                <a:lnTo>
                  <a:pt x="10201" y="710"/>
                </a:lnTo>
                <a:lnTo>
                  <a:pt x="10201" y="721"/>
                </a:lnTo>
                <a:moveTo>
                  <a:pt x="10114" y="721"/>
                </a:moveTo>
                <a:lnTo>
                  <a:pt x="10059" y="721"/>
                </a:lnTo>
                <a:lnTo>
                  <a:pt x="10059" y="710"/>
                </a:lnTo>
                <a:lnTo>
                  <a:pt x="10114" y="710"/>
                </a:lnTo>
                <a:lnTo>
                  <a:pt x="10114" y="721"/>
                </a:lnTo>
                <a:moveTo>
                  <a:pt x="10026" y="721"/>
                </a:moveTo>
                <a:lnTo>
                  <a:pt x="9972" y="721"/>
                </a:lnTo>
                <a:lnTo>
                  <a:pt x="9972" y="710"/>
                </a:lnTo>
                <a:lnTo>
                  <a:pt x="10026" y="710"/>
                </a:lnTo>
                <a:lnTo>
                  <a:pt x="10026" y="721"/>
                </a:lnTo>
                <a:moveTo>
                  <a:pt x="9939" y="721"/>
                </a:moveTo>
                <a:lnTo>
                  <a:pt x="9884" y="721"/>
                </a:lnTo>
                <a:lnTo>
                  <a:pt x="9884" y="710"/>
                </a:lnTo>
                <a:lnTo>
                  <a:pt x="9939" y="710"/>
                </a:lnTo>
                <a:lnTo>
                  <a:pt x="9939" y="721"/>
                </a:lnTo>
                <a:moveTo>
                  <a:pt x="9852" y="721"/>
                </a:moveTo>
                <a:lnTo>
                  <a:pt x="9797" y="721"/>
                </a:lnTo>
                <a:lnTo>
                  <a:pt x="9797" y="710"/>
                </a:lnTo>
                <a:lnTo>
                  <a:pt x="9852" y="710"/>
                </a:lnTo>
                <a:lnTo>
                  <a:pt x="9852" y="721"/>
                </a:lnTo>
                <a:moveTo>
                  <a:pt x="9764" y="721"/>
                </a:moveTo>
                <a:lnTo>
                  <a:pt x="9710" y="721"/>
                </a:lnTo>
                <a:lnTo>
                  <a:pt x="9710" y="710"/>
                </a:lnTo>
                <a:lnTo>
                  <a:pt x="9764" y="710"/>
                </a:lnTo>
                <a:lnTo>
                  <a:pt x="9764" y="721"/>
                </a:lnTo>
                <a:moveTo>
                  <a:pt x="9677" y="721"/>
                </a:moveTo>
                <a:lnTo>
                  <a:pt x="9622" y="721"/>
                </a:lnTo>
                <a:lnTo>
                  <a:pt x="9622" y="710"/>
                </a:lnTo>
                <a:lnTo>
                  <a:pt x="9677" y="710"/>
                </a:lnTo>
                <a:lnTo>
                  <a:pt x="9677" y="721"/>
                </a:lnTo>
                <a:moveTo>
                  <a:pt x="9589" y="721"/>
                </a:moveTo>
                <a:lnTo>
                  <a:pt x="9535" y="721"/>
                </a:lnTo>
                <a:lnTo>
                  <a:pt x="9535" y="710"/>
                </a:lnTo>
                <a:lnTo>
                  <a:pt x="9589" y="710"/>
                </a:lnTo>
                <a:lnTo>
                  <a:pt x="9589" y="721"/>
                </a:lnTo>
                <a:moveTo>
                  <a:pt x="9502" y="721"/>
                </a:moveTo>
                <a:lnTo>
                  <a:pt x="9447" y="721"/>
                </a:lnTo>
                <a:lnTo>
                  <a:pt x="9447" y="710"/>
                </a:lnTo>
                <a:lnTo>
                  <a:pt x="9502" y="710"/>
                </a:lnTo>
                <a:lnTo>
                  <a:pt x="9502" y="721"/>
                </a:lnTo>
                <a:moveTo>
                  <a:pt x="9415" y="721"/>
                </a:moveTo>
                <a:lnTo>
                  <a:pt x="9360" y="721"/>
                </a:lnTo>
                <a:lnTo>
                  <a:pt x="9360" y="710"/>
                </a:lnTo>
                <a:lnTo>
                  <a:pt x="9415" y="710"/>
                </a:lnTo>
                <a:lnTo>
                  <a:pt x="9415" y="721"/>
                </a:lnTo>
                <a:moveTo>
                  <a:pt x="9327" y="721"/>
                </a:moveTo>
                <a:lnTo>
                  <a:pt x="9273" y="721"/>
                </a:lnTo>
                <a:lnTo>
                  <a:pt x="9273" y="710"/>
                </a:lnTo>
                <a:lnTo>
                  <a:pt x="9327" y="710"/>
                </a:lnTo>
                <a:lnTo>
                  <a:pt x="9327" y="721"/>
                </a:lnTo>
                <a:moveTo>
                  <a:pt x="9240" y="721"/>
                </a:moveTo>
                <a:lnTo>
                  <a:pt x="9185" y="721"/>
                </a:lnTo>
                <a:lnTo>
                  <a:pt x="9185" y="710"/>
                </a:lnTo>
                <a:lnTo>
                  <a:pt x="9240" y="710"/>
                </a:lnTo>
                <a:lnTo>
                  <a:pt x="9240" y="721"/>
                </a:lnTo>
                <a:moveTo>
                  <a:pt x="9152" y="721"/>
                </a:moveTo>
                <a:lnTo>
                  <a:pt x="9098" y="721"/>
                </a:lnTo>
                <a:lnTo>
                  <a:pt x="9098" y="710"/>
                </a:lnTo>
                <a:lnTo>
                  <a:pt x="9152" y="710"/>
                </a:lnTo>
                <a:lnTo>
                  <a:pt x="9152" y="721"/>
                </a:lnTo>
                <a:moveTo>
                  <a:pt x="9065" y="721"/>
                </a:moveTo>
                <a:lnTo>
                  <a:pt x="9010" y="721"/>
                </a:lnTo>
                <a:lnTo>
                  <a:pt x="9010" y="710"/>
                </a:lnTo>
                <a:lnTo>
                  <a:pt x="9065" y="710"/>
                </a:lnTo>
                <a:lnTo>
                  <a:pt x="9065" y="721"/>
                </a:lnTo>
                <a:moveTo>
                  <a:pt x="8977" y="721"/>
                </a:moveTo>
                <a:lnTo>
                  <a:pt x="8923" y="721"/>
                </a:lnTo>
                <a:lnTo>
                  <a:pt x="8923" y="710"/>
                </a:lnTo>
                <a:lnTo>
                  <a:pt x="8977" y="710"/>
                </a:lnTo>
                <a:lnTo>
                  <a:pt x="8977" y="721"/>
                </a:lnTo>
                <a:moveTo>
                  <a:pt x="8890" y="721"/>
                </a:moveTo>
                <a:lnTo>
                  <a:pt x="8835" y="721"/>
                </a:lnTo>
                <a:lnTo>
                  <a:pt x="8835" y="710"/>
                </a:lnTo>
                <a:lnTo>
                  <a:pt x="8890" y="710"/>
                </a:lnTo>
                <a:lnTo>
                  <a:pt x="8890" y="721"/>
                </a:lnTo>
                <a:moveTo>
                  <a:pt x="8803" y="721"/>
                </a:moveTo>
                <a:lnTo>
                  <a:pt x="8748" y="721"/>
                </a:lnTo>
                <a:lnTo>
                  <a:pt x="8748" y="710"/>
                </a:lnTo>
                <a:lnTo>
                  <a:pt x="8803" y="710"/>
                </a:lnTo>
                <a:lnTo>
                  <a:pt x="8803" y="721"/>
                </a:lnTo>
                <a:moveTo>
                  <a:pt x="8715" y="721"/>
                </a:moveTo>
                <a:lnTo>
                  <a:pt x="8661" y="721"/>
                </a:lnTo>
                <a:lnTo>
                  <a:pt x="8661" y="710"/>
                </a:lnTo>
                <a:lnTo>
                  <a:pt x="8715" y="710"/>
                </a:lnTo>
                <a:lnTo>
                  <a:pt x="8715" y="721"/>
                </a:lnTo>
                <a:moveTo>
                  <a:pt x="8628" y="721"/>
                </a:moveTo>
                <a:lnTo>
                  <a:pt x="8573" y="721"/>
                </a:lnTo>
                <a:lnTo>
                  <a:pt x="8573" y="710"/>
                </a:lnTo>
                <a:lnTo>
                  <a:pt x="8628" y="710"/>
                </a:lnTo>
                <a:lnTo>
                  <a:pt x="8628" y="721"/>
                </a:lnTo>
                <a:moveTo>
                  <a:pt x="8540" y="721"/>
                </a:moveTo>
                <a:lnTo>
                  <a:pt x="8486" y="721"/>
                </a:lnTo>
                <a:lnTo>
                  <a:pt x="8486" y="710"/>
                </a:lnTo>
                <a:lnTo>
                  <a:pt x="8540" y="710"/>
                </a:lnTo>
                <a:lnTo>
                  <a:pt x="8540" y="721"/>
                </a:lnTo>
                <a:moveTo>
                  <a:pt x="8453" y="721"/>
                </a:moveTo>
                <a:lnTo>
                  <a:pt x="8398" y="721"/>
                </a:lnTo>
                <a:lnTo>
                  <a:pt x="8398" y="710"/>
                </a:lnTo>
                <a:lnTo>
                  <a:pt x="8453" y="710"/>
                </a:lnTo>
                <a:lnTo>
                  <a:pt x="8453" y="721"/>
                </a:lnTo>
                <a:moveTo>
                  <a:pt x="8366" y="721"/>
                </a:moveTo>
                <a:lnTo>
                  <a:pt x="8311" y="721"/>
                </a:lnTo>
                <a:lnTo>
                  <a:pt x="8311" y="710"/>
                </a:lnTo>
                <a:lnTo>
                  <a:pt x="8366" y="710"/>
                </a:lnTo>
                <a:lnTo>
                  <a:pt x="8366" y="721"/>
                </a:lnTo>
                <a:moveTo>
                  <a:pt x="8278" y="721"/>
                </a:moveTo>
                <a:lnTo>
                  <a:pt x="8223" y="721"/>
                </a:lnTo>
                <a:lnTo>
                  <a:pt x="8223" y="710"/>
                </a:lnTo>
                <a:lnTo>
                  <a:pt x="8278" y="710"/>
                </a:lnTo>
                <a:lnTo>
                  <a:pt x="8278" y="721"/>
                </a:lnTo>
                <a:moveTo>
                  <a:pt x="8191" y="721"/>
                </a:moveTo>
                <a:lnTo>
                  <a:pt x="8136" y="721"/>
                </a:lnTo>
                <a:lnTo>
                  <a:pt x="8136" y="710"/>
                </a:lnTo>
                <a:lnTo>
                  <a:pt x="8191" y="710"/>
                </a:lnTo>
                <a:lnTo>
                  <a:pt x="8191" y="721"/>
                </a:lnTo>
                <a:moveTo>
                  <a:pt x="8103" y="721"/>
                </a:moveTo>
                <a:lnTo>
                  <a:pt x="8049" y="721"/>
                </a:lnTo>
                <a:lnTo>
                  <a:pt x="8049" y="710"/>
                </a:lnTo>
                <a:lnTo>
                  <a:pt x="8103" y="710"/>
                </a:lnTo>
                <a:lnTo>
                  <a:pt x="8103" y="721"/>
                </a:lnTo>
                <a:moveTo>
                  <a:pt x="8016" y="721"/>
                </a:moveTo>
                <a:lnTo>
                  <a:pt x="7961" y="721"/>
                </a:lnTo>
                <a:lnTo>
                  <a:pt x="7961" y="710"/>
                </a:lnTo>
                <a:lnTo>
                  <a:pt x="8016" y="710"/>
                </a:lnTo>
                <a:lnTo>
                  <a:pt x="8016" y="721"/>
                </a:lnTo>
                <a:moveTo>
                  <a:pt x="7928" y="721"/>
                </a:moveTo>
                <a:lnTo>
                  <a:pt x="7874" y="721"/>
                </a:lnTo>
                <a:lnTo>
                  <a:pt x="7874" y="710"/>
                </a:lnTo>
                <a:lnTo>
                  <a:pt x="7928" y="710"/>
                </a:lnTo>
                <a:lnTo>
                  <a:pt x="7928" y="721"/>
                </a:lnTo>
                <a:moveTo>
                  <a:pt x="7841" y="721"/>
                </a:moveTo>
                <a:lnTo>
                  <a:pt x="7786" y="721"/>
                </a:lnTo>
                <a:lnTo>
                  <a:pt x="7786" y="710"/>
                </a:lnTo>
                <a:lnTo>
                  <a:pt x="7841" y="710"/>
                </a:lnTo>
                <a:lnTo>
                  <a:pt x="7841" y="721"/>
                </a:lnTo>
                <a:moveTo>
                  <a:pt x="7754" y="721"/>
                </a:moveTo>
                <a:lnTo>
                  <a:pt x="7699" y="721"/>
                </a:lnTo>
                <a:lnTo>
                  <a:pt x="7699" y="710"/>
                </a:lnTo>
                <a:lnTo>
                  <a:pt x="7754" y="710"/>
                </a:lnTo>
                <a:lnTo>
                  <a:pt x="7754" y="721"/>
                </a:lnTo>
                <a:moveTo>
                  <a:pt x="7666" y="721"/>
                </a:moveTo>
                <a:lnTo>
                  <a:pt x="7612" y="721"/>
                </a:lnTo>
                <a:lnTo>
                  <a:pt x="7612" y="710"/>
                </a:lnTo>
                <a:lnTo>
                  <a:pt x="7666" y="710"/>
                </a:lnTo>
                <a:lnTo>
                  <a:pt x="7666" y="721"/>
                </a:lnTo>
                <a:moveTo>
                  <a:pt x="7579" y="721"/>
                </a:moveTo>
                <a:lnTo>
                  <a:pt x="7523" y="721"/>
                </a:lnTo>
                <a:lnTo>
                  <a:pt x="7523" y="710"/>
                </a:lnTo>
                <a:lnTo>
                  <a:pt x="7579" y="710"/>
                </a:lnTo>
                <a:lnTo>
                  <a:pt x="7579" y="721"/>
                </a:lnTo>
                <a:moveTo>
                  <a:pt x="7490" y="721"/>
                </a:moveTo>
                <a:lnTo>
                  <a:pt x="7436" y="721"/>
                </a:lnTo>
                <a:lnTo>
                  <a:pt x="7436" y="710"/>
                </a:lnTo>
                <a:lnTo>
                  <a:pt x="7490" y="710"/>
                </a:lnTo>
                <a:lnTo>
                  <a:pt x="7490" y="721"/>
                </a:lnTo>
                <a:moveTo>
                  <a:pt x="7403" y="721"/>
                </a:moveTo>
                <a:lnTo>
                  <a:pt x="7348" y="721"/>
                </a:lnTo>
                <a:lnTo>
                  <a:pt x="7348" y="710"/>
                </a:lnTo>
                <a:lnTo>
                  <a:pt x="7403" y="710"/>
                </a:lnTo>
                <a:lnTo>
                  <a:pt x="7403" y="721"/>
                </a:lnTo>
                <a:moveTo>
                  <a:pt x="7316" y="721"/>
                </a:moveTo>
                <a:lnTo>
                  <a:pt x="7261" y="721"/>
                </a:lnTo>
                <a:lnTo>
                  <a:pt x="7261" y="710"/>
                </a:lnTo>
                <a:lnTo>
                  <a:pt x="7316" y="710"/>
                </a:lnTo>
                <a:lnTo>
                  <a:pt x="7316" y="721"/>
                </a:lnTo>
                <a:moveTo>
                  <a:pt x="7228" y="721"/>
                </a:moveTo>
                <a:lnTo>
                  <a:pt x="7173" y="721"/>
                </a:lnTo>
                <a:lnTo>
                  <a:pt x="7173" y="710"/>
                </a:lnTo>
                <a:lnTo>
                  <a:pt x="7228" y="710"/>
                </a:lnTo>
                <a:lnTo>
                  <a:pt x="7228" y="721"/>
                </a:lnTo>
                <a:moveTo>
                  <a:pt x="7141" y="721"/>
                </a:moveTo>
                <a:lnTo>
                  <a:pt x="7086" y="721"/>
                </a:lnTo>
                <a:lnTo>
                  <a:pt x="7086" y="710"/>
                </a:lnTo>
                <a:lnTo>
                  <a:pt x="7141" y="710"/>
                </a:lnTo>
                <a:lnTo>
                  <a:pt x="7141" y="721"/>
                </a:lnTo>
                <a:moveTo>
                  <a:pt x="7053" y="721"/>
                </a:moveTo>
                <a:lnTo>
                  <a:pt x="6999" y="721"/>
                </a:lnTo>
                <a:lnTo>
                  <a:pt x="6999" y="710"/>
                </a:lnTo>
                <a:lnTo>
                  <a:pt x="7053" y="710"/>
                </a:lnTo>
                <a:lnTo>
                  <a:pt x="7053" y="721"/>
                </a:lnTo>
                <a:moveTo>
                  <a:pt x="6966" y="721"/>
                </a:moveTo>
                <a:lnTo>
                  <a:pt x="6911" y="721"/>
                </a:lnTo>
                <a:lnTo>
                  <a:pt x="6911" y="710"/>
                </a:lnTo>
                <a:lnTo>
                  <a:pt x="6966" y="710"/>
                </a:lnTo>
                <a:lnTo>
                  <a:pt x="6966" y="721"/>
                </a:lnTo>
                <a:moveTo>
                  <a:pt x="6878" y="721"/>
                </a:moveTo>
                <a:lnTo>
                  <a:pt x="6824" y="721"/>
                </a:lnTo>
                <a:lnTo>
                  <a:pt x="6824" y="710"/>
                </a:lnTo>
                <a:lnTo>
                  <a:pt x="6878" y="710"/>
                </a:lnTo>
                <a:lnTo>
                  <a:pt x="6878" y="721"/>
                </a:lnTo>
                <a:moveTo>
                  <a:pt x="6791" y="721"/>
                </a:moveTo>
                <a:lnTo>
                  <a:pt x="6736" y="721"/>
                </a:lnTo>
                <a:lnTo>
                  <a:pt x="6736" y="710"/>
                </a:lnTo>
                <a:lnTo>
                  <a:pt x="6791" y="710"/>
                </a:lnTo>
                <a:lnTo>
                  <a:pt x="6791" y="721"/>
                </a:lnTo>
                <a:moveTo>
                  <a:pt x="6704" y="721"/>
                </a:moveTo>
                <a:lnTo>
                  <a:pt x="6649" y="721"/>
                </a:lnTo>
                <a:lnTo>
                  <a:pt x="6649" y="710"/>
                </a:lnTo>
                <a:lnTo>
                  <a:pt x="6704" y="710"/>
                </a:lnTo>
                <a:lnTo>
                  <a:pt x="6704" y="721"/>
                </a:lnTo>
                <a:moveTo>
                  <a:pt x="6616" y="721"/>
                </a:moveTo>
                <a:lnTo>
                  <a:pt x="6562" y="721"/>
                </a:lnTo>
                <a:lnTo>
                  <a:pt x="6562" y="710"/>
                </a:lnTo>
                <a:lnTo>
                  <a:pt x="6616" y="710"/>
                </a:lnTo>
                <a:lnTo>
                  <a:pt x="6616" y="721"/>
                </a:lnTo>
                <a:moveTo>
                  <a:pt x="6529" y="721"/>
                </a:moveTo>
                <a:lnTo>
                  <a:pt x="6474" y="721"/>
                </a:lnTo>
                <a:lnTo>
                  <a:pt x="6474" y="710"/>
                </a:lnTo>
                <a:lnTo>
                  <a:pt x="6529" y="710"/>
                </a:lnTo>
                <a:lnTo>
                  <a:pt x="6529" y="721"/>
                </a:lnTo>
                <a:moveTo>
                  <a:pt x="6441" y="721"/>
                </a:moveTo>
                <a:lnTo>
                  <a:pt x="6387" y="721"/>
                </a:lnTo>
                <a:lnTo>
                  <a:pt x="6387" y="710"/>
                </a:lnTo>
                <a:lnTo>
                  <a:pt x="6441" y="710"/>
                </a:lnTo>
                <a:lnTo>
                  <a:pt x="6441" y="721"/>
                </a:lnTo>
                <a:moveTo>
                  <a:pt x="6354" y="721"/>
                </a:moveTo>
                <a:lnTo>
                  <a:pt x="6299" y="721"/>
                </a:lnTo>
                <a:lnTo>
                  <a:pt x="6299" y="710"/>
                </a:lnTo>
                <a:lnTo>
                  <a:pt x="6354" y="710"/>
                </a:lnTo>
                <a:lnTo>
                  <a:pt x="6354" y="721"/>
                </a:lnTo>
                <a:moveTo>
                  <a:pt x="6267" y="721"/>
                </a:moveTo>
                <a:lnTo>
                  <a:pt x="6212" y="721"/>
                </a:lnTo>
                <a:lnTo>
                  <a:pt x="6212" y="710"/>
                </a:lnTo>
                <a:lnTo>
                  <a:pt x="6267" y="710"/>
                </a:lnTo>
                <a:lnTo>
                  <a:pt x="6267" y="721"/>
                </a:lnTo>
                <a:moveTo>
                  <a:pt x="6179" y="721"/>
                </a:moveTo>
                <a:lnTo>
                  <a:pt x="6124" y="721"/>
                </a:lnTo>
                <a:lnTo>
                  <a:pt x="6124" y="710"/>
                </a:lnTo>
                <a:lnTo>
                  <a:pt x="6179" y="710"/>
                </a:lnTo>
                <a:lnTo>
                  <a:pt x="6179" y="721"/>
                </a:lnTo>
                <a:moveTo>
                  <a:pt x="6092" y="721"/>
                </a:moveTo>
                <a:lnTo>
                  <a:pt x="6037" y="721"/>
                </a:lnTo>
                <a:lnTo>
                  <a:pt x="6037" y="710"/>
                </a:lnTo>
                <a:lnTo>
                  <a:pt x="6092" y="710"/>
                </a:lnTo>
                <a:lnTo>
                  <a:pt x="6092" y="721"/>
                </a:lnTo>
                <a:moveTo>
                  <a:pt x="6004" y="721"/>
                </a:moveTo>
                <a:lnTo>
                  <a:pt x="5950" y="721"/>
                </a:lnTo>
                <a:lnTo>
                  <a:pt x="5950" y="710"/>
                </a:lnTo>
                <a:lnTo>
                  <a:pt x="6004" y="710"/>
                </a:lnTo>
                <a:lnTo>
                  <a:pt x="6004" y="721"/>
                </a:lnTo>
                <a:moveTo>
                  <a:pt x="5917" y="721"/>
                </a:moveTo>
                <a:lnTo>
                  <a:pt x="5862" y="721"/>
                </a:lnTo>
                <a:lnTo>
                  <a:pt x="5862" y="710"/>
                </a:lnTo>
                <a:lnTo>
                  <a:pt x="5917" y="710"/>
                </a:lnTo>
                <a:lnTo>
                  <a:pt x="5917" y="721"/>
                </a:lnTo>
                <a:moveTo>
                  <a:pt x="5829" y="721"/>
                </a:moveTo>
                <a:lnTo>
                  <a:pt x="5775" y="721"/>
                </a:lnTo>
                <a:lnTo>
                  <a:pt x="5775" y="710"/>
                </a:lnTo>
                <a:lnTo>
                  <a:pt x="5829" y="710"/>
                </a:lnTo>
                <a:lnTo>
                  <a:pt x="5829" y="721"/>
                </a:lnTo>
                <a:moveTo>
                  <a:pt x="5742" y="721"/>
                </a:moveTo>
                <a:lnTo>
                  <a:pt x="5687" y="721"/>
                </a:lnTo>
                <a:lnTo>
                  <a:pt x="5687" y="710"/>
                </a:lnTo>
                <a:lnTo>
                  <a:pt x="5742" y="710"/>
                </a:lnTo>
                <a:lnTo>
                  <a:pt x="5742" y="721"/>
                </a:lnTo>
                <a:moveTo>
                  <a:pt x="5655" y="721"/>
                </a:moveTo>
                <a:lnTo>
                  <a:pt x="5600" y="721"/>
                </a:lnTo>
                <a:lnTo>
                  <a:pt x="5600" y="710"/>
                </a:lnTo>
                <a:lnTo>
                  <a:pt x="5655" y="710"/>
                </a:lnTo>
                <a:lnTo>
                  <a:pt x="5655" y="721"/>
                </a:lnTo>
                <a:moveTo>
                  <a:pt x="5567" y="721"/>
                </a:moveTo>
                <a:lnTo>
                  <a:pt x="5513" y="721"/>
                </a:lnTo>
                <a:lnTo>
                  <a:pt x="5513" y="710"/>
                </a:lnTo>
                <a:lnTo>
                  <a:pt x="5567" y="710"/>
                </a:lnTo>
                <a:lnTo>
                  <a:pt x="5567" y="721"/>
                </a:lnTo>
                <a:moveTo>
                  <a:pt x="5480" y="721"/>
                </a:moveTo>
                <a:lnTo>
                  <a:pt x="5425" y="721"/>
                </a:lnTo>
                <a:lnTo>
                  <a:pt x="5425" y="710"/>
                </a:lnTo>
                <a:lnTo>
                  <a:pt x="5480" y="710"/>
                </a:lnTo>
                <a:lnTo>
                  <a:pt x="5480" y="721"/>
                </a:lnTo>
                <a:moveTo>
                  <a:pt x="5392" y="721"/>
                </a:moveTo>
                <a:lnTo>
                  <a:pt x="5338" y="721"/>
                </a:lnTo>
                <a:lnTo>
                  <a:pt x="5338" y="710"/>
                </a:lnTo>
                <a:lnTo>
                  <a:pt x="5392" y="710"/>
                </a:lnTo>
                <a:lnTo>
                  <a:pt x="5392" y="721"/>
                </a:lnTo>
                <a:moveTo>
                  <a:pt x="5305" y="721"/>
                </a:moveTo>
                <a:lnTo>
                  <a:pt x="5250" y="721"/>
                </a:lnTo>
                <a:lnTo>
                  <a:pt x="5250" y="710"/>
                </a:lnTo>
                <a:lnTo>
                  <a:pt x="5305" y="710"/>
                </a:lnTo>
                <a:lnTo>
                  <a:pt x="5305" y="721"/>
                </a:lnTo>
                <a:moveTo>
                  <a:pt x="5218" y="721"/>
                </a:moveTo>
                <a:lnTo>
                  <a:pt x="5163" y="721"/>
                </a:lnTo>
                <a:lnTo>
                  <a:pt x="5163" y="710"/>
                </a:lnTo>
                <a:lnTo>
                  <a:pt x="5218" y="710"/>
                </a:lnTo>
                <a:lnTo>
                  <a:pt x="5218" y="721"/>
                </a:lnTo>
                <a:moveTo>
                  <a:pt x="5130" y="721"/>
                </a:moveTo>
                <a:lnTo>
                  <a:pt x="5075" y="721"/>
                </a:lnTo>
                <a:lnTo>
                  <a:pt x="5075" y="710"/>
                </a:lnTo>
                <a:lnTo>
                  <a:pt x="5130" y="710"/>
                </a:lnTo>
                <a:lnTo>
                  <a:pt x="5130" y="721"/>
                </a:lnTo>
                <a:moveTo>
                  <a:pt x="5043" y="721"/>
                </a:moveTo>
                <a:lnTo>
                  <a:pt x="4988" y="721"/>
                </a:lnTo>
                <a:lnTo>
                  <a:pt x="4988" y="710"/>
                </a:lnTo>
                <a:lnTo>
                  <a:pt x="5043" y="710"/>
                </a:lnTo>
                <a:lnTo>
                  <a:pt x="5043" y="721"/>
                </a:lnTo>
                <a:moveTo>
                  <a:pt x="4955" y="721"/>
                </a:moveTo>
                <a:lnTo>
                  <a:pt x="4901" y="721"/>
                </a:lnTo>
                <a:lnTo>
                  <a:pt x="4901" y="710"/>
                </a:lnTo>
                <a:lnTo>
                  <a:pt x="4955" y="710"/>
                </a:lnTo>
                <a:lnTo>
                  <a:pt x="4955" y="721"/>
                </a:lnTo>
                <a:moveTo>
                  <a:pt x="4868" y="721"/>
                </a:moveTo>
                <a:lnTo>
                  <a:pt x="4813" y="721"/>
                </a:lnTo>
                <a:lnTo>
                  <a:pt x="4813" y="710"/>
                </a:lnTo>
                <a:lnTo>
                  <a:pt x="4868" y="710"/>
                </a:lnTo>
                <a:lnTo>
                  <a:pt x="4868" y="721"/>
                </a:lnTo>
                <a:moveTo>
                  <a:pt x="4780" y="721"/>
                </a:moveTo>
                <a:lnTo>
                  <a:pt x="4726" y="721"/>
                </a:lnTo>
                <a:lnTo>
                  <a:pt x="4726" y="710"/>
                </a:lnTo>
                <a:lnTo>
                  <a:pt x="4780" y="710"/>
                </a:lnTo>
                <a:lnTo>
                  <a:pt x="4780" y="721"/>
                </a:lnTo>
                <a:moveTo>
                  <a:pt x="4693" y="721"/>
                </a:moveTo>
                <a:lnTo>
                  <a:pt x="4638" y="721"/>
                </a:lnTo>
                <a:lnTo>
                  <a:pt x="4638" y="710"/>
                </a:lnTo>
                <a:lnTo>
                  <a:pt x="4693" y="710"/>
                </a:lnTo>
                <a:lnTo>
                  <a:pt x="4693" y="721"/>
                </a:lnTo>
                <a:moveTo>
                  <a:pt x="4606" y="721"/>
                </a:moveTo>
                <a:lnTo>
                  <a:pt x="4551" y="721"/>
                </a:lnTo>
                <a:lnTo>
                  <a:pt x="4551" y="710"/>
                </a:lnTo>
                <a:lnTo>
                  <a:pt x="4606" y="710"/>
                </a:lnTo>
                <a:lnTo>
                  <a:pt x="4606" y="721"/>
                </a:lnTo>
                <a:moveTo>
                  <a:pt x="4518" y="721"/>
                </a:moveTo>
                <a:lnTo>
                  <a:pt x="4464" y="721"/>
                </a:lnTo>
                <a:lnTo>
                  <a:pt x="4464" y="710"/>
                </a:lnTo>
                <a:lnTo>
                  <a:pt x="4518" y="710"/>
                </a:lnTo>
                <a:lnTo>
                  <a:pt x="4518" y="721"/>
                </a:lnTo>
                <a:moveTo>
                  <a:pt x="4431" y="721"/>
                </a:moveTo>
                <a:lnTo>
                  <a:pt x="4376" y="721"/>
                </a:lnTo>
                <a:lnTo>
                  <a:pt x="4376" y="710"/>
                </a:lnTo>
                <a:lnTo>
                  <a:pt x="4431" y="710"/>
                </a:lnTo>
                <a:lnTo>
                  <a:pt x="4431" y="721"/>
                </a:lnTo>
                <a:moveTo>
                  <a:pt x="4343" y="721"/>
                </a:moveTo>
                <a:lnTo>
                  <a:pt x="4289" y="721"/>
                </a:lnTo>
                <a:lnTo>
                  <a:pt x="4289" y="710"/>
                </a:lnTo>
                <a:lnTo>
                  <a:pt x="4343" y="710"/>
                </a:lnTo>
                <a:lnTo>
                  <a:pt x="4343" y="721"/>
                </a:lnTo>
                <a:moveTo>
                  <a:pt x="4256" y="721"/>
                </a:moveTo>
                <a:lnTo>
                  <a:pt x="4201" y="721"/>
                </a:lnTo>
                <a:lnTo>
                  <a:pt x="4201" y="710"/>
                </a:lnTo>
                <a:lnTo>
                  <a:pt x="4256" y="710"/>
                </a:lnTo>
                <a:lnTo>
                  <a:pt x="4256" y="721"/>
                </a:lnTo>
                <a:moveTo>
                  <a:pt x="4168" y="721"/>
                </a:moveTo>
                <a:lnTo>
                  <a:pt x="4114" y="721"/>
                </a:lnTo>
                <a:lnTo>
                  <a:pt x="4114" y="710"/>
                </a:lnTo>
                <a:lnTo>
                  <a:pt x="4168" y="710"/>
                </a:lnTo>
                <a:lnTo>
                  <a:pt x="4168" y="721"/>
                </a:lnTo>
                <a:moveTo>
                  <a:pt x="4081" y="721"/>
                </a:moveTo>
                <a:lnTo>
                  <a:pt x="4026" y="721"/>
                </a:lnTo>
                <a:lnTo>
                  <a:pt x="4026" y="710"/>
                </a:lnTo>
                <a:lnTo>
                  <a:pt x="4081" y="710"/>
                </a:lnTo>
                <a:lnTo>
                  <a:pt x="4081" y="721"/>
                </a:lnTo>
                <a:moveTo>
                  <a:pt x="3994" y="721"/>
                </a:moveTo>
                <a:lnTo>
                  <a:pt x="3939" y="721"/>
                </a:lnTo>
                <a:lnTo>
                  <a:pt x="3939" y="710"/>
                </a:lnTo>
                <a:lnTo>
                  <a:pt x="3994" y="710"/>
                </a:lnTo>
                <a:lnTo>
                  <a:pt x="3994" y="721"/>
                </a:lnTo>
                <a:moveTo>
                  <a:pt x="3906" y="721"/>
                </a:moveTo>
                <a:lnTo>
                  <a:pt x="3852" y="721"/>
                </a:lnTo>
                <a:lnTo>
                  <a:pt x="3852" y="710"/>
                </a:lnTo>
                <a:lnTo>
                  <a:pt x="3906" y="710"/>
                </a:lnTo>
                <a:lnTo>
                  <a:pt x="3906" y="721"/>
                </a:lnTo>
                <a:moveTo>
                  <a:pt x="3819" y="721"/>
                </a:moveTo>
                <a:lnTo>
                  <a:pt x="3764" y="721"/>
                </a:lnTo>
                <a:lnTo>
                  <a:pt x="3764" y="710"/>
                </a:lnTo>
                <a:lnTo>
                  <a:pt x="3819" y="710"/>
                </a:lnTo>
                <a:lnTo>
                  <a:pt x="3819" y="721"/>
                </a:lnTo>
                <a:moveTo>
                  <a:pt x="3731" y="721"/>
                </a:moveTo>
                <a:lnTo>
                  <a:pt x="3677" y="721"/>
                </a:lnTo>
                <a:lnTo>
                  <a:pt x="3677" y="710"/>
                </a:lnTo>
                <a:lnTo>
                  <a:pt x="3731" y="710"/>
                </a:lnTo>
                <a:lnTo>
                  <a:pt x="3731" y="721"/>
                </a:lnTo>
                <a:moveTo>
                  <a:pt x="3644" y="721"/>
                </a:moveTo>
                <a:lnTo>
                  <a:pt x="3589" y="721"/>
                </a:lnTo>
                <a:lnTo>
                  <a:pt x="3589" y="710"/>
                </a:lnTo>
                <a:lnTo>
                  <a:pt x="3644" y="710"/>
                </a:lnTo>
                <a:lnTo>
                  <a:pt x="3644" y="721"/>
                </a:lnTo>
                <a:moveTo>
                  <a:pt x="3557" y="721"/>
                </a:moveTo>
                <a:lnTo>
                  <a:pt x="3502" y="721"/>
                </a:lnTo>
                <a:lnTo>
                  <a:pt x="3502" y="710"/>
                </a:lnTo>
                <a:lnTo>
                  <a:pt x="3557" y="710"/>
                </a:lnTo>
                <a:lnTo>
                  <a:pt x="3557" y="721"/>
                </a:lnTo>
                <a:moveTo>
                  <a:pt x="3469" y="721"/>
                </a:moveTo>
                <a:lnTo>
                  <a:pt x="3415" y="721"/>
                </a:lnTo>
                <a:lnTo>
                  <a:pt x="3415" y="710"/>
                </a:lnTo>
                <a:lnTo>
                  <a:pt x="3469" y="710"/>
                </a:lnTo>
                <a:lnTo>
                  <a:pt x="3469" y="721"/>
                </a:lnTo>
                <a:moveTo>
                  <a:pt x="3382" y="721"/>
                </a:moveTo>
                <a:lnTo>
                  <a:pt x="3327" y="721"/>
                </a:lnTo>
                <a:lnTo>
                  <a:pt x="3327" y="710"/>
                </a:lnTo>
                <a:lnTo>
                  <a:pt x="3382" y="710"/>
                </a:lnTo>
                <a:lnTo>
                  <a:pt x="3382" y="721"/>
                </a:lnTo>
                <a:moveTo>
                  <a:pt x="3294" y="721"/>
                </a:moveTo>
                <a:lnTo>
                  <a:pt x="3240" y="721"/>
                </a:lnTo>
                <a:lnTo>
                  <a:pt x="3240" y="710"/>
                </a:lnTo>
                <a:lnTo>
                  <a:pt x="3294" y="710"/>
                </a:lnTo>
                <a:lnTo>
                  <a:pt x="3294" y="721"/>
                </a:lnTo>
                <a:moveTo>
                  <a:pt x="3207" y="721"/>
                </a:moveTo>
                <a:lnTo>
                  <a:pt x="3152" y="721"/>
                </a:lnTo>
                <a:lnTo>
                  <a:pt x="3152" y="710"/>
                </a:lnTo>
                <a:lnTo>
                  <a:pt x="3207" y="710"/>
                </a:lnTo>
                <a:lnTo>
                  <a:pt x="3207" y="721"/>
                </a:lnTo>
                <a:moveTo>
                  <a:pt x="3119" y="721"/>
                </a:moveTo>
                <a:lnTo>
                  <a:pt x="3065" y="721"/>
                </a:lnTo>
                <a:lnTo>
                  <a:pt x="3065" y="710"/>
                </a:lnTo>
                <a:lnTo>
                  <a:pt x="3119" y="710"/>
                </a:lnTo>
                <a:lnTo>
                  <a:pt x="3119" y="721"/>
                </a:lnTo>
                <a:moveTo>
                  <a:pt x="3032" y="721"/>
                </a:moveTo>
                <a:lnTo>
                  <a:pt x="2977" y="721"/>
                </a:lnTo>
                <a:lnTo>
                  <a:pt x="2977" y="710"/>
                </a:lnTo>
                <a:lnTo>
                  <a:pt x="3032" y="710"/>
                </a:lnTo>
                <a:lnTo>
                  <a:pt x="3032" y="721"/>
                </a:lnTo>
                <a:moveTo>
                  <a:pt x="2945" y="721"/>
                </a:moveTo>
                <a:lnTo>
                  <a:pt x="2890" y="721"/>
                </a:lnTo>
                <a:lnTo>
                  <a:pt x="2890" y="710"/>
                </a:lnTo>
                <a:lnTo>
                  <a:pt x="2945" y="710"/>
                </a:lnTo>
                <a:lnTo>
                  <a:pt x="2945" y="721"/>
                </a:lnTo>
                <a:moveTo>
                  <a:pt x="2857" y="721"/>
                </a:moveTo>
                <a:lnTo>
                  <a:pt x="2803" y="721"/>
                </a:lnTo>
                <a:lnTo>
                  <a:pt x="2803" y="710"/>
                </a:lnTo>
                <a:lnTo>
                  <a:pt x="2857" y="710"/>
                </a:lnTo>
                <a:lnTo>
                  <a:pt x="2857" y="721"/>
                </a:lnTo>
                <a:moveTo>
                  <a:pt x="2770" y="721"/>
                </a:moveTo>
                <a:lnTo>
                  <a:pt x="2715" y="721"/>
                </a:lnTo>
                <a:lnTo>
                  <a:pt x="2715" y="710"/>
                </a:lnTo>
                <a:lnTo>
                  <a:pt x="2770" y="710"/>
                </a:lnTo>
                <a:lnTo>
                  <a:pt x="2770" y="721"/>
                </a:lnTo>
                <a:moveTo>
                  <a:pt x="2682" y="721"/>
                </a:moveTo>
                <a:lnTo>
                  <a:pt x="2628" y="721"/>
                </a:lnTo>
                <a:lnTo>
                  <a:pt x="2628" y="710"/>
                </a:lnTo>
                <a:lnTo>
                  <a:pt x="2682" y="710"/>
                </a:lnTo>
                <a:lnTo>
                  <a:pt x="2682" y="721"/>
                </a:lnTo>
                <a:moveTo>
                  <a:pt x="2595" y="721"/>
                </a:moveTo>
                <a:lnTo>
                  <a:pt x="2540" y="721"/>
                </a:lnTo>
                <a:lnTo>
                  <a:pt x="2540" y="710"/>
                </a:lnTo>
                <a:lnTo>
                  <a:pt x="2595" y="710"/>
                </a:lnTo>
                <a:lnTo>
                  <a:pt x="2595" y="721"/>
                </a:lnTo>
                <a:moveTo>
                  <a:pt x="2508" y="721"/>
                </a:moveTo>
                <a:lnTo>
                  <a:pt x="2453" y="721"/>
                </a:lnTo>
                <a:lnTo>
                  <a:pt x="2453" y="710"/>
                </a:lnTo>
                <a:lnTo>
                  <a:pt x="2508" y="710"/>
                </a:lnTo>
                <a:lnTo>
                  <a:pt x="2508" y="721"/>
                </a:lnTo>
                <a:moveTo>
                  <a:pt x="2420" y="721"/>
                </a:moveTo>
                <a:lnTo>
                  <a:pt x="2365" y="721"/>
                </a:lnTo>
                <a:lnTo>
                  <a:pt x="2365" y="710"/>
                </a:lnTo>
                <a:lnTo>
                  <a:pt x="2420" y="710"/>
                </a:lnTo>
                <a:lnTo>
                  <a:pt x="2420" y="721"/>
                </a:lnTo>
                <a:moveTo>
                  <a:pt x="2333" y="721"/>
                </a:moveTo>
                <a:lnTo>
                  <a:pt x="2278" y="721"/>
                </a:lnTo>
                <a:lnTo>
                  <a:pt x="2278" y="710"/>
                </a:lnTo>
                <a:lnTo>
                  <a:pt x="2333" y="710"/>
                </a:lnTo>
                <a:lnTo>
                  <a:pt x="2333" y="721"/>
                </a:lnTo>
                <a:moveTo>
                  <a:pt x="2245" y="721"/>
                </a:moveTo>
                <a:lnTo>
                  <a:pt x="2191" y="721"/>
                </a:lnTo>
                <a:lnTo>
                  <a:pt x="2191" y="710"/>
                </a:lnTo>
                <a:lnTo>
                  <a:pt x="2245" y="710"/>
                </a:lnTo>
                <a:lnTo>
                  <a:pt x="2245" y="721"/>
                </a:lnTo>
                <a:moveTo>
                  <a:pt x="2158" y="721"/>
                </a:moveTo>
                <a:lnTo>
                  <a:pt x="2103" y="721"/>
                </a:lnTo>
                <a:lnTo>
                  <a:pt x="2103" y="710"/>
                </a:lnTo>
                <a:lnTo>
                  <a:pt x="2158" y="710"/>
                </a:lnTo>
                <a:lnTo>
                  <a:pt x="2158" y="721"/>
                </a:lnTo>
                <a:moveTo>
                  <a:pt x="2070" y="721"/>
                </a:moveTo>
                <a:lnTo>
                  <a:pt x="2016" y="721"/>
                </a:lnTo>
                <a:lnTo>
                  <a:pt x="2016" y="710"/>
                </a:lnTo>
                <a:lnTo>
                  <a:pt x="2070" y="710"/>
                </a:lnTo>
                <a:lnTo>
                  <a:pt x="2070" y="721"/>
                </a:lnTo>
                <a:moveTo>
                  <a:pt x="1983" y="721"/>
                </a:moveTo>
                <a:lnTo>
                  <a:pt x="1928" y="721"/>
                </a:lnTo>
                <a:lnTo>
                  <a:pt x="1928" y="710"/>
                </a:lnTo>
                <a:lnTo>
                  <a:pt x="1983" y="710"/>
                </a:lnTo>
                <a:lnTo>
                  <a:pt x="1983" y="721"/>
                </a:lnTo>
                <a:moveTo>
                  <a:pt x="1896" y="721"/>
                </a:moveTo>
                <a:lnTo>
                  <a:pt x="1841" y="721"/>
                </a:lnTo>
                <a:lnTo>
                  <a:pt x="1841" y="710"/>
                </a:lnTo>
                <a:lnTo>
                  <a:pt x="1896" y="710"/>
                </a:lnTo>
                <a:lnTo>
                  <a:pt x="1896" y="721"/>
                </a:lnTo>
                <a:moveTo>
                  <a:pt x="1808" y="721"/>
                </a:moveTo>
                <a:lnTo>
                  <a:pt x="1754" y="721"/>
                </a:lnTo>
                <a:lnTo>
                  <a:pt x="1754" y="710"/>
                </a:lnTo>
                <a:lnTo>
                  <a:pt x="1808" y="710"/>
                </a:lnTo>
                <a:lnTo>
                  <a:pt x="1808" y="721"/>
                </a:lnTo>
                <a:moveTo>
                  <a:pt x="1721" y="721"/>
                </a:moveTo>
                <a:lnTo>
                  <a:pt x="1666" y="721"/>
                </a:lnTo>
                <a:lnTo>
                  <a:pt x="1666" y="710"/>
                </a:lnTo>
                <a:lnTo>
                  <a:pt x="1721" y="710"/>
                </a:lnTo>
                <a:lnTo>
                  <a:pt x="1721" y="721"/>
                </a:lnTo>
                <a:moveTo>
                  <a:pt x="1633" y="721"/>
                </a:moveTo>
                <a:lnTo>
                  <a:pt x="1579" y="721"/>
                </a:lnTo>
                <a:lnTo>
                  <a:pt x="1579" y="710"/>
                </a:lnTo>
                <a:lnTo>
                  <a:pt x="1633" y="710"/>
                </a:lnTo>
                <a:lnTo>
                  <a:pt x="1633" y="721"/>
                </a:lnTo>
                <a:moveTo>
                  <a:pt x="1546" y="721"/>
                </a:moveTo>
                <a:lnTo>
                  <a:pt x="1491" y="721"/>
                </a:lnTo>
                <a:lnTo>
                  <a:pt x="1491" y="710"/>
                </a:lnTo>
                <a:lnTo>
                  <a:pt x="1546" y="710"/>
                </a:lnTo>
                <a:lnTo>
                  <a:pt x="1546" y="721"/>
                </a:lnTo>
                <a:moveTo>
                  <a:pt x="1459" y="721"/>
                </a:moveTo>
                <a:lnTo>
                  <a:pt x="1404" y="721"/>
                </a:lnTo>
                <a:lnTo>
                  <a:pt x="1404" y="710"/>
                </a:lnTo>
                <a:lnTo>
                  <a:pt x="1459" y="710"/>
                </a:lnTo>
                <a:lnTo>
                  <a:pt x="1459" y="721"/>
                </a:lnTo>
                <a:moveTo>
                  <a:pt x="1371" y="721"/>
                </a:moveTo>
                <a:lnTo>
                  <a:pt x="1316" y="721"/>
                </a:lnTo>
                <a:lnTo>
                  <a:pt x="1316" y="710"/>
                </a:lnTo>
                <a:lnTo>
                  <a:pt x="1371" y="710"/>
                </a:lnTo>
                <a:lnTo>
                  <a:pt x="1371" y="721"/>
                </a:lnTo>
                <a:moveTo>
                  <a:pt x="1284" y="721"/>
                </a:moveTo>
                <a:lnTo>
                  <a:pt x="1229" y="721"/>
                </a:lnTo>
                <a:lnTo>
                  <a:pt x="1229" y="710"/>
                </a:lnTo>
                <a:lnTo>
                  <a:pt x="1284" y="710"/>
                </a:lnTo>
                <a:lnTo>
                  <a:pt x="1284" y="721"/>
                </a:lnTo>
                <a:moveTo>
                  <a:pt x="1196" y="721"/>
                </a:moveTo>
                <a:lnTo>
                  <a:pt x="1142" y="721"/>
                </a:lnTo>
                <a:lnTo>
                  <a:pt x="1142" y="710"/>
                </a:lnTo>
                <a:lnTo>
                  <a:pt x="1196" y="710"/>
                </a:lnTo>
                <a:lnTo>
                  <a:pt x="1196" y="721"/>
                </a:lnTo>
                <a:moveTo>
                  <a:pt x="1109" y="721"/>
                </a:moveTo>
                <a:lnTo>
                  <a:pt x="1054" y="721"/>
                </a:lnTo>
                <a:lnTo>
                  <a:pt x="1054" y="710"/>
                </a:lnTo>
                <a:lnTo>
                  <a:pt x="1109" y="710"/>
                </a:lnTo>
                <a:lnTo>
                  <a:pt x="1109" y="721"/>
                </a:lnTo>
                <a:moveTo>
                  <a:pt x="1021" y="721"/>
                </a:moveTo>
                <a:lnTo>
                  <a:pt x="967" y="721"/>
                </a:lnTo>
                <a:lnTo>
                  <a:pt x="967" y="710"/>
                </a:lnTo>
                <a:lnTo>
                  <a:pt x="1021" y="710"/>
                </a:lnTo>
                <a:lnTo>
                  <a:pt x="1021" y="721"/>
                </a:lnTo>
                <a:moveTo>
                  <a:pt x="934" y="721"/>
                </a:moveTo>
                <a:lnTo>
                  <a:pt x="879" y="721"/>
                </a:lnTo>
                <a:lnTo>
                  <a:pt x="879" y="710"/>
                </a:lnTo>
                <a:lnTo>
                  <a:pt x="934" y="710"/>
                </a:lnTo>
                <a:lnTo>
                  <a:pt x="934" y="721"/>
                </a:lnTo>
                <a:moveTo>
                  <a:pt x="847" y="721"/>
                </a:moveTo>
                <a:lnTo>
                  <a:pt x="792" y="721"/>
                </a:lnTo>
                <a:lnTo>
                  <a:pt x="792" y="710"/>
                </a:lnTo>
                <a:lnTo>
                  <a:pt x="847" y="710"/>
                </a:lnTo>
                <a:lnTo>
                  <a:pt x="847" y="721"/>
                </a:lnTo>
                <a:moveTo>
                  <a:pt x="759" y="721"/>
                </a:moveTo>
                <a:lnTo>
                  <a:pt x="705" y="721"/>
                </a:lnTo>
                <a:lnTo>
                  <a:pt x="705" y="710"/>
                </a:lnTo>
                <a:lnTo>
                  <a:pt x="759" y="710"/>
                </a:lnTo>
                <a:lnTo>
                  <a:pt x="759" y="721"/>
                </a:lnTo>
                <a:moveTo>
                  <a:pt x="672" y="721"/>
                </a:moveTo>
                <a:lnTo>
                  <a:pt x="617" y="721"/>
                </a:lnTo>
                <a:lnTo>
                  <a:pt x="617" y="710"/>
                </a:lnTo>
                <a:lnTo>
                  <a:pt x="672" y="710"/>
                </a:lnTo>
                <a:lnTo>
                  <a:pt x="672" y="721"/>
                </a:lnTo>
                <a:moveTo>
                  <a:pt x="584" y="721"/>
                </a:moveTo>
                <a:lnTo>
                  <a:pt x="530" y="721"/>
                </a:lnTo>
                <a:lnTo>
                  <a:pt x="530" y="710"/>
                </a:lnTo>
                <a:lnTo>
                  <a:pt x="584" y="710"/>
                </a:lnTo>
                <a:lnTo>
                  <a:pt x="584" y="721"/>
                </a:lnTo>
                <a:moveTo>
                  <a:pt x="497" y="721"/>
                </a:moveTo>
                <a:lnTo>
                  <a:pt x="442" y="721"/>
                </a:lnTo>
                <a:lnTo>
                  <a:pt x="442" y="710"/>
                </a:lnTo>
                <a:lnTo>
                  <a:pt x="497" y="710"/>
                </a:lnTo>
                <a:lnTo>
                  <a:pt x="497" y="721"/>
                </a:lnTo>
                <a:moveTo>
                  <a:pt x="410" y="721"/>
                </a:moveTo>
                <a:lnTo>
                  <a:pt x="355" y="721"/>
                </a:lnTo>
                <a:lnTo>
                  <a:pt x="355" y="710"/>
                </a:lnTo>
                <a:lnTo>
                  <a:pt x="410" y="710"/>
                </a:lnTo>
                <a:lnTo>
                  <a:pt x="410" y="721"/>
                </a:lnTo>
                <a:moveTo>
                  <a:pt x="322" y="721"/>
                </a:moveTo>
                <a:lnTo>
                  <a:pt x="267" y="721"/>
                </a:lnTo>
                <a:lnTo>
                  <a:pt x="267" y="710"/>
                </a:lnTo>
                <a:lnTo>
                  <a:pt x="322" y="710"/>
                </a:lnTo>
                <a:lnTo>
                  <a:pt x="322" y="721"/>
                </a:lnTo>
                <a:moveTo>
                  <a:pt x="235" y="721"/>
                </a:moveTo>
                <a:lnTo>
                  <a:pt x="180" y="721"/>
                </a:lnTo>
                <a:lnTo>
                  <a:pt x="180" y="710"/>
                </a:lnTo>
                <a:lnTo>
                  <a:pt x="235" y="710"/>
                </a:lnTo>
                <a:lnTo>
                  <a:pt x="235" y="721"/>
                </a:lnTo>
                <a:moveTo>
                  <a:pt x="147" y="721"/>
                </a:moveTo>
                <a:lnTo>
                  <a:pt x="93" y="721"/>
                </a:lnTo>
                <a:lnTo>
                  <a:pt x="93" y="710"/>
                </a:lnTo>
                <a:lnTo>
                  <a:pt x="147" y="710"/>
                </a:lnTo>
                <a:lnTo>
                  <a:pt x="147" y="721"/>
                </a:lnTo>
                <a:moveTo>
                  <a:pt x="60" y="721"/>
                </a:moveTo>
                <a:lnTo>
                  <a:pt x="5" y="721"/>
                </a:lnTo>
                <a:lnTo>
                  <a:pt x="5" y="710"/>
                </a:lnTo>
                <a:lnTo>
                  <a:pt x="60" y="710"/>
                </a:lnTo>
                <a:lnTo>
                  <a:pt x="60" y="721"/>
                </a:lnTo>
                <a:moveTo>
                  <a:pt x="0" y="683"/>
                </a:moveTo>
                <a:lnTo>
                  <a:pt x="0" y="627"/>
                </a:lnTo>
                <a:lnTo>
                  <a:pt x="11" y="627"/>
                </a:lnTo>
                <a:lnTo>
                  <a:pt x="11" y="683"/>
                </a:lnTo>
                <a:lnTo>
                  <a:pt x="0" y="683"/>
                </a:lnTo>
                <a:moveTo>
                  <a:pt x="0" y="595"/>
                </a:moveTo>
                <a:lnTo>
                  <a:pt x="0" y="540"/>
                </a:lnTo>
                <a:lnTo>
                  <a:pt x="11" y="540"/>
                </a:lnTo>
                <a:lnTo>
                  <a:pt x="11" y="595"/>
                </a:lnTo>
                <a:lnTo>
                  <a:pt x="0" y="595"/>
                </a:lnTo>
                <a:moveTo>
                  <a:pt x="0" y="507"/>
                </a:moveTo>
                <a:lnTo>
                  <a:pt x="0" y="453"/>
                </a:lnTo>
                <a:lnTo>
                  <a:pt x="11" y="453"/>
                </a:lnTo>
                <a:lnTo>
                  <a:pt x="11" y="507"/>
                </a:lnTo>
                <a:lnTo>
                  <a:pt x="0" y="507"/>
                </a:lnTo>
                <a:moveTo>
                  <a:pt x="0" y="420"/>
                </a:moveTo>
                <a:lnTo>
                  <a:pt x="0" y="366"/>
                </a:lnTo>
                <a:lnTo>
                  <a:pt x="11" y="366"/>
                </a:lnTo>
                <a:lnTo>
                  <a:pt x="11" y="420"/>
                </a:lnTo>
                <a:lnTo>
                  <a:pt x="0" y="420"/>
                </a:lnTo>
                <a:moveTo>
                  <a:pt x="0" y="333"/>
                </a:moveTo>
                <a:lnTo>
                  <a:pt x="0" y="278"/>
                </a:lnTo>
                <a:lnTo>
                  <a:pt x="11" y="278"/>
                </a:lnTo>
                <a:lnTo>
                  <a:pt x="11" y="333"/>
                </a:lnTo>
                <a:lnTo>
                  <a:pt x="0" y="333"/>
                </a:lnTo>
                <a:moveTo>
                  <a:pt x="0" y="246"/>
                </a:moveTo>
                <a:lnTo>
                  <a:pt x="0" y="191"/>
                </a:lnTo>
                <a:lnTo>
                  <a:pt x="11" y="191"/>
                </a:lnTo>
                <a:lnTo>
                  <a:pt x="11" y="246"/>
                </a:lnTo>
                <a:lnTo>
                  <a:pt x="0" y="246"/>
                </a:lnTo>
                <a:moveTo>
                  <a:pt x="0" y="158"/>
                </a:moveTo>
                <a:lnTo>
                  <a:pt x="0" y="104"/>
                </a:lnTo>
                <a:lnTo>
                  <a:pt x="11" y="104"/>
                </a:lnTo>
                <a:lnTo>
                  <a:pt x="11" y="158"/>
                </a:lnTo>
                <a:lnTo>
                  <a:pt x="0" y="158"/>
                </a:lnTo>
                <a:moveTo>
                  <a:pt x="0" y="71"/>
                </a:moveTo>
                <a:lnTo>
                  <a:pt x="0" y="16"/>
                </a:lnTo>
                <a:lnTo>
                  <a:pt x="11" y="16"/>
                </a:lnTo>
                <a:lnTo>
                  <a:pt x="11" y="71"/>
                </a:lnTo>
                <a:lnTo>
                  <a:pt x="0" y="71"/>
                </a:lnTo>
                <a:moveTo>
                  <a:pt x="5" y="0"/>
                </a:moveTo>
                <a:lnTo>
                  <a:pt x="60" y="0"/>
                </a:lnTo>
                <a:lnTo>
                  <a:pt x="60" y="11"/>
                </a:lnTo>
                <a:lnTo>
                  <a:pt x="5" y="11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433200" y="1217160"/>
            <a:ext cx="47880" cy="39600"/>
          </a:xfrm>
          <a:custGeom>
            <a:avLst/>
            <a:gdLst/>
            <a:ahLst/>
            <a:rect l="0" t="0" r="r" b="b"/>
            <a:pathLst>
              <a:path w="133" h="110">
                <a:moveTo>
                  <a:pt x="0" y="0"/>
                </a:moveTo>
                <a:lnTo>
                  <a:pt x="133" y="0"/>
                </a:lnTo>
                <a:lnTo>
                  <a:pt x="133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433200" y="1230840"/>
            <a:ext cx="4752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2806560" y="1044360"/>
            <a:ext cx="33519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2861640" y="12128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2861640" y="1276200"/>
            <a:ext cx="3102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2861640" y="1350360"/>
            <a:ext cx="2685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766960" y="1590120"/>
            <a:ext cx="3470040" cy="1708560"/>
          </a:xfrm>
          <a:custGeom>
            <a:avLst/>
            <a:gdLst/>
            <a:ahLst/>
            <a:rect l="0" t="0" r="r" b="b"/>
            <a:pathLst>
              <a:path w="9639" h="4746">
                <a:moveTo>
                  <a:pt x="0" y="0"/>
                </a:moveTo>
                <a:lnTo>
                  <a:pt x="9639" y="0"/>
                </a:lnTo>
                <a:lnTo>
                  <a:pt x="9639" y="4746"/>
                </a:lnTo>
                <a:lnTo>
                  <a:pt x="0" y="47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66960" y="1590120"/>
            <a:ext cx="3470040" cy="1708560"/>
          </a:xfrm>
          <a:custGeom>
            <a:avLst/>
            <a:gdLst/>
            <a:ahLst/>
            <a:rect l="0" t="0" r="r" b="b"/>
            <a:pathLst>
              <a:path w="9639" h="4746">
                <a:moveTo>
                  <a:pt x="0" y="0"/>
                </a:moveTo>
                <a:lnTo>
                  <a:pt x="9639" y="0"/>
                </a:lnTo>
                <a:lnTo>
                  <a:pt x="9639" y="4746"/>
                </a:lnTo>
                <a:lnTo>
                  <a:pt x="0" y="4746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6158160" y="16214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6158160" y="163548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2806560" y="1118520"/>
            <a:ext cx="2251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806560" y="1617120"/>
            <a:ext cx="246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22040" y="1888560"/>
            <a:ext cx="3375720" cy="813240"/>
          </a:xfrm>
          <a:custGeom>
            <a:avLst/>
            <a:gdLst/>
            <a:ahLst/>
            <a:rect l="0" t="0" r="r" b="b"/>
            <a:pathLst>
              <a:path w="9377" h="2259">
                <a:moveTo>
                  <a:pt x="0" y="0"/>
                </a:moveTo>
                <a:lnTo>
                  <a:pt x="9377" y="0"/>
                </a:lnTo>
                <a:lnTo>
                  <a:pt x="9377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2822040" y="1888560"/>
            <a:ext cx="3375720" cy="813240"/>
          </a:xfrm>
          <a:custGeom>
            <a:avLst/>
            <a:gdLst/>
            <a:ahLst/>
            <a:rect l="0" t="0" r="r" b="b"/>
            <a:pathLst>
              <a:path w="9377" h="2259">
                <a:moveTo>
                  <a:pt x="0" y="0"/>
                </a:moveTo>
                <a:lnTo>
                  <a:pt x="9377" y="0"/>
                </a:lnTo>
                <a:lnTo>
                  <a:pt x="9377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6118560" y="191988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6118560" y="19339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2806560" y="1680480"/>
            <a:ext cx="24606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2861640" y="191556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2877120" y="2120400"/>
            <a:ext cx="3281400" cy="255600"/>
          </a:xfrm>
          <a:custGeom>
            <a:avLst/>
            <a:gdLst/>
            <a:ahLst/>
            <a:rect l="0" t="0" r="r" b="b"/>
            <a:pathLst>
              <a:path w="9115" h="710">
                <a:moveTo>
                  <a:pt x="0" y="0"/>
                </a:moveTo>
                <a:lnTo>
                  <a:pt x="9115" y="0"/>
                </a:lnTo>
                <a:lnTo>
                  <a:pt x="911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2877120" y="2120400"/>
            <a:ext cx="3281400" cy="255600"/>
          </a:xfrm>
          <a:custGeom>
            <a:avLst/>
            <a:gdLst/>
            <a:ahLst/>
            <a:rect l="0" t="0" r="r" b="b"/>
            <a:pathLst>
              <a:path w="9115" h="710">
                <a:moveTo>
                  <a:pt x="0" y="0"/>
                </a:moveTo>
                <a:lnTo>
                  <a:pt x="9115" y="0"/>
                </a:lnTo>
                <a:lnTo>
                  <a:pt x="911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6079320" y="21517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079320" y="21654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2861640" y="1978920"/>
            <a:ext cx="19695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2916720" y="214740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2916720" y="2210760"/>
            <a:ext cx="2099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877120" y="2406960"/>
            <a:ext cx="2714760" cy="255600"/>
          </a:xfrm>
          <a:custGeom>
            <a:avLst/>
            <a:gdLst/>
            <a:ahLst/>
            <a:rect l="0" t="0" r="r" b="b"/>
            <a:pathLst>
              <a:path w="7541" h="710">
                <a:moveTo>
                  <a:pt x="0" y="0"/>
                </a:moveTo>
                <a:lnTo>
                  <a:pt x="7541" y="0"/>
                </a:lnTo>
                <a:lnTo>
                  <a:pt x="754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877120" y="2406960"/>
            <a:ext cx="2714760" cy="255600"/>
          </a:xfrm>
          <a:custGeom>
            <a:avLst/>
            <a:gdLst/>
            <a:ahLst/>
            <a:rect l="0" t="0" r="r" b="b"/>
            <a:pathLst>
              <a:path w="7541" h="710">
                <a:moveTo>
                  <a:pt x="0" y="0"/>
                </a:moveTo>
                <a:lnTo>
                  <a:pt x="7541" y="0"/>
                </a:lnTo>
                <a:lnTo>
                  <a:pt x="754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5512680" y="2438280"/>
            <a:ext cx="47880" cy="39600"/>
          </a:xfrm>
          <a:custGeom>
            <a:avLst/>
            <a:gdLst/>
            <a:ahLst/>
            <a:rect l="0" t="0" r="r" b="b"/>
            <a:pathLst>
              <a:path w="133" h="110">
                <a:moveTo>
                  <a:pt x="0" y="0"/>
                </a:moveTo>
                <a:lnTo>
                  <a:pt x="133" y="0"/>
                </a:lnTo>
                <a:lnTo>
                  <a:pt x="133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5512680" y="2451960"/>
            <a:ext cx="4752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916720" y="2284920"/>
            <a:ext cx="2707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2916720" y="243396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2916720" y="2497320"/>
            <a:ext cx="1383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2916720" y="2571480"/>
            <a:ext cx="2225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2822040" y="2732760"/>
            <a:ext cx="2742120" cy="526680"/>
          </a:xfrm>
          <a:custGeom>
            <a:avLst/>
            <a:gdLst/>
            <a:ahLst/>
            <a:rect l="0" t="0" r="r" b="b"/>
            <a:pathLst>
              <a:path w="7617" h="1463">
                <a:moveTo>
                  <a:pt x="0" y="0"/>
                </a:moveTo>
                <a:lnTo>
                  <a:pt x="7617" y="0"/>
                </a:lnTo>
                <a:lnTo>
                  <a:pt x="7617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2822040" y="2732760"/>
            <a:ext cx="2742120" cy="526680"/>
          </a:xfrm>
          <a:custGeom>
            <a:avLst/>
            <a:gdLst/>
            <a:ahLst/>
            <a:rect l="0" t="0" r="r" b="b"/>
            <a:pathLst>
              <a:path w="7617" h="1463">
                <a:moveTo>
                  <a:pt x="0" y="0"/>
                </a:moveTo>
                <a:lnTo>
                  <a:pt x="7617" y="0"/>
                </a:lnTo>
                <a:lnTo>
                  <a:pt x="7617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5485320" y="27644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485320" y="27781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2861640" y="2053080"/>
            <a:ext cx="2646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2861640" y="276012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2877120" y="2964600"/>
            <a:ext cx="2234880" cy="255600"/>
          </a:xfrm>
          <a:custGeom>
            <a:avLst/>
            <a:gdLst/>
            <a:ahLst/>
            <a:rect l="0" t="0" r="r" b="b"/>
            <a:pathLst>
              <a:path w="6208" h="710">
                <a:moveTo>
                  <a:pt x="0" y="0"/>
                </a:moveTo>
                <a:lnTo>
                  <a:pt x="6208" y="0"/>
                </a:lnTo>
                <a:lnTo>
                  <a:pt x="6208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2877120" y="2964600"/>
            <a:ext cx="2234880" cy="255600"/>
          </a:xfrm>
          <a:custGeom>
            <a:avLst/>
            <a:gdLst/>
            <a:ahLst/>
            <a:rect l="0" t="0" r="r" b="b"/>
            <a:pathLst>
              <a:path w="6208" h="710">
                <a:moveTo>
                  <a:pt x="0" y="0"/>
                </a:moveTo>
                <a:lnTo>
                  <a:pt x="6208" y="0"/>
                </a:lnTo>
                <a:lnTo>
                  <a:pt x="6208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5032800" y="29959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5032800" y="30096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2861640" y="2823480"/>
            <a:ext cx="9090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916720" y="299160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916720" y="3054960"/>
            <a:ext cx="9716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2916720" y="3129120"/>
            <a:ext cx="1789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861640" y="2897280"/>
            <a:ext cx="2262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2806560" y="1754640"/>
            <a:ext cx="974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2766960" y="3408480"/>
            <a:ext cx="3572280" cy="1150920"/>
          </a:xfrm>
          <a:custGeom>
            <a:avLst/>
            <a:gdLst/>
            <a:ahLst/>
            <a:rect l="0" t="0" r="r" b="b"/>
            <a:pathLst>
              <a:path w="9923" h="3197">
                <a:moveTo>
                  <a:pt x="0" y="0"/>
                </a:moveTo>
                <a:lnTo>
                  <a:pt x="9923" y="0"/>
                </a:lnTo>
                <a:lnTo>
                  <a:pt x="9923" y="3197"/>
                </a:lnTo>
                <a:lnTo>
                  <a:pt x="0" y="319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766960" y="3408480"/>
            <a:ext cx="3572280" cy="1150920"/>
          </a:xfrm>
          <a:custGeom>
            <a:avLst/>
            <a:gdLst/>
            <a:ahLst/>
            <a:rect l="0" t="0" r="r" b="b"/>
            <a:pathLst>
              <a:path w="9923" h="3197">
                <a:moveTo>
                  <a:pt x="0" y="0"/>
                </a:moveTo>
                <a:lnTo>
                  <a:pt x="9923" y="0"/>
                </a:lnTo>
                <a:lnTo>
                  <a:pt x="9923" y="3197"/>
                </a:lnTo>
                <a:lnTo>
                  <a:pt x="0" y="3197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260400" y="343980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260400" y="345348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2806560" y="1821600"/>
            <a:ext cx="81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2806560" y="3435480"/>
            <a:ext cx="246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822040" y="3706920"/>
            <a:ext cx="3477960" cy="813240"/>
          </a:xfrm>
          <a:custGeom>
            <a:avLst/>
            <a:gdLst/>
            <a:ahLst/>
            <a:rect l="0" t="0" r="r" b="b"/>
            <a:pathLst>
              <a:path w="9661" h="2259">
                <a:moveTo>
                  <a:pt x="0" y="0"/>
                </a:moveTo>
                <a:lnTo>
                  <a:pt x="9661" y="0"/>
                </a:lnTo>
                <a:lnTo>
                  <a:pt x="9661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822040" y="3706920"/>
            <a:ext cx="3477960" cy="813240"/>
          </a:xfrm>
          <a:custGeom>
            <a:avLst/>
            <a:gdLst/>
            <a:ahLst/>
            <a:rect l="0" t="0" r="r" b="b"/>
            <a:pathLst>
              <a:path w="9661" h="2259">
                <a:moveTo>
                  <a:pt x="0" y="0"/>
                </a:moveTo>
                <a:lnTo>
                  <a:pt x="9661" y="0"/>
                </a:lnTo>
                <a:lnTo>
                  <a:pt x="9661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6220800" y="37382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6220800" y="37519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2806560" y="3498840"/>
            <a:ext cx="1878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2861640" y="373392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877120" y="3938400"/>
            <a:ext cx="2317320" cy="255600"/>
          </a:xfrm>
          <a:custGeom>
            <a:avLst/>
            <a:gdLst/>
            <a:ahLst/>
            <a:rect l="0" t="0" r="r" b="b"/>
            <a:pathLst>
              <a:path w="6437" h="710">
                <a:moveTo>
                  <a:pt x="0" y="0"/>
                </a:moveTo>
                <a:lnTo>
                  <a:pt x="6437" y="0"/>
                </a:lnTo>
                <a:lnTo>
                  <a:pt x="6437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877120" y="3938400"/>
            <a:ext cx="2317320" cy="255600"/>
          </a:xfrm>
          <a:custGeom>
            <a:avLst/>
            <a:gdLst/>
            <a:ahLst/>
            <a:rect l="0" t="0" r="r" b="b"/>
            <a:pathLst>
              <a:path w="6437" h="710">
                <a:moveTo>
                  <a:pt x="0" y="0"/>
                </a:moveTo>
                <a:lnTo>
                  <a:pt x="6437" y="0"/>
                </a:lnTo>
                <a:lnTo>
                  <a:pt x="6437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5115600" y="397008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5115600" y="398376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2861640" y="3797280"/>
            <a:ext cx="1433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916720" y="396576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2916720" y="4028760"/>
            <a:ext cx="9136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2877120" y="4225320"/>
            <a:ext cx="3112200" cy="255600"/>
          </a:xfrm>
          <a:custGeom>
            <a:avLst/>
            <a:gdLst/>
            <a:ahLst/>
            <a:rect l="0" t="0" r="r" b="b"/>
            <a:pathLst>
              <a:path w="8645" h="710">
                <a:moveTo>
                  <a:pt x="0" y="0"/>
                </a:moveTo>
                <a:lnTo>
                  <a:pt x="8645" y="0"/>
                </a:lnTo>
                <a:lnTo>
                  <a:pt x="864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877120" y="4225320"/>
            <a:ext cx="3112200" cy="255600"/>
          </a:xfrm>
          <a:custGeom>
            <a:avLst/>
            <a:gdLst/>
            <a:ahLst/>
            <a:rect l="0" t="0" r="r" b="b"/>
            <a:pathLst>
              <a:path w="8645" h="710">
                <a:moveTo>
                  <a:pt x="0" y="0"/>
                </a:moveTo>
                <a:lnTo>
                  <a:pt x="8645" y="0"/>
                </a:lnTo>
                <a:lnTo>
                  <a:pt x="864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5910120" y="42566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5910120" y="42703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2916720" y="4103280"/>
            <a:ext cx="1905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2916720" y="425232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2916720" y="4315680"/>
            <a:ext cx="13464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2916720" y="4389840"/>
            <a:ext cx="2611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2861640" y="3871440"/>
            <a:ext cx="2873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2806560" y="3573000"/>
            <a:ext cx="974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2806560" y="3639600"/>
            <a:ext cx="81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2656800" y="4594680"/>
            <a:ext cx="32727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56800" y="4669200"/>
            <a:ext cx="33840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2656800" y="4743720"/>
            <a:ext cx="34966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2656800" y="4818240"/>
            <a:ext cx="34070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2656800" y="4892760"/>
            <a:ext cx="5950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8" name=""/>
          <p:cNvSpPr/>
          <p:nvPr/>
        </p:nvSpPr>
        <p:spPr>
          <a:xfrm>
            <a:off x="1175040" y="736560"/>
            <a:ext cx="6984360" cy="3803760"/>
          </a:xfrm>
          <a:custGeom>
            <a:avLst/>
            <a:gdLst/>
            <a:ahLst/>
            <a:rect l="0" t="0" r="r" b="b"/>
            <a:pathLst>
              <a:path w="19401" h="10566">
                <a:moveTo>
                  <a:pt x="189" y="0"/>
                </a:moveTo>
                <a:lnTo>
                  <a:pt x="19212" y="0"/>
                </a:lnTo>
                <a:cubicBezTo>
                  <a:pt x="19224" y="0"/>
                  <a:pt x="19237" y="1"/>
                  <a:pt x="19249" y="4"/>
                </a:cubicBezTo>
                <a:cubicBezTo>
                  <a:pt x="19261" y="6"/>
                  <a:pt x="19273" y="10"/>
                  <a:pt x="19284" y="15"/>
                </a:cubicBezTo>
                <a:cubicBezTo>
                  <a:pt x="19296" y="19"/>
                  <a:pt x="19307" y="25"/>
                  <a:pt x="19317" y="32"/>
                </a:cubicBezTo>
                <a:cubicBezTo>
                  <a:pt x="19328" y="39"/>
                  <a:pt x="19337" y="47"/>
                  <a:pt x="19346" y="56"/>
                </a:cubicBezTo>
                <a:cubicBezTo>
                  <a:pt x="19355" y="65"/>
                  <a:pt x="19363" y="74"/>
                  <a:pt x="19370" y="85"/>
                </a:cubicBezTo>
                <a:cubicBezTo>
                  <a:pt x="19376" y="95"/>
                  <a:pt x="19382" y="106"/>
                  <a:pt x="19387" y="117"/>
                </a:cubicBezTo>
                <a:cubicBezTo>
                  <a:pt x="19392" y="129"/>
                  <a:pt x="19395" y="141"/>
                  <a:pt x="19398" y="153"/>
                </a:cubicBezTo>
                <a:cubicBezTo>
                  <a:pt x="19400" y="165"/>
                  <a:pt x="19401" y="177"/>
                  <a:pt x="19401" y="190"/>
                </a:cubicBezTo>
                <a:lnTo>
                  <a:pt x="19401" y="10376"/>
                </a:lnTo>
                <a:cubicBezTo>
                  <a:pt x="19401" y="10388"/>
                  <a:pt x="19400" y="10401"/>
                  <a:pt x="19398" y="10413"/>
                </a:cubicBezTo>
                <a:cubicBezTo>
                  <a:pt x="19395" y="10425"/>
                  <a:pt x="19392" y="10437"/>
                  <a:pt x="19387" y="10449"/>
                </a:cubicBezTo>
                <a:cubicBezTo>
                  <a:pt x="19382" y="10460"/>
                  <a:pt x="19376" y="10471"/>
                  <a:pt x="19370" y="10481"/>
                </a:cubicBezTo>
                <a:cubicBezTo>
                  <a:pt x="19363" y="10492"/>
                  <a:pt x="19355" y="10501"/>
                  <a:pt x="19346" y="10510"/>
                </a:cubicBezTo>
                <a:cubicBezTo>
                  <a:pt x="19337" y="10519"/>
                  <a:pt x="19328" y="10527"/>
                  <a:pt x="19317" y="10534"/>
                </a:cubicBezTo>
                <a:cubicBezTo>
                  <a:pt x="19307" y="10541"/>
                  <a:pt x="19296" y="10546"/>
                  <a:pt x="19284" y="10551"/>
                </a:cubicBezTo>
                <a:cubicBezTo>
                  <a:pt x="19273" y="10556"/>
                  <a:pt x="19261" y="10560"/>
                  <a:pt x="19249" y="10562"/>
                </a:cubicBezTo>
                <a:cubicBezTo>
                  <a:pt x="19237" y="10564"/>
                  <a:pt x="19224" y="10566"/>
                  <a:pt x="19212" y="10566"/>
                </a:cubicBezTo>
                <a:lnTo>
                  <a:pt x="189" y="10566"/>
                </a:lnTo>
                <a:cubicBezTo>
                  <a:pt x="177" y="10566"/>
                  <a:pt x="165" y="10564"/>
                  <a:pt x="152" y="10562"/>
                </a:cubicBezTo>
                <a:cubicBezTo>
                  <a:pt x="140" y="10560"/>
                  <a:pt x="128" y="10556"/>
                  <a:pt x="117" y="10551"/>
                </a:cubicBezTo>
                <a:cubicBezTo>
                  <a:pt x="105" y="10546"/>
                  <a:pt x="94" y="10541"/>
                  <a:pt x="84" y="10534"/>
                </a:cubicBezTo>
                <a:cubicBezTo>
                  <a:pt x="74" y="10527"/>
                  <a:pt x="64" y="10519"/>
                  <a:pt x="55" y="10510"/>
                </a:cubicBezTo>
                <a:cubicBezTo>
                  <a:pt x="46" y="10501"/>
                  <a:pt x="39" y="10492"/>
                  <a:pt x="32" y="10481"/>
                </a:cubicBezTo>
                <a:cubicBezTo>
                  <a:pt x="25" y="10471"/>
                  <a:pt x="19" y="10460"/>
                  <a:pt x="14" y="10449"/>
                </a:cubicBezTo>
                <a:cubicBezTo>
                  <a:pt x="9" y="10437"/>
                  <a:pt x="6" y="10425"/>
                  <a:pt x="3" y="10413"/>
                </a:cubicBezTo>
                <a:cubicBezTo>
                  <a:pt x="1" y="10401"/>
                  <a:pt x="0" y="10388"/>
                  <a:pt x="0" y="10376"/>
                </a:cubicBezTo>
                <a:lnTo>
                  <a:pt x="0" y="190"/>
                </a:lnTo>
                <a:cubicBezTo>
                  <a:pt x="0" y="177"/>
                  <a:pt x="1" y="165"/>
                  <a:pt x="3" y="153"/>
                </a:cubicBezTo>
                <a:cubicBezTo>
                  <a:pt x="6" y="141"/>
                  <a:pt x="9" y="129"/>
                  <a:pt x="14" y="117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4"/>
                  <a:pt x="46" y="65"/>
                  <a:pt x="55" y="56"/>
                </a:cubicBezTo>
                <a:cubicBezTo>
                  <a:pt x="64" y="47"/>
                  <a:pt x="74" y="39"/>
                  <a:pt x="84" y="32"/>
                </a:cubicBezTo>
                <a:cubicBezTo>
                  <a:pt x="94" y="25"/>
                  <a:pt x="105" y="19"/>
                  <a:pt x="117" y="15"/>
                </a:cubicBezTo>
                <a:cubicBezTo>
                  <a:pt x="128" y="10"/>
                  <a:pt x="140" y="6"/>
                  <a:pt x="152" y="4"/>
                </a:cubicBezTo>
                <a:cubicBezTo>
                  <a:pt x="165" y="1"/>
                  <a:pt x="177" y="0"/>
                  <a:pt x="18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1175040" y="736560"/>
            <a:ext cx="6984360" cy="3803760"/>
          </a:xfrm>
          <a:custGeom>
            <a:avLst/>
            <a:gdLst/>
            <a:ahLst/>
            <a:rect l="0" t="0" r="r" b="b"/>
            <a:pathLst>
              <a:path w="19401" h="10566">
                <a:moveTo>
                  <a:pt x="189" y="0"/>
                </a:moveTo>
                <a:lnTo>
                  <a:pt x="19212" y="0"/>
                </a:lnTo>
                <a:cubicBezTo>
                  <a:pt x="19224" y="0"/>
                  <a:pt x="19237" y="1"/>
                  <a:pt x="19249" y="4"/>
                </a:cubicBezTo>
                <a:cubicBezTo>
                  <a:pt x="19261" y="6"/>
                  <a:pt x="19273" y="10"/>
                  <a:pt x="19284" y="15"/>
                </a:cubicBezTo>
                <a:cubicBezTo>
                  <a:pt x="19296" y="19"/>
                  <a:pt x="19307" y="25"/>
                  <a:pt x="19317" y="32"/>
                </a:cubicBezTo>
                <a:cubicBezTo>
                  <a:pt x="19328" y="39"/>
                  <a:pt x="19337" y="47"/>
                  <a:pt x="19346" y="56"/>
                </a:cubicBezTo>
                <a:cubicBezTo>
                  <a:pt x="19355" y="65"/>
                  <a:pt x="19363" y="74"/>
                  <a:pt x="19370" y="85"/>
                </a:cubicBezTo>
                <a:cubicBezTo>
                  <a:pt x="19376" y="95"/>
                  <a:pt x="19382" y="106"/>
                  <a:pt x="19387" y="117"/>
                </a:cubicBezTo>
                <a:cubicBezTo>
                  <a:pt x="19392" y="129"/>
                  <a:pt x="19395" y="141"/>
                  <a:pt x="19398" y="153"/>
                </a:cubicBezTo>
                <a:cubicBezTo>
                  <a:pt x="19400" y="165"/>
                  <a:pt x="19401" y="177"/>
                  <a:pt x="19401" y="190"/>
                </a:cubicBezTo>
                <a:lnTo>
                  <a:pt x="19401" y="10376"/>
                </a:lnTo>
                <a:cubicBezTo>
                  <a:pt x="19401" y="10388"/>
                  <a:pt x="19400" y="10401"/>
                  <a:pt x="19398" y="10413"/>
                </a:cubicBezTo>
                <a:cubicBezTo>
                  <a:pt x="19395" y="10425"/>
                  <a:pt x="19392" y="10437"/>
                  <a:pt x="19387" y="10449"/>
                </a:cubicBezTo>
                <a:cubicBezTo>
                  <a:pt x="19382" y="10460"/>
                  <a:pt x="19376" y="10471"/>
                  <a:pt x="19370" y="10481"/>
                </a:cubicBezTo>
                <a:cubicBezTo>
                  <a:pt x="19363" y="10492"/>
                  <a:pt x="19355" y="10501"/>
                  <a:pt x="19346" y="10510"/>
                </a:cubicBezTo>
                <a:cubicBezTo>
                  <a:pt x="19337" y="10519"/>
                  <a:pt x="19328" y="10527"/>
                  <a:pt x="19317" y="10534"/>
                </a:cubicBezTo>
                <a:cubicBezTo>
                  <a:pt x="19307" y="10541"/>
                  <a:pt x="19296" y="10546"/>
                  <a:pt x="19284" y="10551"/>
                </a:cubicBezTo>
                <a:cubicBezTo>
                  <a:pt x="19273" y="10556"/>
                  <a:pt x="19261" y="10560"/>
                  <a:pt x="19249" y="10562"/>
                </a:cubicBezTo>
                <a:cubicBezTo>
                  <a:pt x="19237" y="10564"/>
                  <a:pt x="19224" y="10566"/>
                  <a:pt x="19212" y="10566"/>
                </a:cubicBezTo>
                <a:lnTo>
                  <a:pt x="189" y="10566"/>
                </a:lnTo>
                <a:cubicBezTo>
                  <a:pt x="177" y="10566"/>
                  <a:pt x="165" y="10564"/>
                  <a:pt x="152" y="10562"/>
                </a:cubicBezTo>
                <a:cubicBezTo>
                  <a:pt x="140" y="10560"/>
                  <a:pt x="128" y="10556"/>
                  <a:pt x="117" y="10551"/>
                </a:cubicBezTo>
                <a:cubicBezTo>
                  <a:pt x="105" y="10546"/>
                  <a:pt x="94" y="10541"/>
                  <a:pt x="84" y="10534"/>
                </a:cubicBezTo>
                <a:cubicBezTo>
                  <a:pt x="74" y="10527"/>
                  <a:pt x="64" y="10519"/>
                  <a:pt x="55" y="10510"/>
                </a:cubicBezTo>
                <a:cubicBezTo>
                  <a:pt x="46" y="10501"/>
                  <a:pt x="39" y="10492"/>
                  <a:pt x="32" y="10481"/>
                </a:cubicBezTo>
                <a:cubicBezTo>
                  <a:pt x="25" y="10471"/>
                  <a:pt x="19" y="10460"/>
                  <a:pt x="14" y="10449"/>
                </a:cubicBezTo>
                <a:cubicBezTo>
                  <a:pt x="9" y="10437"/>
                  <a:pt x="6" y="10425"/>
                  <a:pt x="3" y="10413"/>
                </a:cubicBezTo>
                <a:cubicBezTo>
                  <a:pt x="1" y="10401"/>
                  <a:pt x="0" y="10388"/>
                  <a:pt x="0" y="10376"/>
                </a:cubicBezTo>
                <a:lnTo>
                  <a:pt x="0" y="190"/>
                </a:lnTo>
                <a:cubicBezTo>
                  <a:pt x="0" y="177"/>
                  <a:pt x="1" y="165"/>
                  <a:pt x="3" y="153"/>
                </a:cubicBezTo>
                <a:cubicBezTo>
                  <a:pt x="6" y="141"/>
                  <a:pt x="9" y="129"/>
                  <a:pt x="14" y="117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4"/>
                  <a:pt x="46" y="65"/>
                  <a:pt x="55" y="56"/>
                </a:cubicBezTo>
                <a:cubicBezTo>
                  <a:pt x="64" y="47"/>
                  <a:pt x="74" y="39"/>
                  <a:pt x="84" y="32"/>
                </a:cubicBezTo>
                <a:cubicBezTo>
                  <a:pt x="94" y="25"/>
                  <a:pt x="105" y="19"/>
                  <a:pt x="117" y="15"/>
                </a:cubicBezTo>
                <a:cubicBezTo>
                  <a:pt x="128" y="10"/>
                  <a:pt x="140" y="6"/>
                  <a:pt x="152" y="4"/>
                </a:cubicBezTo>
                <a:cubicBezTo>
                  <a:pt x="165" y="1"/>
                  <a:pt x="177" y="0"/>
                  <a:pt x="189" y="0"/>
                </a:cubicBezTo>
                <a:close/>
              </a:path>
            </a:pathLst>
          </a:custGeom>
          <a:noFill/>
          <a:ln w="648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9392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BEELD  9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253520" y="1006200"/>
            <a:ext cx="1235880" cy="328320"/>
          </a:xfrm>
          <a:custGeom>
            <a:avLst/>
            <a:gdLst/>
            <a:ahLst/>
            <a:rect l="0" t="0" r="r" b="b"/>
            <a:pathLst>
              <a:path w="3433" h="912">
                <a:moveTo>
                  <a:pt x="152" y="0"/>
                </a:moveTo>
                <a:lnTo>
                  <a:pt x="3282" y="0"/>
                </a:lnTo>
                <a:cubicBezTo>
                  <a:pt x="3292" y="0"/>
                  <a:pt x="3301" y="1"/>
                  <a:pt x="3311" y="3"/>
                </a:cubicBezTo>
                <a:cubicBezTo>
                  <a:pt x="3321" y="5"/>
                  <a:pt x="3331" y="8"/>
                  <a:pt x="3340" y="12"/>
                </a:cubicBezTo>
                <a:cubicBezTo>
                  <a:pt x="3349" y="16"/>
                  <a:pt x="3358" y="20"/>
                  <a:pt x="3366" y="26"/>
                </a:cubicBezTo>
                <a:cubicBezTo>
                  <a:pt x="3374" y="32"/>
                  <a:pt x="3382" y="38"/>
                  <a:pt x="3389" y="45"/>
                </a:cubicBezTo>
                <a:cubicBezTo>
                  <a:pt x="3396" y="52"/>
                  <a:pt x="3402" y="60"/>
                  <a:pt x="3408" y="68"/>
                </a:cubicBezTo>
                <a:cubicBezTo>
                  <a:pt x="3413" y="76"/>
                  <a:pt x="3418" y="85"/>
                  <a:pt x="3422" y="94"/>
                </a:cubicBezTo>
                <a:cubicBezTo>
                  <a:pt x="3426" y="103"/>
                  <a:pt x="3429" y="113"/>
                  <a:pt x="3430" y="123"/>
                </a:cubicBezTo>
                <a:cubicBezTo>
                  <a:pt x="3432" y="132"/>
                  <a:pt x="3433" y="142"/>
                  <a:pt x="3433" y="152"/>
                </a:cubicBezTo>
                <a:lnTo>
                  <a:pt x="3433" y="760"/>
                </a:lnTo>
                <a:cubicBezTo>
                  <a:pt x="3433" y="770"/>
                  <a:pt x="3432" y="780"/>
                  <a:pt x="3430" y="790"/>
                </a:cubicBezTo>
                <a:cubicBezTo>
                  <a:pt x="3429" y="799"/>
                  <a:pt x="3426" y="809"/>
                  <a:pt x="3422" y="818"/>
                </a:cubicBezTo>
                <a:cubicBezTo>
                  <a:pt x="3418" y="827"/>
                  <a:pt x="3413" y="836"/>
                  <a:pt x="3408" y="844"/>
                </a:cubicBezTo>
                <a:cubicBezTo>
                  <a:pt x="3402" y="853"/>
                  <a:pt x="3396" y="860"/>
                  <a:pt x="3389" y="867"/>
                </a:cubicBezTo>
                <a:cubicBezTo>
                  <a:pt x="3382" y="874"/>
                  <a:pt x="3374" y="881"/>
                  <a:pt x="3366" y="886"/>
                </a:cubicBezTo>
                <a:cubicBezTo>
                  <a:pt x="3358" y="892"/>
                  <a:pt x="3349" y="896"/>
                  <a:pt x="3340" y="900"/>
                </a:cubicBezTo>
                <a:cubicBezTo>
                  <a:pt x="3331" y="904"/>
                  <a:pt x="3321" y="907"/>
                  <a:pt x="3311" y="909"/>
                </a:cubicBezTo>
                <a:cubicBezTo>
                  <a:pt x="3301" y="911"/>
                  <a:pt x="3292" y="912"/>
                  <a:pt x="3282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3" y="900"/>
                </a:cubicBezTo>
                <a:cubicBezTo>
                  <a:pt x="84" y="896"/>
                  <a:pt x="75" y="892"/>
                  <a:pt x="67" y="886"/>
                </a:cubicBezTo>
                <a:cubicBezTo>
                  <a:pt x="59" y="881"/>
                  <a:pt x="51" y="874"/>
                  <a:pt x="44" y="867"/>
                </a:cubicBezTo>
                <a:cubicBezTo>
                  <a:pt x="37" y="860"/>
                  <a:pt x="31" y="853"/>
                  <a:pt x="25" y="844"/>
                </a:cubicBezTo>
                <a:cubicBezTo>
                  <a:pt x="20" y="836"/>
                  <a:pt x="15" y="827"/>
                  <a:pt x="11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2"/>
                  <a:pt x="67" y="26"/>
                </a:cubicBezTo>
                <a:cubicBezTo>
                  <a:pt x="75" y="20"/>
                  <a:pt x="84" y="16"/>
                  <a:pt x="93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253520" y="1006200"/>
            <a:ext cx="1235880" cy="328320"/>
          </a:xfrm>
          <a:custGeom>
            <a:avLst/>
            <a:gdLst/>
            <a:ahLst/>
            <a:rect l="0" t="0" r="r" b="b"/>
            <a:pathLst>
              <a:path w="3433" h="912">
                <a:moveTo>
                  <a:pt x="152" y="0"/>
                </a:moveTo>
                <a:lnTo>
                  <a:pt x="3282" y="0"/>
                </a:lnTo>
                <a:cubicBezTo>
                  <a:pt x="3292" y="0"/>
                  <a:pt x="3301" y="1"/>
                  <a:pt x="3311" y="3"/>
                </a:cubicBezTo>
                <a:cubicBezTo>
                  <a:pt x="3321" y="5"/>
                  <a:pt x="3331" y="8"/>
                  <a:pt x="3340" y="12"/>
                </a:cubicBezTo>
                <a:cubicBezTo>
                  <a:pt x="3349" y="16"/>
                  <a:pt x="3358" y="20"/>
                  <a:pt x="3366" y="26"/>
                </a:cubicBezTo>
                <a:cubicBezTo>
                  <a:pt x="3374" y="32"/>
                  <a:pt x="3382" y="38"/>
                  <a:pt x="3389" y="45"/>
                </a:cubicBezTo>
                <a:cubicBezTo>
                  <a:pt x="3396" y="52"/>
                  <a:pt x="3402" y="60"/>
                  <a:pt x="3408" y="68"/>
                </a:cubicBezTo>
                <a:cubicBezTo>
                  <a:pt x="3413" y="76"/>
                  <a:pt x="3418" y="85"/>
                  <a:pt x="3422" y="94"/>
                </a:cubicBezTo>
                <a:cubicBezTo>
                  <a:pt x="3426" y="103"/>
                  <a:pt x="3429" y="113"/>
                  <a:pt x="3430" y="123"/>
                </a:cubicBezTo>
                <a:cubicBezTo>
                  <a:pt x="3432" y="132"/>
                  <a:pt x="3433" y="142"/>
                  <a:pt x="3433" y="152"/>
                </a:cubicBezTo>
                <a:lnTo>
                  <a:pt x="3433" y="760"/>
                </a:lnTo>
                <a:cubicBezTo>
                  <a:pt x="3433" y="770"/>
                  <a:pt x="3432" y="780"/>
                  <a:pt x="3430" y="790"/>
                </a:cubicBezTo>
                <a:cubicBezTo>
                  <a:pt x="3429" y="799"/>
                  <a:pt x="3426" y="809"/>
                  <a:pt x="3422" y="818"/>
                </a:cubicBezTo>
                <a:cubicBezTo>
                  <a:pt x="3418" y="827"/>
                  <a:pt x="3413" y="836"/>
                  <a:pt x="3408" y="844"/>
                </a:cubicBezTo>
                <a:cubicBezTo>
                  <a:pt x="3402" y="853"/>
                  <a:pt x="3396" y="860"/>
                  <a:pt x="3389" y="867"/>
                </a:cubicBezTo>
                <a:cubicBezTo>
                  <a:pt x="3382" y="874"/>
                  <a:pt x="3374" y="881"/>
                  <a:pt x="3366" y="886"/>
                </a:cubicBezTo>
                <a:cubicBezTo>
                  <a:pt x="3358" y="892"/>
                  <a:pt x="3349" y="896"/>
                  <a:pt x="3340" y="900"/>
                </a:cubicBezTo>
                <a:cubicBezTo>
                  <a:pt x="3331" y="904"/>
                  <a:pt x="3321" y="907"/>
                  <a:pt x="3311" y="909"/>
                </a:cubicBezTo>
                <a:cubicBezTo>
                  <a:pt x="3301" y="911"/>
                  <a:pt x="3292" y="912"/>
                  <a:pt x="3282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3" y="900"/>
                </a:cubicBezTo>
                <a:cubicBezTo>
                  <a:pt x="84" y="896"/>
                  <a:pt x="75" y="892"/>
                  <a:pt x="67" y="886"/>
                </a:cubicBezTo>
                <a:cubicBezTo>
                  <a:pt x="59" y="881"/>
                  <a:pt x="51" y="874"/>
                  <a:pt x="44" y="867"/>
                </a:cubicBezTo>
                <a:cubicBezTo>
                  <a:pt x="37" y="860"/>
                  <a:pt x="31" y="853"/>
                  <a:pt x="25" y="844"/>
                </a:cubicBezTo>
                <a:cubicBezTo>
                  <a:pt x="20" y="836"/>
                  <a:pt x="15" y="827"/>
                  <a:pt x="11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2"/>
                  <a:pt x="67" y="26"/>
                </a:cubicBezTo>
                <a:cubicBezTo>
                  <a:pt x="75" y="20"/>
                  <a:pt x="84" y="16"/>
                  <a:pt x="93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2352600" y="1074600"/>
            <a:ext cx="68760" cy="41400"/>
          </a:xfrm>
          <a:custGeom>
            <a:avLst/>
            <a:gdLst/>
            <a:ahLst/>
            <a:rect l="0" t="0" r="r" b="b"/>
            <a:pathLst>
              <a:path w="191" h="115">
                <a:moveTo>
                  <a:pt x="57" y="0"/>
                </a:moveTo>
                <a:lnTo>
                  <a:pt x="133" y="0"/>
                </a:lnTo>
                <a:cubicBezTo>
                  <a:pt x="140" y="0"/>
                  <a:pt x="148" y="2"/>
                  <a:pt x="155" y="4"/>
                </a:cubicBezTo>
                <a:cubicBezTo>
                  <a:pt x="162" y="7"/>
                  <a:pt x="168" y="12"/>
                  <a:pt x="173" y="18"/>
                </a:cubicBezTo>
                <a:cubicBezTo>
                  <a:pt x="179" y="23"/>
                  <a:pt x="184" y="29"/>
                  <a:pt x="186" y="36"/>
                </a:cubicBezTo>
                <a:cubicBezTo>
                  <a:pt x="189" y="43"/>
                  <a:pt x="191" y="50"/>
                  <a:pt x="191" y="58"/>
                </a:cubicBezTo>
                <a:cubicBezTo>
                  <a:pt x="191" y="66"/>
                  <a:pt x="189" y="73"/>
                  <a:pt x="186" y="80"/>
                </a:cubicBezTo>
                <a:cubicBezTo>
                  <a:pt x="184" y="87"/>
                  <a:pt x="179" y="93"/>
                  <a:pt x="173" y="98"/>
                </a:cubicBezTo>
                <a:cubicBezTo>
                  <a:pt x="168" y="104"/>
                  <a:pt x="162" y="108"/>
                  <a:pt x="155" y="111"/>
                </a:cubicBezTo>
                <a:cubicBezTo>
                  <a:pt x="148" y="113"/>
                  <a:pt x="140" y="115"/>
                  <a:pt x="133" y="115"/>
                </a:cubicBezTo>
                <a:lnTo>
                  <a:pt x="57" y="115"/>
                </a:lnTo>
                <a:cubicBezTo>
                  <a:pt x="49" y="115"/>
                  <a:pt x="42" y="113"/>
                  <a:pt x="35" y="111"/>
                </a:cubicBezTo>
                <a:cubicBezTo>
                  <a:pt x="28" y="108"/>
                  <a:pt x="22" y="104"/>
                  <a:pt x="17" y="98"/>
                </a:cubicBezTo>
                <a:cubicBezTo>
                  <a:pt x="11" y="93"/>
                  <a:pt x="7" y="87"/>
                  <a:pt x="4" y="80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0"/>
                  <a:pt x="2" y="43"/>
                  <a:pt x="4" y="36"/>
                </a:cubicBezTo>
                <a:cubicBezTo>
                  <a:pt x="7" y="29"/>
                  <a:pt x="11" y="23"/>
                  <a:pt x="17" y="18"/>
                </a:cubicBezTo>
                <a:cubicBezTo>
                  <a:pt x="22" y="12"/>
                  <a:pt x="28" y="7"/>
                  <a:pt x="35" y="4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407320" y="1074600"/>
            <a:ext cx="27720" cy="41400"/>
          </a:xfrm>
          <a:custGeom>
            <a:avLst/>
            <a:gdLst/>
            <a:ahLst/>
            <a:rect l="0" t="0" r="r" b="b"/>
            <a:pathLst>
              <a:path w="77" h="115">
                <a:moveTo>
                  <a:pt x="77" y="58"/>
                </a:moveTo>
                <a:cubicBezTo>
                  <a:pt x="77" y="66"/>
                  <a:pt x="76" y="73"/>
                  <a:pt x="74" y="80"/>
                </a:cubicBezTo>
                <a:cubicBezTo>
                  <a:pt x="72" y="87"/>
                  <a:pt x="69" y="93"/>
                  <a:pt x="66" y="98"/>
                </a:cubicBezTo>
                <a:cubicBezTo>
                  <a:pt x="62" y="104"/>
                  <a:pt x="58" y="108"/>
                  <a:pt x="53" y="111"/>
                </a:cubicBezTo>
                <a:cubicBezTo>
                  <a:pt x="49" y="113"/>
                  <a:pt x="44" y="115"/>
                  <a:pt x="39" y="115"/>
                </a:cubicBezTo>
                <a:cubicBezTo>
                  <a:pt x="34" y="115"/>
                  <a:pt x="29" y="113"/>
                  <a:pt x="23" y="111"/>
                </a:cubicBezTo>
                <a:cubicBezTo>
                  <a:pt x="19" y="108"/>
                  <a:pt x="14" y="104"/>
                  <a:pt x="11" y="98"/>
                </a:cubicBezTo>
                <a:cubicBezTo>
                  <a:pt x="7" y="93"/>
                  <a:pt x="5" y="87"/>
                  <a:pt x="3" y="80"/>
                </a:cubicBezTo>
                <a:cubicBezTo>
                  <a:pt x="1" y="73"/>
                  <a:pt x="0" y="66"/>
                  <a:pt x="0" y="58"/>
                </a:cubicBezTo>
                <a:cubicBezTo>
                  <a:pt x="0" y="50"/>
                  <a:pt x="1" y="43"/>
                  <a:pt x="3" y="36"/>
                </a:cubicBezTo>
                <a:cubicBezTo>
                  <a:pt x="5" y="29"/>
                  <a:pt x="7" y="23"/>
                  <a:pt x="11" y="18"/>
                </a:cubicBezTo>
                <a:cubicBezTo>
                  <a:pt x="14" y="12"/>
                  <a:pt x="19" y="7"/>
                  <a:pt x="23" y="4"/>
                </a:cubicBezTo>
                <a:cubicBezTo>
                  <a:pt x="29" y="2"/>
                  <a:pt x="34" y="0"/>
                  <a:pt x="39" y="0"/>
                </a:cubicBezTo>
                <a:cubicBezTo>
                  <a:pt x="44" y="0"/>
                  <a:pt x="49" y="2"/>
                  <a:pt x="53" y="4"/>
                </a:cubicBezTo>
                <a:cubicBezTo>
                  <a:pt x="58" y="7"/>
                  <a:pt x="62" y="12"/>
                  <a:pt x="66" y="18"/>
                </a:cubicBezTo>
                <a:cubicBezTo>
                  <a:pt x="69" y="23"/>
                  <a:pt x="72" y="29"/>
                  <a:pt x="74" y="36"/>
                </a:cubicBezTo>
                <a:cubicBezTo>
                  <a:pt x="76" y="43"/>
                  <a:pt x="77" y="50"/>
                  <a:pt x="77" y="58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1253520" y="788400"/>
            <a:ext cx="34084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321920" y="1053360"/>
            <a:ext cx="107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557440" y="1006200"/>
            <a:ext cx="4390200" cy="328320"/>
          </a:xfrm>
          <a:custGeom>
            <a:avLst/>
            <a:gdLst/>
            <a:ahLst/>
            <a:rect l="0" t="0" r="r" b="b"/>
            <a:pathLst>
              <a:path w="12195" h="912">
                <a:moveTo>
                  <a:pt x="152" y="0"/>
                </a:moveTo>
                <a:lnTo>
                  <a:pt x="12044" y="0"/>
                </a:lnTo>
                <a:cubicBezTo>
                  <a:pt x="12054" y="0"/>
                  <a:pt x="12063" y="1"/>
                  <a:pt x="12073" y="3"/>
                </a:cubicBezTo>
                <a:cubicBezTo>
                  <a:pt x="12083" y="5"/>
                  <a:pt x="12092" y="8"/>
                  <a:pt x="12102" y="12"/>
                </a:cubicBezTo>
                <a:cubicBezTo>
                  <a:pt x="12111" y="16"/>
                  <a:pt x="12120" y="20"/>
                  <a:pt x="12128" y="26"/>
                </a:cubicBezTo>
                <a:cubicBezTo>
                  <a:pt x="12136" y="32"/>
                  <a:pt x="12144" y="38"/>
                  <a:pt x="12151" y="45"/>
                </a:cubicBezTo>
                <a:cubicBezTo>
                  <a:pt x="12158" y="52"/>
                  <a:pt x="12164" y="60"/>
                  <a:pt x="12170" y="68"/>
                </a:cubicBezTo>
                <a:cubicBezTo>
                  <a:pt x="12175" y="76"/>
                  <a:pt x="12180" y="85"/>
                  <a:pt x="12184" y="94"/>
                </a:cubicBezTo>
                <a:cubicBezTo>
                  <a:pt x="12188" y="103"/>
                  <a:pt x="12190" y="113"/>
                  <a:pt x="12192" y="123"/>
                </a:cubicBezTo>
                <a:cubicBezTo>
                  <a:pt x="12194" y="132"/>
                  <a:pt x="12195" y="142"/>
                  <a:pt x="12195" y="152"/>
                </a:cubicBezTo>
                <a:lnTo>
                  <a:pt x="12195" y="760"/>
                </a:lnTo>
                <a:cubicBezTo>
                  <a:pt x="12195" y="770"/>
                  <a:pt x="12194" y="780"/>
                  <a:pt x="12192" y="790"/>
                </a:cubicBezTo>
                <a:cubicBezTo>
                  <a:pt x="12190" y="799"/>
                  <a:pt x="12188" y="809"/>
                  <a:pt x="12184" y="818"/>
                </a:cubicBezTo>
                <a:cubicBezTo>
                  <a:pt x="12180" y="827"/>
                  <a:pt x="12175" y="836"/>
                  <a:pt x="12170" y="844"/>
                </a:cubicBezTo>
                <a:cubicBezTo>
                  <a:pt x="12164" y="853"/>
                  <a:pt x="12158" y="860"/>
                  <a:pt x="12151" y="867"/>
                </a:cubicBezTo>
                <a:cubicBezTo>
                  <a:pt x="12144" y="874"/>
                  <a:pt x="12136" y="881"/>
                  <a:pt x="12128" y="886"/>
                </a:cubicBezTo>
                <a:cubicBezTo>
                  <a:pt x="12120" y="892"/>
                  <a:pt x="12111" y="896"/>
                  <a:pt x="12102" y="900"/>
                </a:cubicBezTo>
                <a:cubicBezTo>
                  <a:pt x="12092" y="904"/>
                  <a:pt x="12083" y="907"/>
                  <a:pt x="12073" y="909"/>
                </a:cubicBezTo>
                <a:cubicBezTo>
                  <a:pt x="12063" y="911"/>
                  <a:pt x="12054" y="912"/>
                  <a:pt x="12044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4" y="900"/>
                </a:cubicBezTo>
                <a:cubicBezTo>
                  <a:pt x="84" y="896"/>
                  <a:pt x="76" y="892"/>
                  <a:pt x="67" y="886"/>
                </a:cubicBezTo>
                <a:cubicBezTo>
                  <a:pt x="59" y="881"/>
                  <a:pt x="52" y="874"/>
                  <a:pt x="44" y="867"/>
                </a:cubicBezTo>
                <a:cubicBezTo>
                  <a:pt x="37" y="860"/>
                  <a:pt x="31" y="853"/>
                  <a:pt x="26" y="844"/>
                </a:cubicBezTo>
                <a:cubicBezTo>
                  <a:pt x="20" y="836"/>
                  <a:pt x="15" y="827"/>
                  <a:pt x="12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2" y="94"/>
                </a:cubicBezTo>
                <a:cubicBezTo>
                  <a:pt x="15" y="85"/>
                  <a:pt x="20" y="76"/>
                  <a:pt x="26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2" y="38"/>
                  <a:pt x="59" y="32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557440" y="1006200"/>
            <a:ext cx="4390200" cy="328320"/>
          </a:xfrm>
          <a:custGeom>
            <a:avLst/>
            <a:gdLst/>
            <a:ahLst/>
            <a:rect l="0" t="0" r="r" b="b"/>
            <a:pathLst>
              <a:path w="12195" h="912">
                <a:moveTo>
                  <a:pt x="152" y="0"/>
                </a:moveTo>
                <a:lnTo>
                  <a:pt x="12044" y="0"/>
                </a:lnTo>
                <a:cubicBezTo>
                  <a:pt x="12054" y="0"/>
                  <a:pt x="12063" y="1"/>
                  <a:pt x="12073" y="3"/>
                </a:cubicBezTo>
                <a:cubicBezTo>
                  <a:pt x="12083" y="5"/>
                  <a:pt x="12092" y="8"/>
                  <a:pt x="12102" y="12"/>
                </a:cubicBezTo>
                <a:cubicBezTo>
                  <a:pt x="12111" y="16"/>
                  <a:pt x="12120" y="20"/>
                  <a:pt x="12128" y="26"/>
                </a:cubicBezTo>
                <a:cubicBezTo>
                  <a:pt x="12136" y="32"/>
                  <a:pt x="12144" y="38"/>
                  <a:pt x="12151" y="45"/>
                </a:cubicBezTo>
                <a:cubicBezTo>
                  <a:pt x="12158" y="52"/>
                  <a:pt x="12164" y="60"/>
                  <a:pt x="12170" y="68"/>
                </a:cubicBezTo>
                <a:cubicBezTo>
                  <a:pt x="12175" y="76"/>
                  <a:pt x="12180" y="85"/>
                  <a:pt x="12184" y="94"/>
                </a:cubicBezTo>
                <a:cubicBezTo>
                  <a:pt x="12188" y="103"/>
                  <a:pt x="12190" y="113"/>
                  <a:pt x="12192" y="123"/>
                </a:cubicBezTo>
                <a:cubicBezTo>
                  <a:pt x="12194" y="132"/>
                  <a:pt x="12195" y="142"/>
                  <a:pt x="12195" y="152"/>
                </a:cubicBezTo>
                <a:lnTo>
                  <a:pt x="12195" y="760"/>
                </a:lnTo>
                <a:cubicBezTo>
                  <a:pt x="12195" y="770"/>
                  <a:pt x="12194" y="780"/>
                  <a:pt x="12192" y="790"/>
                </a:cubicBezTo>
                <a:cubicBezTo>
                  <a:pt x="12190" y="799"/>
                  <a:pt x="12188" y="809"/>
                  <a:pt x="12184" y="818"/>
                </a:cubicBezTo>
                <a:cubicBezTo>
                  <a:pt x="12180" y="827"/>
                  <a:pt x="12175" y="836"/>
                  <a:pt x="12170" y="844"/>
                </a:cubicBezTo>
                <a:cubicBezTo>
                  <a:pt x="12164" y="853"/>
                  <a:pt x="12158" y="860"/>
                  <a:pt x="12151" y="867"/>
                </a:cubicBezTo>
                <a:cubicBezTo>
                  <a:pt x="12144" y="874"/>
                  <a:pt x="12136" y="881"/>
                  <a:pt x="12128" y="886"/>
                </a:cubicBezTo>
                <a:cubicBezTo>
                  <a:pt x="12120" y="892"/>
                  <a:pt x="12111" y="896"/>
                  <a:pt x="12102" y="900"/>
                </a:cubicBezTo>
                <a:cubicBezTo>
                  <a:pt x="12092" y="904"/>
                  <a:pt x="12083" y="907"/>
                  <a:pt x="12073" y="909"/>
                </a:cubicBezTo>
                <a:cubicBezTo>
                  <a:pt x="12063" y="911"/>
                  <a:pt x="12054" y="912"/>
                  <a:pt x="12044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4" y="900"/>
                </a:cubicBezTo>
                <a:cubicBezTo>
                  <a:pt x="84" y="896"/>
                  <a:pt x="76" y="892"/>
                  <a:pt x="67" y="886"/>
                </a:cubicBezTo>
                <a:cubicBezTo>
                  <a:pt x="59" y="881"/>
                  <a:pt x="52" y="874"/>
                  <a:pt x="44" y="867"/>
                </a:cubicBezTo>
                <a:cubicBezTo>
                  <a:pt x="37" y="860"/>
                  <a:pt x="31" y="853"/>
                  <a:pt x="26" y="844"/>
                </a:cubicBezTo>
                <a:cubicBezTo>
                  <a:pt x="20" y="836"/>
                  <a:pt x="15" y="827"/>
                  <a:pt x="12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2" y="94"/>
                </a:cubicBezTo>
                <a:cubicBezTo>
                  <a:pt x="15" y="85"/>
                  <a:pt x="20" y="76"/>
                  <a:pt x="26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2" y="38"/>
                  <a:pt x="59" y="32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6804000" y="1054080"/>
            <a:ext cx="89280" cy="82440"/>
          </a:xfrm>
          <a:custGeom>
            <a:avLst/>
            <a:gdLst/>
            <a:ahLst/>
            <a:rect l="0" t="0" r="r" b="b"/>
            <a:pathLst>
              <a:path w="248" h="229">
                <a:moveTo>
                  <a:pt x="0" y="57"/>
                </a:moveTo>
                <a:lnTo>
                  <a:pt x="152" y="57"/>
                </a:lnTo>
                <a:lnTo>
                  <a:pt x="152" y="0"/>
                </a:lnTo>
                <a:lnTo>
                  <a:pt x="248" y="114"/>
                </a:lnTo>
                <a:lnTo>
                  <a:pt x="152" y="229"/>
                </a:lnTo>
                <a:lnTo>
                  <a:pt x="152" y="172"/>
                </a:lnTo>
                <a:lnTo>
                  <a:pt x="0" y="172"/>
                </a:lnTo>
                <a:lnTo>
                  <a:pt x="0" y="57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1321920" y="116352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2625840" y="1053360"/>
            <a:ext cx="451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1603440" y="1334160"/>
            <a:ext cx="10440" cy="136800"/>
          </a:xfrm>
          <a:custGeom>
            <a:avLst/>
            <a:gdLst/>
            <a:ahLst/>
            <a:rect l="0" t="0" r="r" b="b"/>
            <a:pathLst>
              <a:path w="29" h="380">
                <a:moveTo>
                  <a:pt x="29" y="0"/>
                </a:moveTo>
                <a:lnTo>
                  <a:pt x="29" y="57"/>
                </a:lnTo>
                <a:lnTo>
                  <a:pt x="0" y="57"/>
                </a:lnTo>
                <a:lnTo>
                  <a:pt x="0" y="0"/>
                </a:lnTo>
                <a:lnTo>
                  <a:pt x="29" y="0"/>
                </a:lnTo>
                <a:moveTo>
                  <a:pt x="29" y="114"/>
                </a:moveTo>
                <a:lnTo>
                  <a:pt x="29" y="171"/>
                </a:lnTo>
                <a:lnTo>
                  <a:pt x="0" y="171"/>
                </a:lnTo>
                <a:lnTo>
                  <a:pt x="0" y="114"/>
                </a:lnTo>
                <a:lnTo>
                  <a:pt x="29" y="114"/>
                </a:lnTo>
                <a:moveTo>
                  <a:pt x="29" y="227"/>
                </a:moveTo>
                <a:lnTo>
                  <a:pt x="29" y="285"/>
                </a:lnTo>
                <a:lnTo>
                  <a:pt x="0" y="285"/>
                </a:lnTo>
                <a:lnTo>
                  <a:pt x="0" y="227"/>
                </a:lnTo>
                <a:lnTo>
                  <a:pt x="29" y="227"/>
                </a:lnTo>
                <a:moveTo>
                  <a:pt x="29" y="342"/>
                </a:moveTo>
                <a:lnTo>
                  <a:pt x="29" y="380"/>
                </a:lnTo>
                <a:lnTo>
                  <a:pt x="0" y="380"/>
                </a:lnTo>
                <a:lnTo>
                  <a:pt x="0" y="342"/>
                </a:lnTo>
                <a:lnTo>
                  <a:pt x="29" y="34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1574280" y="1429560"/>
            <a:ext cx="68760" cy="41400"/>
          </a:xfrm>
          <a:custGeom>
            <a:avLst/>
            <a:gdLst/>
            <a:ahLst/>
            <a:rect l="0" t="0" r="r" b="b"/>
            <a:pathLst>
              <a:path fill="none" w="191" h="115">
                <a:moveTo>
                  <a:pt x="0" y="0"/>
                </a:moveTo>
                <a:lnTo>
                  <a:pt x="96" y="115"/>
                </a:lnTo>
                <a:lnTo>
                  <a:pt x="191" y="0"/>
                </a:lnTo>
              </a:path>
            </a:pathLst>
          </a:custGeom>
          <a:ln w="1008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1444680" y="1497960"/>
            <a:ext cx="4390200" cy="1413720"/>
          </a:xfrm>
          <a:custGeom>
            <a:avLst/>
            <a:gdLst/>
            <a:ahLst/>
            <a:rect l="0" t="0" r="r" b="b"/>
            <a:pathLst>
              <a:path w="12195" h="3927">
                <a:moveTo>
                  <a:pt x="0" y="0"/>
                </a:moveTo>
                <a:lnTo>
                  <a:pt x="12195" y="0"/>
                </a:lnTo>
                <a:lnTo>
                  <a:pt x="12195" y="3927"/>
                </a:lnTo>
                <a:lnTo>
                  <a:pt x="0" y="392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444680" y="1497960"/>
            <a:ext cx="4390200" cy="1413720"/>
          </a:xfrm>
          <a:custGeom>
            <a:avLst/>
            <a:gdLst/>
            <a:ahLst/>
            <a:rect l="0" t="0" r="r" b="b"/>
            <a:pathLst>
              <a:path w="12195" h="3927">
                <a:moveTo>
                  <a:pt x="0" y="0"/>
                </a:moveTo>
                <a:lnTo>
                  <a:pt x="12195" y="0"/>
                </a:lnTo>
                <a:lnTo>
                  <a:pt x="12195" y="3927"/>
                </a:lnTo>
                <a:lnTo>
                  <a:pt x="0" y="3927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5698080" y="1552680"/>
            <a:ext cx="82080" cy="68400"/>
          </a:xfrm>
          <a:custGeom>
            <a:avLst/>
            <a:gdLst/>
            <a:ahLst/>
            <a:rect l="0" t="0" r="r" b="b"/>
            <a:pathLst>
              <a:path w="228" h="190">
                <a:moveTo>
                  <a:pt x="0" y="0"/>
                </a:moveTo>
                <a:lnTo>
                  <a:pt x="228" y="0"/>
                </a:lnTo>
                <a:lnTo>
                  <a:pt x="228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5698080" y="157644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625840" y="1163520"/>
            <a:ext cx="3681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513080" y="1544760"/>
            <a:ext cx="1312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1540080" y="2017080"/>
            <a:ext cx="3974040" cy="443880"/>
          </a:xfrm>
          <a:custGeom>
            <a:avLst/>
            <a:gdLst/>
            <a:ahLst/>
            <a:rect l="0" t="0" r="r" b="b"/>
            <a:pathLst>
              <a:path w="11039" h="1233">
                <a:moveTo>
                  <a:pt x="0" y="0"/>
                </a:moveTo>
                <a:lnTo>
                  <a:pt x="11039" y="0"/>
                </a:lnTo>
                <a:lnTo>
                  <a:pt x="11039" y="1233"/>
                </a:lnTo>
                <a:lnTo>
                  <a:pt x="0" y="12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1540080" y="2017080"/>
            <a:ext cx="3974040" cy="443880"/>
          </a:xfrm>
          <a:custGeom>
            <a:avLst/>
            <a:gdLst/>
            <a:ahLst/>
            <a:rect l="0" t="0" r="r" b="b"/>
            <a:pathLst>
              <a:path w="11039" h="1233">
                <a:moveTo>
                  <a:pt x="0" y="0"/>
                </a:moveTo>
                <a:lnTo>
                  <a:pt x="11039" y="0"/>
                </a:lnTo>
                <a:lnTo>
                  <a:pt x="11039" y="1233"/>
                </a:lnTo>
                <a:lnTo>
                  <a:pt x="0" y="1233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76960" y="207144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5376960" y="209556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1513080" y="1655280"/>
            <a:ext cx="36918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1608480" y="2063880"/>
            <a:ext cx="1131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1608480" y="2174040"/>
            <a:ext cx="24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1540080" y="2515320"/>
            <a:ext cx="2683440" cy="327960"/>
          </a:xfrm>
          <a:custGeom>
            <a:avLst/>
            <a:gdLst/>
            <a:ahLst/>
            <a:rect l="0" t="0" r="r" b="b"/>
            <a:pathLst>
              <a:path w="7454" h="911">
                <a:moveTo>
                  <a:pt x="0" y="0"/>
                </a:moveTo>
                <a:lnTo>
                  <a:pt x="7454" y="0"/>
                </a:lnTo>
                <a:lnTo>
                  <a:pt x="7454" y="911"/>
                </a:lnTo>
                <a:lnTo>
                  <a:pt x="0" y="9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536840" y="2512080"/>
            <a:ext cx="2690280" cy="334800"/>
          </a:xfrm>
          <a:custGeom>
            <a:avLst/>
            <a:gdLst/>
            <a:ahLst/>
            <a:rect l="0" t="0" r="r" b="b"/>
            <a:pathLst>
              <a:path w="7473" h="930">
                <a:moveTo>
                  <a:pt x="161" y="0"/>
                </a:moveTo>
                <a:lnTo>
                  <a:pt x="256" y="0"/>
                </a:lnTo>
                <a:lnTo>
                  <a:pt x="256" y="19"/>
                </a:lnTo>
                <a:lnTo>
                  <a:pt x="161" y="19"/>
                </a:lnTo>
                <a:lnTo>
                  <a:pt x="161" y="0"/>
                </a:lnTo>
                <a:moveTo>
                  <a:pt x="313" y="0"/>
                </a:moveTo>
                <a:lnTo>
                  <a:pt x="408" y="0"/>
                </a:lnTo>
                <a:lnTo>
                  <a:pt x="408" y="19"/>
                </a:lnTo>
                <a:lnTo>
                  <a:pt x="313" y="19"/>
                </a:lnTo>
                <a:lnTo>
                  <a:pt x="313" y="0"/>
                </a:lnTo>
                <a:moveTo>
                  <a:pt x="464" y="0"/>
                </a:moveTo>
                <a:lnTo>
                  <a:pt x="559" y="0"/>
                </a:lnTo>
                <a:lnTo>
                  <a:pt x="559" y="19"/>
                </a:lnTo>
                <a:lnTo>
                  <a:pt x="464" y="19"/>
                </a:lnTo>
                <a:lnTo>
                  <a:pt x="464" y="0"/>
                </a:lnTo>
                <a:moveTo>
                  <a:pt x="616" y="0"/>
                </a:moveTo>
                <a:lnTo>
                  <a:pt x="711" y="0"/>
                </a:lnTo>
                <a:lnTo>
                  <a:pt x="711" y="19"/>
                </a:lnTo>
                <a:lnTo>
                  <a:pt x="616" y="19"/>
                </a:lnTo>
                <a:lnTo>
                  <a:pt x="616" y="0"/>
                </a:lnTo>
                <a:moveTo>
                  <a:pt x="768" y="0"/>
                </a:moveTo>
                <a:lnTo>
                  <a:pt x="863" y="0"/>
                </a:lnTo>
                <a:lnTo>
                  <a:pt x="863" y="19"/>
                </a:lnTo>
                <a:lnTo>
                  <a:pt x="768" y="19"/>
                </a:lnTo>
                <a:lnTo>
                  <a:pt x="768" y="0"/>
                </a:lnTo>
                <a:moveTo>
                  <a:pt x="920" y="0"/>
                </a:moveTo>
                <a:lnTo>
                  <a:pt x="1014" y="0"/>
                </a:lnTo>
                <a:lnTo>
                  <a:pt x="1014" y="19"/>
                </a:lnTo>
                <a:lnTo>
                  <a:pt x="920" y="19"/>
                </a:lnTo>
                <a:lnTo>
                  <a:pt x="920" y="0"/>
                </a:lnTo>
                <a:moveTo>
                  <a:pt x="1071" y="0"/>
                </a:moveTo>
                <a:lnTo>
                  <a:pt x="1166" y="0"/>
                </a:lnTo>
                <a:lnTo>
                  <a:pt x="1166" y="19"/>
                </a:lnTo>
                <a:lnTo>
                  <a:pt x="1071" y="19"/>
                </a:lnTo>
                <a:lnTo>
                  <a:pt x="1071" y="0"/>
                </a:lnTo>
                <a:moveTo>
                  <a:pt x="1223" y="0"/>
                </a:moveTo>
                <a:lnTo>
                  <a:pt x="1318" y="0"/>
                </a:lnTo>
                <a:lnTo>
                  <a:pt x="1318" y="19"/>
                </a:lnTo>
                <a:lnTo>
                  <a:pt x="1223" y="19"/>
                </a:lnTo>
                <a:lnTo>
                  <a:pt x="1223" y="0"/>
                </a:lnTo>
                <a:moveTo>
                  <a:pt x="1375" y="0"/>
                </a:moveTo>
                <a:lnTo>
                  <a:pt x="1470" y="0"/>
                </a:lnTo>
                <a:lnTo>
                  <a:pt x="1470" y="19"/>
                </a:lnTo>
                <a:lnTo>
                  <a:pt x="1375" y="19"/>
                </a:lnTo>
                <a:lnTo>
                  <a:pt x="1375" y="0"/>
                </a:lnTo>
                <a:moveTo>
                  <a:pt x="1526" y="0"/>
                </a:moveTo>
                <a:lnTo>
                  <a:pt x="1621" y="0"/>
                </a:lnTo>
                <a:lnTo>
                  <a:pt x="1621" y="19"/>
                </a:lnTo>
                <a:lnTo>
                  <a:pt x="1526" y="19"/>
                </a:lnTo>
                <a:lnTo>
                  <a:pt x="1526" y="0"/>
                </a:lnTo>
                <a:moveTo>
                  <a:pt x="1678" y="0"/>
                </a:moveTo>
                <a:lnTo>
                  <a:pt x="1773" y="0"/>
                </a:lnTo>
                <a:lnTo>
                  <a:pt x="1773" y="19"/>
                </a:lnTo>
                <a:lnTo>
                  <a:pt x="1678" y="19"/>
                </a:lnTo>
                <a:lnTo>
                  <a:pt x="1678" y="0"/>
                </a:lnTo>
                <a:moveTo>
                  <a:pt x="1830" y="0"/>
                </a:moveTo>
                <a:lnTo>
                  <a:pt x="1925" y="0"/>
                </a:lnTo>
                <a:lnTo>
                  <a:pt x="1925" y="19"/>
                </a:lnTo>
                <a:lnTo>
                  <a:pt x="1830" y="19"/>
                </a:lnTo>
                <a:lnTo>
                  <a:pt x="1830" y="0"/>
                </a:lnTo>
                <a:moveTo>
                  <a:pt x="1982" y="0"/>
                </a:moveTo>
                <a:lnTo>
                  <a:pt x="2076" y="0"/>
                </a:lnTo>
                <a:lnTo>
                  <a:pt x="2076" y="19"/>
                </a:lnTo>
                <a:lnTo>
                  <a:pt x="1982" y="19"/>
                </a:lnTo>
                <a:lnTo>
                  <a:pt x="1982" y="0"/>
                </a:lnTo>
                <a:moveTo>
                  <a:pt x="2133" y="0"/>
                </a:moveTo>
                <a:lnTo>
                  <a:pt x="2228" y="0"/>
                </a:lnTo>
                <a:lnTo>
                  <a:pt x="2228" y="19"/>
                </a:lnTo>
                <a:lnTo>
                  <a:pt x="2133" y="19"/>
                </a:lnTo>
                <a:lnTo>
                  <a:pt x="2133" y="0"/>
                </a:lnTo>
                <a:moveTo>
                  <a:pt x="2285" y="0"/>
                </a:moveTo>
                <a:lnTo>
                  <a:pt x="2380" y="0"/>
                </a:lnTo>
                <a:lnTo>
                  <a:pt x="2380" y="19"/>
                </a:lnTo>
                <a:lnTo>
                  <a:pt x="2285" y="19"/>
                </a:lnTo>
                <a:lnTo>
                  <a:pt x="2285" y="0"/>
                </a:lnTo>
                <a:moveTo>
                  <a:pt x="2437" y="0"/>
                </a:moveTo>
                <a:lnTo>
                  <a:pt x="2532" y="0"/>
                </a:lnTo>
                <a:lnTo>
                  <a:pt x="2532" y="19"/>
                </a:lnTo>
                <a:lnTo>
                  <a:pt x="2437" y="19"/>
                </a:lnTo>
                <a:lnTo>
                  <a:pt x="2437" y="0"/>
                </a:lnTo>
                <a:moveTo>
                  <a:pt x="2588" y="0"/>
                </a:moveTo>
                <a:lnTo>
                  <a:pt x="2683" y="0"/>
                </a:lnTo>
                <a:lnTo>
                  <a:pt x="2683" y="19"/>
                </a:lnTo>
                <a:lnTo>
                  <a:pt x="2588" y="19"/>
                </a:lnTo>
                <a:lnTo>
                  <a:pt x="2588" y="0"/>
                </a:lnTo>
                <a:moveTo>
                  <a:pt x="2740" y="0"/>
                </a:moveTo>
                <a:lnTo>
                  <a:pt x="2835" y="0"/>
                </a:lnTo>
                <a:lnTo>
                  <a:pt x="2835" y="19"/>
                </a:lnTo>
                <a:lnTo>
                  <a:pt x="2740" y="19"/>
                </a:lnTo>
                <a:lnTo>
                  <a:pt x="2740" y="0"/>
                </a:lnTo>
                <a:moveTo>
                  <a:pt x="2892" y="0"/>
                </a:moveTo>
                <a:lnTo>
                  <a:pt x="2987" y="0"/>
                </a:lnTo>
                <a:lnTo>
                  <a:pt x="2987" y="19"/>
                </a:lnTo>
                <a:lnTo>
                  <a:pt x="2892" y="19"/>
                </a:lnTo>
                <a:lnTo>
                  <a:pt x="2892" y="0"/>
                </a:lnTo>
                <a:moveTo>
                  <a:pt x="3044" y="0"/>
                </a:moveTo>
                <a:lnTo>
                  <a:pt x="3138" y="0"/>
                </a:lnTo>
                <a:lnTo>
                  <a:pt x="3138" y="19"/>
                </a:lnTo>
                <a:lnTo>
                  <a:pt x="3044" y="19"/>
                </a:lnTo>
                <a:lnTo>
                  <a:pt x="3044" y="0"/>
                </a:lnTo>
                <a:moveTo>
                  <a:pt x="3195" y="0"/>
                </a:moveTo>
                <a:lnTo>
                  <a:pt x="3290" y="0"/>
                </a:lnTo>
                <a:lnTo>
                  <a:pt x="3290" y="19"/>
                </a:lnTo>
                <a:lnTo>
                  <a:pt x="3195" y="19"/>
                </a:lnTo>
                <a:lnTo>
                  <a:pt x="3195" y="0"/>
                </a:lnTo>
                <a:moveTo>
                  <a:pt x="3347" y="0"/>
                </a:moveTo>
                <a:lnTo>
                  <a:pt x="3442" y="0"/>
                </a:lnTo>
                <a:lnTo>
                  <a:pt x="3442" y="19"/>
                </a:lnTo>
                <a:lnTo>
                  <a:pt x="3347" y="19"/>
                </a:lnTo>
                <a:lnTo>
                  <a:pt x="3347" y="0"/>
                </a:lnTo>
                <a:moveTo>
                  <a:pt x="3499" y="0"/>
                </a:moveTo>
                <a:lnTo>
                  <a:pt x="3594" y="0"/>
                </a:lnTo>
                <a:lnTo>
                  <a:pt x="3594" y="19"/>
                </a:lnTo>
                <a:lnTo>
                  <a:pt x="3499" y="19"/>
                </a:lnTo>
                <a:lnTo>
                  <a:pt x="3499" y="0"/>
                </a:lnTo>
                <a:moveTo>
                  <a:pt x="3651" y="0"/>
                </a:moveTo>
                <a:lnTo>
                  <a:pt x="3745" y="0"/>
                </a:lnTo>
                <a:lnTo>
                  <a:pt x="3745" y="19"/>
                </a:lnTo>
                <a:lnTo>
                  <a:pt x="3651" y="19"/>
                </a:lnTo>
                <a:lnTo>
                  <a:pt x="3651" y="0"/>
                </a:lnTo>
                <a:moveTo>
                  <a:pt x="3802" y="0"/>
                </a:moveTo>
                <a:lnTo>
                  <a:pt x="3897" y="0"/>
                </a:lnTo>
                <a:lnTo>
                  <a:pt x="3897" y="19"/>
                </a:lnTo>
                <a:lnTo>
                  <a:pt x="3802" y="19"/>
                </a:lnTo>
                <a:lnTo>
                  <a:pt x="3802" y="0"/>
                </a:lnTo>
                <a:moveTo>
                  <a:pt x="3954" y="0"/>
                </a:moveTo>
                <a:lnTo>
                  <a:pt x="4049" y="0"/>
                </a:lnTo>
                <a:lnTo>
                  <a:pt x="4049" y="19"/>
                </a:lnTo>
                <a:lnTo>
                  <a:pt x="3954" y="19"/>
                </a:lnTo>
                <a:lnTo>
                  <a:pt x="3954" y="0"/>
                </a:lnTo>
                <a:moveTo>
                  <a:pt x="4106" y="0"/>
                </a:moveTo>
                <a:lnTo>
                  <a:pt x="4200" y="0"/>
                </a:lnTo>
                <a:lnTo>
                  <a:pt x="4200" y="19"/>
                </a:lnTo>
                <a:lnTo>
                  <a:pt x="4106" y="19"/>
                </a:lnTo>
                <a:lnTo>
                  <a:pt x="4106" y="0"/>
                </a:lnTo>
                <a:moveTo>
                  <a:pt x="4257" y="0"/>
                </a:moveTo>
                <a:lnTo>
                  <a:pt x="4352" y="0"/>
                </a:lnTo>
                <a:lnTo>
                  <a:pt x="4352" y="19"/>
                </a:lnTo>
                <a:lnTo>
                  <a:pt x="4257" y="19"/>
                </a:lnTo>
                <a:lnTo>
                  <a:pt x="4257" y="0"/>
                </a:lnTo>
                <a:moveTo>
                  <a:pt x="4409" y="0"/>
                </a:moveTo>
                <a:lnTo>
                  <a:pt x="4504" y="0"/>
                </a:lnTo>
                <a:lnTo>
                  <a:pt x="4504" y="19"/>
                </a:lnTo>
                <a:lnTo>
                  <a:pt x="4409" y="19"/>
                </a:lnTo>
                <a:lnTo>
                  <a:pt x="4409" y="0"/>
                </a:lnTo>
                <a:moveTo>
                  <a:pt x="4561" y="0"/>
                </a:moveTo>
                <a:lnTo>
                  <a:pt x="4656" y="0"/>
                </a:lnTo>
                <a:lnTo>
                  <a:pt x="4656" y="19"/>
                </a:lnTo>
                <a:lnTo>
                  <a:pt x="4561" y="19"/>
                </a:lnTo>
                <a:lnTo>
                  <a:pt x="4561" y="0"/>
                </a:lnTo>
                <a:moveTo>
                  <a:pt x="4713" y="0"/>
                </a:moveTo>
                <a:lnTo>
                  <a:pt x="4807" y="0"/>
                </a:lnTo>
                <a:lnTo>
                  <a:pt x="4807" y="19"/>
                </a:lnTo>
                <a:lnTo>
                  <a:pt x="4713" y="19"/>
                </a:lnTo>
                <a:lnTo>
                  <a:pt x="4713" y="0"/>
                </a:lnTo>
                <a:moveTo>
                  <a:pt x="4864" y="0"/>
                </a:moveTo>
                <a:lnTo>
                  <a:pt x="4959" y="0"/>
                </a:lnTo>
                <a:lnTo>
                  <a:pt x="4959" y="19"/>
                </a:lnTo>
                <a:lnTo>
                  <a:pt x="4864" y="19"/>
                </a:lnTo>
                <a:lnTo>
                  <a:pt x="4864" y="0"/>
                </a:lnTo>
                <a:moveTo>
                  <a:pt x="5016" y="0"/>
                </a:moveTo>
                <a:lnTo>
                  <a:pt x="5111" y="0"/>
                </a:lnTo>
                <a:lnTo>
                  <a:pt x="5111" y="19"/>
                </a:lnTo>
                <a:lnTo>
                  <a:pt x="5016" y="19"/>
                </a:lnTo>
                <a:lnTo>
                  <a:pt x="5016" y="0"/>
                </a:lnTo>
                <a:moveTo>
                  <a:pt x="5168" y="0"/>
                </a:moveTo>
                <a:lnTo>
                  <a:pt x="5262" y="0"/>
                </a:lnTo>
                <a:lnTo>
                  <a:pt x="5262" y="19"/>
                </a:lnTo>
                <a:lnTo>
                  <a:pt x="5168" y="19"/>
                </a:lnTo>
                <a:lnTo>
                  <a:pt x="5168" y="0"/>
                </a:lnTo>
                <a:moveTo>
                  <a:pt x="5319" y="0"/>
                </a:moveTo>
                <a:lnTo>
                  <a:pt x="5414" y="0"/>
                </a:lnTo>
                <a:lnTo>
                  <a:pt x="5414" y="19"/>
                </a:lnTo>
                <a:lnTo>
                  <a:pt x="5319" y="19"/>
                </a:lnTo>
                <a:lnTo>
                  <a:pt x="5319" y="0"/>
                </a:lnTo>
                <a:moveTo>
                  <a:pt x="5471" y="0"/>
                </a:moveTo>
                <a:lnTo>
                  <a:pt x="5566" y="0"/>
                </a:lnTo>
                <a:lnTo>
                  <a:pt x="5566" y="19"/>
                </a:lnTo>
                <a:lnTo>
                  <a:pt x="5471" y="19"/>
                </a:lnTo>
                <a:lnTo>
                  <a:pt x="5471" y="0"/>
                </a:lnTo>
                <a:moveTo>
                  <a:pt x="5623" y="0"/>
                </a:moveTo>
                <a:lnTo>
                  <a:pt x="5718" y="0"/>
                </a:lnTo>
                <a:lnTo>
                  <a:pt x="5718" y="19"/>
                </a:lnTo>
                <a:lnTo>
                  <a:pt x="5623" y="19"/>
                </a:lnTo>
                <a:lnTo>
                  <a:pt x="5623" y="0"/>
                </a:lnTo>
                <a:moveTo>
                  <a:pt x="5775" y="0"/>
                </a:moveTo>
                <a:lnTo>
                  <a:pt x="5869" y="0"/>
                </a:lnTo>
                <a:lnTo>
                  <a:pt x="5869" y="19"/>
                </a:lnTo>
                <a:lnTo>
                  <a:pt x="5775" y="19"/>
                </a:lnTo>
                <a:lnTo>
                  <a:pt x="5775" y="0"/>
                </a:lnTo>
                <a:moveTo>
                  <a:pt x="5926" y="0"/>
                </a:moveTo>
                <a:lnTo>
                  <a:pt x="6021" y="0"/>
                </a:lnTo>
                <a:lnTo>
                  <a:pt x="6021" y="19"/>
                </a:lnTo>
                <a:lnTo>
                  <a:pt x="5926" y="19"/>
                </a:lnTo>
                <a:lnTo>
                  <a:pt x="5926" y="0"/>
                </a:lnTo>
                <a:moveTo>
                  <a:pt x="6078" y="0"/>
                </a:moveTo>
                <a:lnTo>
                  <a:pt x="6173" y="0"/>
                </a:lnTo>
                <a:lnTo>
                  <a:pt x="6173" y="19"/>
                </a:lnTo>
                <a:lnTo>
                  <a:pt x="6078" y="19"/>
                </a:lnTo>
                <a:lnTo>
                  <a:pt x="6078" y="0"/>
                </a:lnTo>
                <a:moveTo>
                  <a:pt x="6230" y="0"/>
                </a:moveTo>
                <a:lnTo>
                  <a:pt x="6325" y="0"/>
                </a:lnTo>
                <a:lnTo>
                  <a:pt x="6325" y="19"/>
                </a:lnTo>
                <a:lnTo>
                  <a:pt x="6230" y="19"/>
                </a:lnTo>
                <a:lnTo>
                  <a:pt x="6230" y="0"/>
                </a:lnTo>
                <a:moveTo>
                  <a:pt x="6381" y="0"/>
                </a:moveTo>
                <a:lnTo>
                  <a:pt x="6476" y="0"/>
                </a:lnTo>
                <a:lnTo>
                  <a:pt x="6476" y="19"/>
                </a:lnTo>
                <a:lnTo>
                  <a:pt x="6381" y="19"/>
                </a:lnTo>
                <a:lnTo>
                  <a:pt x="6381" y="0"/>
                </a:lnTo>
                <a:moveTo>
                  <a:pt x="6533" y="0"/>
                </a:moveTo>
                <a:lnTo>
                  <a:pt x="6628" y="0"/>
                </a:lnTo>
                <a:lnTo>
                  <a:pt x="6628" y="19"/>
                </a:lnTo>
                <a:lnTo>
                  <a:pt x="6533" y="19"/>
                </a:lnTo>
                <a:lnTo>
                  <a:pt x="6533" y="0"/>
                </a:lnTo>
                <a:moveTo>
                  <a:pt x="6685" y="0"/>
                </a:moveTo>
                <a:lnTo>
                  <a:pt x="6780" y="0"/>
                </a:lnTo>
                <a:lnTo>
                  <a:pt x="6780" y="19"/>
                </a:lnTo>
                <a:lnTo>
                  <a:pt x="6685" y="19"/>
                </a:lnTo>
                <a:lnTo>
                  <a:pt x="6685" y="0"/>
                </a:lnTo>
                <a:moveTo>
                  <a:pt x="6837" y="0"/>
                </a:moveTo>
                <a:lnTo>
                  <a:pt x="6931" y="0"/>
                </a:lnTo>
                <a:lnTo>
                  <a:pt x="6931" y="19"/>
                </a:lnTo>
                <a:lnTo>
                  <a:pt x="6837" y="19"/>
                </a:lnTo>
                <a:lnTo>
                  <a:pt x="6837" y="0"/>
                </a:lnTo>
                <a:moveTo>
                  <a:pt x="6989" y="0"/>
                </a:moveTo>
                <a:lnTo>
                  <a:pt x="7084" y="0"/>
                </a:lnTo>
                <a:lnTo>
                  <a:pt x="7084" y="19"/>
                </a:lnTo>
                <a:lnTo>
                  <a:pt x="6989" y="19"/>
                </a:lnTo>
                <a:lnTo>
                  <a:pt x="6989" y="0"/>
                </a:lnTo>
                <a:moveTo>
                  <a:pt x="7141" y="0"/>
                </a:moveTo>
                <a:lnTo>
                  <a:pt x="7236" y="0"/>
                </a:lnTo>
                <a:lnTo>
                  <a:pt x="7236" y="19"/>
                </a:lnTo>
                <a:lnTo>
                  <a:pt x="7141" y="19"/>
                </a:lnTo>
                <a:lnTo>
                  <a:pt x="7141" y="0"/>
                </a:lnTo>
                <a:moveTo>
                  <a:pt x="7293" y="0"/>
                </a:moveTo>
                <a:lnTo>
                  <a:pt x="7388" y="0"/>
                </a:lnTo>
                <a:lnTo>
                  <a:pt x="7388" y="19"/>
                </a:lnTo>
                <a:lnTo>
                  <a:pt x="7293" y="19"/>
                </a:lnTo>
                <a:lnTo>
                  <a:pt x="7293" y="0"/>
                </a:lnTo>
                <a:moveTo>
                  <a:pt x="7444" y="0"/>
                </a:moveTo>
                <a:lnTo>
                  <a:pt x="7473" y="0"/>
                </a:lnTo>
                <a:lnTo>
                  <a:pt x="7473" y="85"/>
                </a:lnTo>
                <a:lnTo>
                  <a:pt x="7454" y="85"/>
                </a:lnTo>
                <a:lnTo>
                  <a:pt x="7454" y="9"/>
                </a:lnTo>
                <a:lnTo>
                  <a:pt x="7463" y="9"/>
                </a:lnTo>
                <a:lnTo>
                  <a:pt x="7463" y="19"/>
                </a:lnTo>
                <a:lnTo>
                  <a:pt x="7444" y="19"/>
                </a:lnTo>
                <a:lnTo>
                  <a:pt x="7444" y="0"/>
                </a:lnTo>
                <a:moveTo>
                  <a:pt x="7473" y="142"/>
                </a:moveTo>
                <a:lnTo>
                  <a:pt x="7473" y="237"/>
                </a:lnTo>
                <a:lnTo>
                  <a:pt x="7454" y="237"/>
                </a:lnTo>
                <a:lnTo>
                  <a:pt x="7454" y="142"/>
                </a:lnTo>
                <a:lnTo>
                  <a:pt x="7473" y="142"/>
                </a:lnTo>
                <a:moveTo>
                  <a:pt x="7473" y="294"/>
                </a:moveTo>
                <a:lnTo>
                  <a:pt x="7473" y="388"/>
                </a:lnTo>
                <a:lnTo>
                  <a:pt x="7454" y="388"/>
                </a:lnTo>
                <a:lnTo>
                  <a:pt x="7454" y="294"/>
                </a:lnTo>
                <a:lnTo>
                  <a:pt x="7473" y="294"/>
                </a:lnTo>
                <a:moveTo>
                  <a:pt x="7473" y="445"/>
                </a:moveTo>
                <a:lnTo>
                  <a:pt x="7473" y="540"/>
                </a:lnTo>
                <a:lnTo>
                  <a:pt x="7454" y="540"/>
                </a:lnTo>
                <a:lnTo>
                  <a:pt x="7454" y="445"/>
                </a:lnTo>
                <a:lnTo>
                  <a:pt x="7473" y="445"/>
                </a:lnTo>
                <a:moveTo>
                  <a:pt x="7473" y="597"/>
                </a:moveTo>
                <a:lnTo>
                  <a:pt x="7473" y="692"/>
                </a:lnTo>
                <a:lnTo>
                  <a:pt x="7454" y="692"/>
                </a:lnTo>
                <a:lnTo>
                  <a:pt x="7454" y="597"/>
                </a:lnTo>
                <a:lnTo>
                  <a:pt x="7473" y="597"/>
                </a:lnTo>
                <a:moveTo>
                  <a:pt x="7473" y="749"/>
                </a:moveTo>
                <a:lnTo>
                  <a:pt x="7473" y="844"/>
                </a:lnTo>
                <a:lnTo>
                  <a:pt x="7454" y="844"/>
                </a:lnTo>
                <a:lnTo>
                  <a:pt x="7454" y="749"/>
                </a:lnTo>
                <a:lnTo>
                  <a:pt x="7473" y="749"/>
                </a:lnTo>
                <a:moveTo>
                  <a:pt x="7473" y="900"/>
                </a:moveTo>
                <a:lnTo>
                  <a:pt x="7473" y="930"/>
                </a:lnTo>
                <a:lnTo>
                  <a:pt x="7388" y="930"/>
                </a:lnTo>
                <a:lnTo>
                  <a:pt x="7388" y="910"/>
                </a:lnTo>
                <a:lnTo>
                  <a:pt x="7463" y="910"/>
                </a:lnTo>
                <a:lnTo>
                  <a:pt x="7463" y="920"/>
                </a:lnTo>
                <a:lnTo>
                  <a:pt x="7454" y="920"/>
                </a:lnTo>
                <a:lnTo>
                  <a:pt x="7454" y="900"/>
                </a:lnTo>
                <a:lnTo>
                  <a:pt x="7473" y="900"/>
                </a:lnTo>
                <a:moveTo>
                  <a:pt x="7331" y="930"/>
                </a:moveTo>
                <a:lnTo>
                  <a:pt x="7236" y="930"/>
                </a:lnTo>
                <a:lnTo>
                  <a:pt x="7236" y="910"/>
                </a:lnTo>
                <a:lnTo>
                  <a:pt x="7331" y="910"/>
                </a:lnTo>
                <a:lnTo>
                  <a:pt x="7331" y="930"/>
                </a:lnTo>
                <a:moveTo>
                  <a:pt x="7179" y="930"/>
                </a:moveTo>
                <a:lnTo>
                  <a:pt x="7084" y="930"/>
                </a:lnTo>
                <a:lnTo>
                  <a:pt x="7084" y="910"/>
                </a:lnTo>
                <a:lnTo>
                  <a:pt x="7179" y="910"/>
                </a:lnTo>
                <a:lnTo>
                  <a:pt x="7179" y="930"/>
                </a:lnTo>
                <a:moveTo>
                  <a:pt x="7027" y="930"/>
                </a:moveTo>
                <a:lnTo>
                  <a:pt x="6931" y="930"/>
                </a:lnTo>
                <a:lnTo>
                  <a:pt x="6931" y="910"/>
                </a:lnTo>
                <a:lnTo>
                  <a:pt x="7027" y="910"/>
                </a:lnTo>
                <a:lnTo>
                  <a:pt x="7027" y="930"/>
                </a:lnTo>
                <a:moveTo>
                  <a:pt x="6874" y="930"/>
                </a:moveTo>
                <a:lnTo>
                  <a:pt x="6780" y="930"/>
                </a:lnTo>
                <a:lnTo>
                  <a:pt x="6780" y="910"/>
                </a:lnTo>
                <a:lnTo>
                  <a:pt x="6874" y="910"/>
                </a:lnTo>
                <a:lnTo>
                  <a:pt x="6874" y="930"/>
                </a:lnTo>
                <a:moveTo>
                  <a:pt x="6723" y="930"/>
                </a:moveTo>
                <a:lnTo>
                  <a:pt x="6628" y="930"/>
                </a:lnTo>
                <a:lnTo>
                  <a:pt x="6628" y="910"/>
                </a:lnTo>
                <a:lnTo>
                  <a:pt x="6723" y="910"/>
                </a:lnTo>
                <a:lnTo>
                  <a:pt x="6723" y="930"/>
                </a:lnTo>
                <a:moveTo>
                  <a:pt x="6571" y="930"/>
                </a:moveTo>
                <a:lnTo>
                  <a:pt x="6476" y="930"/>
                </a:lnTo>
                <a:lnTo>
                  <a:pt x="6476" y="910"/>
                </a:lnTo>
                <a:lnTo>
                  <a:pt x="6571" y="910"/>
                </a:lnTo>
                <a:lnTo>
                  <a:pt x="6571" y="930"/>
                </a:lnTo>
                <a:moveTo>
                  <a:pt x="6419" y="930"/>
                </a:moveTo>
                <a:lnTo>
                  <a:pt x="6325" y="930"/>
                </a:lnTo>
                <a:lnTo>
                  <a:pt x="6325" y="910"/>
                </a:lnTo>
                <a:lnTo>
                  <a:pt x="6419" y="910"/>
                </a:lnTo>
                <a:lnTo>
                  <a:pt x="6419" y="930"/>
                </a:lnTo>
                <a:moveTo>
                  <a:pt x="6268" y="930"/>
                </a:moveTo>
                <a:lnTo>
                  <a:pt x="6173" y="930"/>
                </a:lnTo>
                <a:lnTo>
                  <a:pt x="6173" y="910"/>
                </a:lnTo>
                <a:lnTo>
                  <a:pt x="6268" y="910"/>
                </a:lnTo>
                <a:lnTo>
                  <a:pt x="6268" y="930"/>
                </a:lnTo>
                <a:moveTo>
                  <a:pt x="6116" y="930"/>
                </a:moveTo>
                <a:lnTo>
                  <a:pt x="6021" y="930"/>
                </a:lnTo>
                <a:lnTo>
                  <a:pt x="6021" y="910"/>
                </a:lnTo>
                <a:lnTo>
                  <a:pt x="6116" y="910"/>
                </a:lnTo>
                <a:lnTo>
                  <a:pt x="6116" y="930"/>
                </a:lnTo>
                <a:moveTo>
                  <a:pt x="5964" y="930"/>
                </a:moveTo>
                <a:lnTo>
                  <a:pt x="5869" y="930"/>
                </a:lnTo>
                <a:lnTo>
                  <a:pt x="5869" y="910"/>
                </a:lnTo>
                <a:lnTo>
                  <a:pt x="5964" y="910"/>
                </a:lnTo>
                <a:lnTo>
                  <a:pt x="5964" y="930"/>
                </a:lnTo>
                <a:moveTo>
                  <a:pt x="5812" y="930"/>
                </a:moveTo>
                <a:lnTo>
                  <a:pt x="5718" y="930"/>
                </a:lnTo>
                <a:lnTo>
                  <a:pt x="5718" y="910"/>
                </a:lnTo>
                <a:lnTo>
                  <a:pt x="5812" y="910"/>
                </a:lnTo>
                <a:lnTo>
                  <a:pt x="5812" y="930"/>
                </a:lnTo>
                <a:moveTo>
                  <a:pt x="5661" y="930"/>
                </a:moveTo>
                <a:lnTo>
                  <a:pt x="5566" y="930"/>
                </a:lnTo>
                <a:lnTo>
                  <a:pt x="5566" y="910"/>
                </a:lnTo>
                <a:lnTo>
                  <a:pt x="5661" y="910"/>
                </a:lnTo>
                <a:lnTo>
                  <a:pt x="5661" y="930"/>
                </a:lnTo>
                <a:moveTo>
                  <a:pt x="5509" y="930"/>
                </a:moveTo>
                <a:lnTo>
                  <a:pt x="5414" y="930"/>
                </a:lnTo>
                <a:lnTo>
                  <a:pt x="5414" y="910"/>
                </a:lnTo>
                <a:lnTo>
                  <a:pt x="5509" y="910"/>
                </a:lnTo>
                <a:lnTo>
                  <a:pt x="5509" y="930"/>
                </a:lnTo>
                <a:moveTo>
                  <a:pt x="5357" y="930"/>
                </a:moveTo>
                <a:lnTo>
                  <a:pt x="5262" y="930"/>
                </a:lnTo>
                <a:lnTo>
                  <a:pt x="5262" y="910"/>
                </a:lnTo>
                <a:lnTo>
                  <a:pt x="5357" y="910"/>
                </a:lnTo>
                <a:lnTo>
                  <a:pt x="5357" y="930"/>
                </a:lnTo>
                <a:moveTo>
                  <a:pt x="5206" y="930"/>
                </a:moveTo>
                <a:lnTo>
                  <a:pt x="5111" y="930"/>
                </a:lnTo>
                <a:lnTo>
                  <a:pt x="5111" y="910"/>
                </a:lnTo>
                <a:lnTo>
                  <a:pt x="5206" y="910"/>
                </a:lnTo>
                <a:lnTo>
                  <a:pt x="5206" y="930"/>
                </a:lnTo>
                <a:moveTo>
                  <a:pt x="5054" y="930"/>
                </a:moveTo>
                <a:lnTo>
                  <a:pt x="4959" y="930"/>
                </a:lnTo>
                <a:lnTo>
                  <a:pt x="4959" y="910"/>
                </a:lnTo>
                <a:lnTo>
                  <a:pt x="5054" y="910"/>
                </a:lnTo>
                <a:lnTo>
                  <a:pt x="5054" y="930"/>
                </a:lnTo>
                <a:moveTo>
                  <a:pt x="4902" y="930"/>
                </a:moveTo>
                <a:lnTo>
                  <a:pt x="4807" y="930"/>
                </a:lnTo>
                <a:lnTo>
                  <a:pt x="4807" y="910"/>
                </a:lnTo>
                <a:lnTo>
                  <a:pt x="4902" y="910"/>
                </a:lnTo>
                <a:lnTo>
                  <a:pt x="4902" y="930"/>
                </a:lnTo>
                <a:moveTo>
                  <a:pt x="4750" y="930"/>
                </a:moveTo>
                <a:lnTo>
                  <a:pt x="4656" y="930"/>
                </a:lnTo>
                <a:lnTo>
                  <a:pt x="4656" y="910"/>
                </a:lnTo>
                <a:lnTo>
                  <a:pt x="4750" y="910"/>
                </a:lnTo>
                <a:lnTo>
                  <a:pt x="4750" y="930"/>
                </a:lnTo>
                <a:moveTo>
                  <a:pt x="4599" y="930"/>
                </a:moveTo>
                <a:lnTo>
                  <a:pt x="4504" y="930"/>
                </a:lnTo>
                <a:lnTo>
                  <a:pt x="4504" y="910"/>
                </a:lnTo>
                <a:lnTo>
                  <a:pt x="4599" y="910"/>
                </a:lnTo>
                <a:lnTo>
                  <a:pt x="4599" y="930"/>
                </a:lnTo>
                <a:moveTo>
                  <a:pt x="4447" y="930"/>
                </a:moveTo>
                <a:lnTo>
                  <a:pt x="4352" y="930"/>
                </a:lnTo>
                <a:lnTo>
                  <a:pt x="4352" y="910"/>
                </a:lnTo>
                <a:lnTo>
                  <a:pt x="4447" y="910"/>
                </a:lnTo>
                <a:lnTo>
                  <a:pt x="4447" y="930"/>
                </a:lnTo>
                <a:moveTo>
                  <a:pt x="4295" y="930"/>
                </a:moveTo>
                <a:lnTo>
                  <a:pt x="4200" y="930"/>
                </a:lnTo>
                <a:lnTo>
                  <a:pt x="4200" y="910"/>
                </a:lnTo>
                <a:lnTo>
                  <a:pt x="4295" y="910"/>
                </a:lnTo>
                <a:lnTo>
                  <a:pt x="4295" y="930"/>
                </a:lnTo>
                <a:moveTo>
                  <a:pt x="4144" y="930"/>
                </a:moveTo>
                <a:lnTo>
                  <a:pt x="4049" y="930"/>
                </a:lnTo>
                <a:lnTo>
                  <a:pt x="4049" y="910"/>
                </a:lnTo>
                <a:lnTo>
                  <a:pt x="4144" y="910"/>
                </a:lnTo>
                <a:lnTo>
                  <a:pt x="4144" y="930"/>
                </a:lnTo>
                <a:moveTo>
                  <a:pt x="3992" y="930"/>
                </a:moveTo>
                <a:lnTo>
                  <a:pt x="3897" y="930"/>
                </a:lnTo>
                <a:lnTo>
                  <a:pt x="3897" y="910"/>
                </a:lnTo>
                <a:lnTo>
                  <a:pt x="3992" y="910"/>
                </a:lnTo>
                <a:lnTo>
                  <a:pt x="3992" y="930"/>
                </a:lnTo>
                <a:moveTo>
                  <a:pt x="3840" y="930"/>
                </a:moveTo>
                <a:lnTo>
                  <a:pt x="3745" y="930"/>
                </a:lnTo>
                <a:lnTo>
                  <a:pt x="3745" y="910"/>
                </a:lnTo>
                <a:lnTo>
                  <a:pt x="3840" y="910"/>
                </a:lnTo>
                <a:lnTo>
                  <a:pt x="3840" y="930"/>
                </a:lnTo>
                <a:moveTo>
                  <a:pt x="3688" y="930"/>
                </a:moveTo>
                <a:lnTo>
                  <a:pt x="3594" y="930"/>
                </a:lnTo>
                <a:lnTo>
                  <a:pt x="3594" y="910"/>
                </a:lnTo>
                <a:lnTo>
                  <a:pt x="3688" y="910"/>
                </a:lnTo>
                <a:lnTo>
                  <a:pt x="3688" y="930"/>
                </a:lnTo>
                <a:moveTo>
                  <a:pt x="3537" y="930"/>
                </a:moveTo>
                <a:lnTo>
                  <a:pt x="3442" y="930"/>
                </a:lnTo>
                <a:lnTo>
                  <a:pt x="3442" y="910"/>
                </a:lnTo>
                <a:lnTo>
                  <a:pt x="3537" y="910"/>
                </a:lnTo>
                <a:lnTo>
                  <a:pt x="3537" y="930"/>
                </a:lnTo>
                <a:moveTo>
                  <a:pt x="3385" y="930"/>
                </a:moveTo>
                <a:lnTo>
                  <a:pt x="3290" y="930"/>
                </a:lnTo>
                <a:lnTo>
                  <a:pt x="3290" y="910"/>
                </a:lnTo>
                <a:lnTo>
                  <a:pt x="3385" y="910"/>
                </a:lnTo>
                <a:lnTo>
                  <a:pt x="3385" y="930"/>
                </a:lnTo>
                <a:moveTo>
                  <a:pt x="3233" y="930"/>
                </a:moveTo>
                <a:lnTo>
                  <a:pt x="3138" y="930"/>
                </a:lnTo>
                <a:lnTo>
                  <a:pt x="3138" y="910"/>
                </a:lnTo>
                <a:lnTo>
                  <a:pt x="3233" y="910"/>
                </a:lnTo>
                <a:lnTo>
                  <a:pt x="3233" y="930"/>
                </a:lnTo>
                <a:moveTo>
                  <a:pt x="3082" y="930"/>
                </a:moveTo>
                <a:lnTo>
                  <a:pt x="2987" y="930"/>
                </a:lnTo>
                <a:lnTo>
                  <a:pt x="2987" y="910"/>
                </a:lnTo>
                <a:lnTo>
                  <a:pt x="3082" y="910"/>
                </a:lnTo>
                <a:lnTo>
                  <a:pt x="3082" y="930"/>
                </a:lnTo>
                <a:moveTo>
                  <a:pt x="2930" y="930"/>
                </a:moveTo>
                <a:lnTo>
                  <a:pt x="2835" y="930"/>
                </a:lnTo>
                <a:lnTo>
                  <a:pt x="2835" y="910"/>
                </a:lnTo>
                <a:lnTo>
                  <a:pt x="2930" y="910"/>
                </a:lnTo>
                <a:lnTo>
                  <a:pt x="2930" y="930"/>
                </a:lnTo>
                <a:moveTo>
                  <a:pt x="2778" y="930"/>
                </a:moveTo>
                <a:lnTo>
                  <a:pt x="2683" y="930"/>
                </a:lnTo>
                <a:lnTo>
                  <a:pt x="2683" y="910"/>
                </a:lnTo>
                <a:lnTo>
                  <a:pt x="2778" y="910"/>
                </a:lnTo>
                <a:lnTo>
                  <a:pt x="2778" y="930"/>
                </a:lnTo>
                <a:moveTo>
                  <a:pt x="2626" y="930"/>
                </a:moveTo>
                <a:lnTo>
                  <a:pt x="2532" y="930"/>
                </a:lnTo>
                <a:lnTo>
                  <a:pt x="2532" y="910"/>
                </a:lnTo>
                <a:lnTo>
                  <a:pt x="2626" y="910"/>
                </a:lnTo>
                <a:lnTo>
                  <a:pt x="2626" y="930"/>
                </a:lnTo>
                <a:moveTo>
                  <a:pt x="2475" y="930"/>
                </a:moveTo>
                <a:lnTo>
                  <a:pt x="2380" y="930"/>
                </a:lnTo>
                <a:lnTo>
                  <a:pt x="2380" y="910"/>
                </a:lnTo>
                <a:lnTo>
                  <a:pt x="2475" y="910"/>
                </a:lnTo>
                <a:lnTo>
                  <a:pt x="2475" y="930"/>
                </a:lnTo>
                <a:moveTo>
                  <a:pt x="2323" y="930"/>
                </a:moveTo>
                <a:lnTo>
                  <a:pt x="2228" y="930"/>
                </a:lnTo>
                <a:lnTo>
                  <a:pt x="2228" y="910"/>
                </a:lnTo>
                <a:lnTo>
                  <a:pt x="2323" y="910"/>
                </a:lnTo>
                <a:lnTo>
                  <a:pt x="2323" y="930"/>
                </a:lnTo>
                <a:moveTo>
                  <a:pt x="2171" y="930"/>
                </a:moveTo>
                <a:lnTo>
                  <a:pt x="2076" y="930"/>
                </a:lnTo>
                <a:lnTo>
                  <a:pt x="2076" y="910"/>
                </a:lnTo>
                <a:lnTo>
                  <a:pt x="2171" y="910"/>
                </a:lnTo>
                <a:lnTo>
                  <a:pt x="2171" y="930"/>
                </a:lnTo>
                <a:moveTo>
                  <a:pt x="2020" y="930"/>
                </a:moveTo>
                <a:lnTo>
                  <a:pt x="1925" y="930"/>
                </a:lnTo>
                <a:lnTo>
                  <a:pt x="1925" y="910"/>
                </a:lnTo>
                <a:lnTo>
                  <a:pt x="2020" y="910"/>
                </a:lnTo>
                <a:lnTo>
                  <a:pt x="2020" y="930"/>
                </a:lnTo>
                <a:moveTo>
                  <a:pt x="1868" y="930"/>
                </a:moveTo>
                <a:lnTo>
                  <a:pt x="1773" y="930"/>
                </a:lnTo>
                <a:lnTo>
                  <a:pt x="1773" y="910"/>
                </a:lnTo>
                <a:lnTo>
                  <a:pt x="1868" y="910"/>
                </a:lnTo>
                <a:lnTo>
                  <a:pt x="1868" y="930"/>
                </a:lnTo>
                <a:moveTo>
                  <a:pt x="1716" y="930"/>
                </a:moveTo>
                <a:lnTo>
                  <a:pt x="1621" y="930"/>
                </a:lnTo>
                <a:lnTo>
                  <a:pt x="1621" y="910"/>
                </a:lnTo>
                <a:lnTo>
                  <a:pt x="1716" y="910"/>
                </a:lnTo>
                <a:lnTo>
                  <a:pt x="1716" y="930"/>
                </a:lnTo>
                <a:moveTo>
                  <a:pt x="1564" y="930"/>
                </a:moveTo>
                <a:lnTo>
                  <a:pt x="1470" y="930"/>
                </a:lnTo>
                <a:lnTo>
                  <a:pt x="1470" y="910"/>
                </a:lnTo>
                <a:lnTo>
                  <a:pt x="1564" y="910"/>
                </a:lnTo>
                <a:lnTo>
                  <a:pt x="1564" y="930"/>
                </a:lnTo>
                <a:moveTo>
                  <a:pt x="1413" y="930"/>
                </a:moveTo>
                <a:lnTo>
                  <a:pt x="1318" y="930"/>
                </a:lnTo>
                <a:lnTo>
                  <a:pt x="1318" y="910"/>
                </a:lnTo>
                <a:lnTo>
                  <a:pt x="1413" y="910"/>
                </a:lnTo>
                <a:lnTo>
                  <a:pt x="1413" y="930"/>
                </a:lnTo>
                <a:moveTo>
                  <a:pt x="1261" y="930"/>
                </a:moveTo>
                <a:lnTo>
                  <a:pt x="1166" y="930"/>
                </a:lnTo>
                <a:lnTo>
                  <a:pt x="1166" y="910"/>
                </a:lnTo>
                <a:lnTo>
                  <a:pt x="1261" y="910"/>
                </a:lnTo>
                <a:lnTo>
                  <a:pt x="1261" y="930"/>
                </a:lnTo>
                <a:moveTo>
                  <a:pt x="1109" y="930"/>
                </a:moveTo>
                <a:lnTo>
                  <a:pt x="1014" y="930"/>
                </a:lnTo>
                <a:lnTo>
                  <a:pt x="1014" y="910"/>
                </a:lnTo>
                <a:lnTo>
                  <a:pt x="1109" y="910"/>
                </a:lnTo>
                <a:lnTo>
                  <a:pt x="1109" y="930"/>
                </a:lnTo>
                <a:moveTo>
                  <a:pt x="958" y="930"/>
                </a:moveTo>
                <a:lnTo>
                  <a:pt x="863" y="930"/>
                </a:lnTo>
                <a:lnTo>
                  <a:pt x="863" y="910"/>
                </a:lnTo>
                <a:lnTo>
                  <a:pt x="958" y="910"/>
                </a:lnTo>
                <a:lnTo>
                  <a:pt x="958" y="930"/>
                </a:lnTo>
                <a:moveTo>
                  <a:pt x="806" y="930"/>
                </a:moveTo>
                <a:lnTo>
                  <a:pt x="711" y="930"/>
                </a:lnTo>
                <a:lnTo>
                  <a:pt x="711" y="910"/>
                </a:lnTo>
                <a:lnTo>
                  <a:pt x="806" y="910"/>
                </a:lnTo>
                <a:lnTo>
                  <a:pt x="806" y="930"/>
                </a:lnTo>
                <a:moveTo>
                  <a:pt x="654" y="930"/>
                </a:moveTo>
                <a:lnTo>
                  <a:pt x="559" y="930"/>
                </a:lnTo>
                <a:lnTo>
                  <a:pt x="559" y="910"/>
                </a:lnTo>
                <a:lnTo>
                  <a:pt x="654" y="910"/>
                </a:lnTo>
                <a:lnTo>
                  <a:pt x="654" y="930"/>
                </a:lnTo>
                <a:moveTo>
                  <a:pt x="502" y="930"/>
                </a:moveTo>
                <a:lnTo>
                  <a:pt x="408" y="930"/>
                </a:lnTo>
                <a:lnTo>
                  <a:pt x="408" y="910"/>
                </a:lnTo>
                <a:lnTo>
                  <a:pt x="502" y="910"/>
                </a:lnTo>
                <a:lnTo>
                  <a:pt x="502" y="930"/>
                </a:lnTo>
                <a:moveTo>
                  <a:pt x="351" y="930"/>
                </a:moveTo>
                <a:lnTo>
                  <a:pt x="256" y="930"/>
                </a:lnTo>
                <a:lnTo>
                  <a:pt x="256" y="910"/>
                </a:lnTo>
                <a:lnTo>
                  <a:pt x="351" y="910"/>
                </a:lnTo>
                <a:lnTo>
                  <a:pt x="351" y="930"/>
                </a:lnTo>
                <a:moveTo>
                  <a:pt x="199" y="930"/>
                </a:moveTo>
                <a:lnTo>
                  <a:pt x="104" y="930"/>
                </a:lnTo>
                <a:lnTo>
                  <a:pt x="104" y="910"/>
                </a:lnTo>
                <a:lnTo>
                  <a:pt x="199" y="910"/>
                </a:lnTo>
                <a:lnTo>
                  <a:pt x="199" y="930"/>
                </a:lnTo>
                <a:moveTo>
                  <a:pt x="47" y="930"/>
                </a:moveTo>
                <a:lnTo>
                  <a:pt x="0" y="930"/>
                </a:lnTo>
                <a:lnTo>
                  <a:pt x="0" y="863"/>
                </a:lnTo>
                <a:lnTo>
                  <a:pt x="19" y="863"/>
                </a:lnTo>
                <a:lnTo>
                  <a:pt x="19" y="920"/>
                </a:lnTo>
                <a:lnTo>
                  <a:pt x="9" y="920"/>
                </a:lnTo>
                <a:lnTo>
                  <a:pt x="9" y="910"/>
                </a:lnTo>
                <a:lnTo>
                  <a:pt x="47" y="910"/>
                </a:lnTo>
                <a:lnTo>
                  <a:pt x="47" y="930"/>
                </a:lnTo>
                <a:moveTo>
                  <a:pt x="0" y="806"/>
                </a:moveTo>
                <a:lnTo>
                  <a:pt x="0" y="711"/>
                </a:lnTo>
                <a:lnTo>
                  <a:pt x="19" y="711"/>
                </a:lnTo>
                <a:lnTo>
                  <a:pt x="19" y="806"/>
                </a:lnTo>
                <a:lnTo>
                  <a:pt x="0" y="806"/>
                </a:lnTo>
                <a:moveTo>
                  <a:pt x="0" y="654"/>
                </a:moveTo>
                <a:lnTo>
                  <a:pt x="0" y="559"/>
                </a:lnTo>
                <a:lnTo>
                  <a:pt x="19" y="559"/>
                </a:lnTo>
                <a:lnTo>
                  <a:pt x="19" y="654"/>
                </a:lnTo>
                <a:lnTo>
                  <a:pt x="0" y="654"/>
                </a:lnTo>
                <a:moveTo>
                  <a:pt x="0" y="502"/>
                </a:moveTo>
                <a:lnTo>
                  <a:pt x="0" y="407"/>
                </a:lnTo>
                <a:lnTo>
                  <a:pt x="19" y="407"/>
                </a:lnTo>
                <a:lnTo>
                  <a:pt x="19" y="502"/>
                </a:lnTo>
                <a:lnTo>
                  <a:pt x="0" y="502"/>
                </a:lnTo>
                <a:moveTo>
                  <a:pt x="0" y="350"/>
                </a:moveTo>
                <a:lnTo>
                  <a:pt x="0" y="256"/>
                </a:lnTo>
                <a:lnTo>
                  <a:pt x="19" y="256"/>
                </a:lnTo>
                <a:lnTo>
                  <a:pt x="19" y="350"/>
                </a:lnTo>
                <a:lnTo>
                  <a:pt x="0" y="350"/>
                </a:lnTo>
                <a:moveTo>
                  <a:pt x="0" y="199"/>
                </a:moveTo>
                <a:lnTo>
                  <a:pt x="0" y="104"/>
                </a:lnTo>
                <a:lnTo>
                  <a:pt x="19" y="104"/>
                </a:lnTo>
                <a:lnTo>
                  <a:pt x="19" y="199"/>
                </a:lnTo>
                <a:lnTo>
                  <a:pt x="0" y="199"/>
                </a:lnTo>
                <a:moveTo>
                  <a:pt x="0" y="47"/>
                </a:moveTo>
                <a:lnTo>
                  <a:pt x="0" y="0"/>
                </a:ln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086720" y="2570040"/>
            <a:ext cx="82440" cy="68400"/>
          </a:xfrm>
          <a:custGeom>
            <a:avLst/>
            <a:gdLst/>
            <a:ahLst/>
            <a:rect l="0" t="0" r="r" b="b"/>
            <a:pathLst>
              <a:path w="229" h="190">
                <a:moveTo>
                  <a:pt x="0" y="0"/>
                </a:moveTo>
                <a:lnTo>
                  <a:pt x="229" y="0"/>
                </a:lnTo>
                <a:lnTo>
                  <a:pt x="229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4086720" y="259380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1608480" y="2302920"/>
            <a:ext cx="3175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1608480" y="2562480"/>
            <a:ext cx="1069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608480" y="2672640"/>
            <a:ext cx="231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1513080" y="1783800"/>
            <a:ext cx="854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444680" y="3102480"/>
            <a:ext cx="3973680" cy="444240"/>
          </a:xfrm>
          <a:custGeom>
            <a:avLst/>
            <a:gdLst/>
            <a:ahLst/>
            <a:rect l="0" t="0" r="r" b="b"/>
            <a:pathLst>
              <a:path w="11038" h="1234">
                <a:moveTo>
                  <a:pt x="0" y="0"/>
                </a:moveTo>
                <a:lnTo>
                  <a:pt x="11038" y="0"/>
                </a:lnTo>
                <a:lnTo>
                  <a:pt x="11038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441080" y="3099240"/>
            <a:ext cx="3980880" cy="450720"/>
          </a:xfrm>
          <a:custGeom>
            <a:avLst/>
            <a:gdLst/>
            <a:ahLst/>
            <a:rect l="0" t="0" r="r" b="b"/>
            <a:pathLst>
              <a:path w="11058" h="1252">
                <a:moveTo>
                  <a:pt x="162" y="0"/>
                </a:moveTo>
                <a:lnTo>
                  <a:pt x="256" y="0"/>
                </a:lnTo>
                <a:lnTo>
                  <a:pt x="256" y="19"/>
                </a:lnTo>
                <a:lnTo>
                  <a:pt x="162" y="19"/>
                </a:lnTo>
                <a:lnTo>
                  <a:pt x="162" y="0"/>
                </a:lnTo>
                <a:moveTo>
                  <a:pt x="313" y="0"/>
                </a:moveTo>
                <a:lnTo>
                  <a:pt x="408" y="0"/>
                </a:lnTo>
                <a:lnTo>
                  <a:pt x="408" y="19"/>
                </a:lnTo>
                <a:lnTo>
                  <a:pt x="313" y="19"/>
                </a:lnTo>
                <a:lnTo>
                  <a:pt x="313" y="0"/>
                </a:lnTo>
                <a:moveTo>
                  <a:pt x="465" y="0"/>
                </a:moveTo>
                <a:lnTo>
                  <a:pt x="560" y="0"/>
                </a:lnTo>
                <a:lnTo>
                  <a:pt x="560" y="19"/>
                </a:lnTo>
                <a:lnTo>
                  <a:pt x="465" y="19"/>
                </a:lnTo>
                <a:lnTo>
                  <a:pt x="465" y="0"/>
                </a:lnTo>
                <a:moveTo>
                  <a:pt x="617" y="0"/>
                </a:moveTo>
                <a:lnTo>
                  <a:pt x="711" y="0"/>
                </a:lnTo>
                <a:lnTo>
                  <a:pt x="711" y="19"/>
                </a:lnTo>
                <a:lnTo>
                  <a:pt x="617" y="19"/>
                </a:lnTo>
                <a:lnTo>
                  <a:pt x="617" y="0"/>
                </a:lnTo>
                <a:moveTo>
                  <a:pt x="768" y="0"/>
                </a:moveTo>
                <a:lnTo>
                  <a:pt x="863" y="0"/>
                </a:lnTo>
                <a:lnTo>
                  <a:pt x="863" y="19"/>
                </a:lnTo>
                <a:lnTo>
                  <a:pt x="768" y="19"/>
                </a:lnTo>
                <a:lnTo>
                  <a:pt x="768" y="0"/>
                </a:lnTo>
                <a:moveTo>
                  <a:pt x="920" y="0"/>
                </a:moveTo>
                <a:lnTo>
                  <a:pt x="1015" y="0"/>
                </a:lnTo>
                <a:lnTo>
                  <a:pt x="1015" y="19"/>
                </a:lnTo>
                <a:lnTo>
                  <a:pt x="920" y="19"/>
                </a:lnTo>
                <a:lnTo>
                  <a:pt x="920" y="0"/>
                </a:lnTo>
                <a:moveTo>
                  <a:pt x="1072" y="0"/>
                </a:moveTo>
                <a:lnTo>
                  <a:pt x="1167" y="0"/>
                </a:lnTo>
                <a:lnTo>
                  <a:pt x="1167" y="19"/>
                </a:lnTo>
                <a:lnTo>
                  <a:pt x="1072" y="19"/>
                </a:lnTo>
                <a:lnTo>
                  <a:pt x="1072" y="0"/>
                </a:lnTo>
                <a:moveTo>
                  <a:pt x="1224" y="0"/>
                </a:moveTo>
                <a:lnTo>
                  <a:pt x="1318" y="0"/>
                </a:lnTo>
                <a:lnTo>
                  <a:pt x="1318" y="19"/>
                </a:lnTo>
                <a:lnTo>
                  <a:pt x="1224" y="19"/>
                </a:lnTo>
                <a:lnTo>
                  <a:pt x="1224" y="0"/>
                </a:lnTo>
                <a:moveTo>
                  <a:pt x="1375" y="0"/>
                </a:moveTo>
                <a:lnTo>
                  <a:pt x="1470" y="0"/>
                </a:lnTo>
                <a:lnTo>
                  <a:pt x="1470" y="19"/>
                </a:lnTo>
                <a:lnTo>
                  <a:pt x="1375" y="19"/>
                </a:lnTo>
                <a:lnTo>
                  <a:pt x="1375" y="0"/>
                </a:lnTo>
                <a:moveTo>
                  <a:pt x="1528" y="0"/>
                </a:moveTo>
                <a:lnTo>
                  <a:pt x="1623" y="0"/>
                </a:lnTo>
                <a:lnTo>
                  <a:pt x="1623" y="19"/>
                </a:lnTo>
                <a:lnTo>
                  <a:pt x="1528" y="19"/>
                </a:lnTo>
                <a:lnTo>
                  <a:pt x="1528" y="0"/>
                </a:lnTo>
                <a:moveTo>
                  <a:pt x="1680" y="0"/>
                </a:moveTo>
                <a:lnTo>
                  <a:pt x="1775" y="0"/>
                </a:lnTo>
                <a:lnTo>
                  <a:pt x="1775" y="19"/>
                </a:lnTo>
                <a:lnTo>
                  <a:pt x="1680" y="19"/>
                </a:lnTo>
                <a:lnTo>
                  <a:pt x="1680" y="0"/>
                </a:lnTo>
                <a:moveTo>
                  <a:pt x="1831" y="0"/>
                </a:moveTo>
                <a:lnTo>
                  <a:pt x="1926" y="0"/>
                </a:lnTo>
                <a:lnTo>
                  <a:pt x="1926" y="19"/>
                </a:lnTo>
                <a:lnTo>
                  <a:pt x="1831" y="19"/>
                </a:lnTo>
                <a:lnTo>
                  <a:pt x="1831" y="0"/>
                </a:lnTo>
                <a:moveTo>
                  <a:pt x="1983" y="0"/>
                </a:moveTo>
                <a:lnTo>
                  <a:pt x="2078" y="0"/>
                </a:lnTo>
                <a:lnTo>
                  <a:pt x="2078" y="19"/>
                </a:lnTo>
                <a:lnTo>
                  <a:pt x="1983" y="19"/>
                </a:lnTo>
                <a:lnTo>
                  <a:pt x="1983" y="0"/>
                </a:lnTo>
                <a:moveTo>
                  <a:pt x="2135" y="0"/>
                </a:moveTo>
                <a:lnTo>
                  <a:pt x="2230" y="0"/>
                </a:lnTo>
                <a:lnTo>
                  <a:pt x="2230" y="19"/>
                </a:lnTo>
                <a:lnTo>
                  <a:pt x="2135" y="19"/>
                </a:lnTo>
                <a:lnTo>
                  <a:pt x="2135" y="0"/>
                </a:lnTo>
                <a:moveTo>
                  <a:pt x="2287" y="0"/>
                </a:moveTo>
                <a:lnTo>
                  <a:pt x="2381" y="0"/>
                </a:lnTo>
                <a:lnTo>
                  <a:pt x="2381" y="19"/>
                </a:lnTo>
                <a:lnTo>
                  <a:pt x="2287" y="19"/>
                </a:lnTo>
                <a:lnTo>
                  <a:pt x="2287" y="0"/>
                </a:lnTo>
                <a:moveTo>
                  <a:pt x="2438" y="0"/>
                </a:moveTo>
                <a:lnTo>
                  <a:pt x="2533" y="0"/>
                </a:lnTo>
                <a:lnTo>
                  <a:pt x="2533" y="19"/>
                </a:lnTo>
                <a:lnTo>
                  <a:pt x="2438" y="19"/>
                </a:lnTo>
                <a:lnTo>
                  <a:pt x="2438" y="0"/>
                </a:lnTo>
                <a:moveTo>
                  <a:pt x="2590" y="0"/>
                </a:moveTo>
                <a:lnTo>
                  <a:pt x="2685" y="0"/>
                </a:lnTo>
                <a:lnTo>
                  <a:pt x="2685" y="19"/>
                </a:lnTo>
                <a:lnTo>
                  <a:pt x="2590" y="19"/>
                </a:lnTo>
                <a:lnTo>
                  <a:pt x="2590" y="0"/>
                </a:lnTo>
                <a:moveTo>
                  <a:pt x="2742" y="0"/>
                </a:moveTo>
                <a:lnTo>
                  <a:pt x="2837" y="0"/>
                </a:lnTo>
                <a:lnTo>
                  <a:pt x="2837" y="19"/>
                </a:lnTo>
                <a:lnTo>
                  <a:pt x="2742" y="19"/>
                </a:lnTo>
                <a:lnTo>
                  <a:pt x="2742" y="0"/>
                </a:lnTo>
                <a:moveTo>
                  <a:pt x="2893" y="0"/>
                </a:moveTo>
                <a:lnTo>
                  <a:pt x="2988" y="0"/>
                </a:lnTo>
                <a:lnTo>
                  <a:pt x="2988" y="19"/>
                </a:lnTo>
                <a:lnTo>
                  <a:pt x="2893" y="19"/>
                </a:lnTo>
                <a:lnTo>
                  <a:pt x="2893" y="0"/>
                </a:lnTo>
                <a:moveTo>
                  <a:pt x="3045" y="0"/>
                </a:moveTo>
                <a:lnTo>
                  <a:pt x="3140" y="0"/>
                </a:lnTo>
                <a:lnTo>
                  <a:pt x="3140" y="19"/>
                </a:lnTo>
                <a:lnTo>
                  <a:pt x="3045" y="19"/>
                </a:lnTo>
                <a:lnTo>
                  <a:pt x="3045" y="0"/>
                </a:lnTo>
                <a:moveTo>
                  <a:pt x="3197" y="0"/>
                </a:moveTo>
                <a:lnTo>
                  <a:pt x="3292" y="0"/>
                </a:lnTo>
                <a:lnTo>
                  <a:pt x="3292" y="19"/>
                </a:lnTo>
                <a:lnTo>
                  <a:pt x="3197" y="19"/>
                </a:lnTo>
                <a:lnTo>
                  <a:pt x="3197" y="0"/>
                </a:lnTo>
                <a:moveTo>
                  <a:pt x="3349" y="0"/>
                </a:moveTo>
                <a:lnTo>
                  <a:pt x="3443" y="0"/>
                </a:lnTo>
                <a:lnTo>
                  <a:pt x="3443" y="19"/>
                </a:lnTo>
                <a:lnTo>
                  <a:pt x="3349" y="19"/>
                </a:lnTo>
                <a:lnTo>
                  <a:pt x="3349" y="0"/>
                </a:lnTo>
                <a:moveTo>
                  <a:pt x="3500" y="0"/>
                </a:moveTo>
                <a:lnTo>
                  <a:pt x="3595" y="0"/>
                </a:lnTo>
                <a:lnTo>
                  <a:pt x="3595" y="19"/>
                </a:lnTo>
                <a:lnTo>
                  <a:pt x="3500" y="19"/>
                </a:lnTo>
                <a:lnTo>
                  <a:pt x="3500" y="0"/>
                </a:lnTo>
                <a:moveTo>
                  <a:pt x="3652" y="0"/>
                </a:moveTo>
                <a:lnTo>
                  <a:pt x="3747" y="0"/>
                </a:lnTo>
                <a:lnTo>
                  <a:pt x="3747" y="19"/>
                </a:lnTo>
                <a:lnTo>
                  <a:pt x="3652" y="19"/>
                </a:lnTo>
                <a:lnTo>
                  <a:pt x="3652" y="0"/>
                </a:lnTo>
                <a:moveTo>
                  <a:pt x="3804" y="0"/>
                </a:moveTo>
                <a:lnTo>
                  <a:pt x="3899" y="0"/>
                </a:lnTo>
                <a:lnTo>
                  <a:pt x="3899" y="19"/>
                </a:lnTo>
                <a:lnTo>
                  <a:pt x="3804" y="19"/>
                </a:lnTo>
                <a:lnTo>
                  <a:pt x="3804" y="0"/>
                </a:lnTo>
                <a:moveTo>
                  <a:pt x="3955" y="0"/>
                </a:moveTo>
                <a:lnTo>
                  <a:pt x="4050" y="0"/>
                </a:lnTo>
                <a:lnTo>
                  <a:pt x="4050" y="19"/>
                </a:lnTo>
                <a:lnTo>
                  <a:pt x="3955" y="19"/>
                </a:lnTo>
                <a:lnTo>
                  <a:pt x="3955" y="0"/>
                </a:lnTo>
                <a:moveTo>
                  <a:pt x="4107" y="0"/>
                </a:moveTo>
                <a:lnTo>
                  <a:pt x="4202" y="0"/>
                </a:lnTo>
                <a:lnTo>
                  <a:pt x="4202" y="19"/>
                </a:lnTo>
                <a:lnTo>
                  <a:pt x="4107" y="19"/>
                </a:lnTo>
                <a:lnTo>
                  <a:pt x="4107" y="0"/>
                </a:lnTo>
                <a:moveTo>
                  <a:pt x="4259" y="0"/>
                </a:moveTo>
                <a:lnTo>
                  <a:pt x="4354" y="0"/>
                </a:lnTo>
                <a:lnTo>
                  <a:pt x="4354" y="19"/>
                </a:lnTo>
                <a:lnTo>
                  <a:pt x="4259" y="19"/>
                </a:lnTo>
                <a:lnTo>
                  <a:pt x="4259" y="0"/>
                </a:lnTo>
                <a:moveTo>
                  <a:pt x="4411" y="0"/>
                </a:moveTo>
                <a:lnTo>
                  <a:pt x="4505" y="0"/>
                </a:lnTo>
                <a:lnTo>
                  <a:pt x="4505" y="19"/>
                </a:lnTo>
                <a:lnTo>
                  <a:pt x="4411" y="19"/>
                </a:lnTo>
                <a:lnTo>
                  <a:pt x="4411" y="0"/>
                </a:lnTo>
                <a:moveTo>
                  <a:pt x="4562" y="0"/>
                </a:moveTo>
                <a:lnTo>
                  <a:pt x="4657" y="0"/>
                </a:lnTo>
                <a:lnTo>
                  <a:pt x="4657" y="19"/>
                </a:lnTo>
                <a:lnTo>
                  <a:pt x="4562" y="19"/>
                </a:lnTo>
                <a:lnTo>
                  <a:pt x="4562" y="0"/>
                </a:lnTo>
                <a:moveTo>
                  <a:pt x="4714" y="0"/>
                </a:moveTo>
                <a:lnTo>
                  <a:pt x="4809" y="0"/>
                </a:lnTo>
                <a:lnTo>
                  <a:pt x="4809" y="19"/>
                </a:lnTo>
                <a:lnTo>
                  <a:pt x="4714" y="19"/>
                </a:lnTo>
                <a:lnTo>
                  <a:pt x="4714" y="0"/>
                </a:lnTo>
                <a:moveTo>
                  <a:pt x="4866" y="0"/>
                </a:moveTo>
                <a:lnTo>
                  <a:pt x="4961" y="0"/>
                </a:lnTo>
                <a:lnTo>
                  <a:pt x="4961" y="19"/>
                </a:lnTo>
                <a:lnTo>
                  <a:pt x="4866" y="19"/>
                </a:lnTo>
                <a:lnTo>
                  <a:pt x="4866" y="0"/>
                </a:lnTo>
                <a:moveTo>
                  <a:pt x="5017" y="0"/>
                </a:moveTo>
                <a:lnTo>
                  <a:pt x="5112" y="0"/>
                </a:lnTo>
                <a:lnTo>
                  <a:pt x="5112" y="19"/>
                </a:lnTo>
                <a:lnTo>
                  <a:pt x="5017" y="19"/>
                </a:lnTo>
                <a:lnTo>
                  <a:pt x="5017" y="0"/>
                </a:lnTo>
                <a:moveTo>
                  <a:pt x="5169" y="0"/>
                </a:moveTo>
                <a:lnTo>
                  <a:pt x="5264" y="0"/>
                </a:lnTo>
                <a:lnTo>
                  <a:pt x="5264" y="19"/>
                </a:lnTo>
                <a:lnTo>
                  <a:pt x="5169" y="19"/>
                </a:lnTo>
                <a:lnTo>
                  <a:pt x="5169" y="0"/>
                </a:lnTo>
                <a:moveTo>
                  <a:pt x="5321" y="0"/>
                </a:moveTo>
                <a:lnTo>
                  <a:pt x="5416" y="0"/>
                </a:lnTo>
                <a:lnTo>
                  <a:pt x="5416" y="19"/>
                </a:lnTo>
                <a:lnTo>
                  <a:pt x="5321" y="19"/>
                </a:lnTo>
                <a:lnTo>
                  <a:pt x="5321" y="0"/>
                </a:lnTo>
                <a:moveTo>
                  <a:pt x="5473" y="0"/>
                </a:moveTo>
                <a:lnTo>
                  <a:pt x="5567" y="0"/>
                </a:lnTo>
                <a:lnTo>
                  <a:pt x="5567" y="19"/>
                </a:lnTo>
                <a:lnTo>
                  <a:pt x="5473" y="19"/>
                </a:lnTo>
                <a:lnTo>
                  <a:pt x="5473" y="0"/>
                </a:lnTo>
                <a:moveTo>
                  <a:pt x="5624" y="0"/>
                </a:moveTo>
                <a:lnTo>
                  <a:pt x="5719" y="0"/>
                </a:lnTo>
                <a:lnTo>
                  <a:pt x="5719" y="19"/>
                </a:lnTo>
                <a:lnTo>
                  <a:pt x="5624" y="19"/>
                </a:lnTo>
                <a:lnTo>
                  <a:pt x="5624" y="0"/>
                </a:lnTo>
                <a:moveTo>
                  <a:pt x="5776" y="0"/>
                </a:moveTo>
                <a:lnTo>
                  <a:pt x="5871" y="0"/>
                </a:lnTo>
                <a:lnTo>
                  <a:pt x="5871" y="19"/>
                </a:lnTo>
                <a:lnTo>
                  <a:pt x="5776" y="19"/>
                </a:lnTo>
                <a:lnTo>
                  <a:pt x="5776" y="0"/>
                </a:lnTo>
                <a:moveTo>
                  <a:pt x="5928" y="0"/>
                </a:moveTo>
                <a:lnTo>
                  <a:pt x="6023" y="0"/>
                </a:lnTo>
                <a:lnTo>
                  <a:pt x="6023" y="19"/>
                </a:lnTo>
                <a:lnTo>
                  <a:pt x="5928" y="19"/>
                </a:lnTo>
                <a:lnTo>
                  <a:pt x="5928" y="0"/>
                </a:lnTo>
                <a:moveTo>
                  <a:pt x="6079" y="0"/>
                </a:moveTo>
                <a:lnTo>
                  <a:pt x="6174" y="0"/>
                </a:lnTo>
                <a:lnTo>
                  <a:pt x="6174" y="19"/>
                </a:lnTo>
                <a:lnTo>
                  <a:pt x="6079" y="19"/>
                </a:lnTo>
                <a:lnTo>
                  <a:pt x="6079" y="0"/>
                </a:lnTo>
                <a:moveTo>
                  <a:pt x="6231" y="0"/>
                </a:moveTo>
                <a:lnTo>
                  <a:pt x="6326" y="0"/>
                </a:lnTo>
                <a:lnTo>
                  <a:pt x="6326" y="19"/>
                </a:lnTo>
                <a:lnTo>
                  <a:pt x="6231" y="19"/>
                </a:lnTo>
                <a:lnTo>
                  <a:pt x="6231" y="0"/>
                </a:lnTo>
                <a:moveTo>
                  <a:pt x="6383" y="0"/>
                </a:moveTo>
                <a:lnTo>
                  <a:pt x="6478" y="0"/>
                </a:lnTo>
                <a:lnTo>
                  <a:pt x="6478" y="19"/>
                </a:lnTo>
                <a:lnTo>
                  <a:pt x="6383" y="19"/>
                </a:lnTo>
                <a:lnTo>
                  <a:pt x="6383" y="0"/>
                </a:lnTo>
                <a:moveTo>
                  <a:pt x="6535" y="0"/>
                </a:moveTo>
                <a:lnTo>
                  <a:pt x="6629" y="0"/>
                </a:lnTo>
                <a:lnTo>
                  <a:pt x="6629" y="19"/>
                </a:lnTo>
                <a:lnTo>
                  <a:pt x="6535" y="19"/>
                </a:lnTo>
                <a:lnTo>
                  <a:pt x="6535" y="0"/>
                </a:lnTo>
                <a:moveTo>
                  <a:pt x="6686" y="0"/>
                </a:moveTo>
                <a:lnTo>
                  <a:pt x="6781" y="0"/>
                </a:lnTo>
                <a:lnTo>
                  <a:pt x="6781" y="19"/>
                </a:lnTo>
                <a:lnTo>
                  <a:pt x="6686" y="19"/>
                </a:lnTo>
                <a:lnTo>
                  <a:pt x="6686" y="0"/>
                </a:lnTo>
                <a:moveTo>
                  <a:pt x="6838" y="0"/>
                </a:moveTo>
                <a:lnTo>
                  <a:pt x="6933" y="0"/>
                </a:lnTo>
                <a:lnTo>
                  <a:pt x="6933" y="19"/>
                </a:lnTo>
                <a:lnTo>
                  <a:pt x="6838" y="19"/>
                </a:lnTo>
                <a:lnTo>
                  <a:pt x="6838" y="0"/>
                </a:lnTo>
                <a:moveTo>
                  <a:pt x="6990" y="0"/>
                </a:moveTo>
                <a:lnTo>
                  <a:pt x="7085" y="0"/>
                </a:lnTo>
                <a:lnTo>
                  <a:pt x="7085" y="19"/>
                </a:lnTo>
                <a:lnTo>
                  <a:pt x="6990" y="19"/>
                </a:lnTo>
                <a:lnTo>
                  <a:pt x="6990" y="0"/>
                </a:lnTo>
                <a:moveTo>
                  <a:pt x="7141" y="0"/>
                </a:moveTo>
                <a:lnTo>
                  <a:pt x="7236" y="0"/>
                </a:lnTo>
                <a:lnTo>
                  <a:pt x="7236" y="19"/>
                </a:lnTo>
                <a:lnTo>
                  <a:pt x="7141" y="19"/>
                </a:lnTo>
                <a:lnTo>
                  <a:pt x="7141" y="0"/>
                </a:lnTo>
                <a:moveTo>
                  <a:pt x="7293" y="0"/>
                </a:moveTo>
                <a:lnTo>
                  <a:pt x="7388" y="0"/>
                </a:lnTo>
                <a:lnTo>
                  <a:pt x="7388" y="19"/>
                </a:lnTo>
                <a:lnTo>
                  <a:pt x="7293" y="19"/>
                </a:lnTo>
                <a:lnTo>
                  <a:pt x="7293" y="0"/>
                </a:lnTo>
                <a:moveTo>
                  <a:pt x="7445" y="0"/>
                </a:moveTo>
                <a:lnTo>
                  <a:pt x="7540" y="0"/>
                </a:lnTo>
                <a:lnTo>
                  <a:pt x="7540" y="19"/>
                </a:lnTo>
                <a:lnTo>
                  <a:pt x="7445" y="19"/>
                </a:lnTo>
                <a:lnTo>
                  <a:pt x="7445" y="0"/>
                </a:lnTo>
                <a:moveTo>
                  <a:pt x="7597" y="0"/>
                </a:moveTo>
                <a:lnTo>
                  <a:pt x="7691" y="0"/>
                </a:lnTo>
                <a:lnTo>
                  <a:pt x="7691" y="19"/>
                </a:lnTo>
                <a:lnTo>
                  <a:pt x="7597" y="19"/>
                </a:lnTo>
                <a:lnTo>
                  <a:pt x="7597" y="0"/>
                </a:lnTo>
                <a:moveTo>
                  <a:pt x="7748" y="0"/>
                </a:moveTo>
                <a:lnTo>
                  <a:pt x="7843" y="0"/>
                </a:lnTo>
                <a:lnTo>
                  <a:pt x="7843" y="19"/>
                </a:lnTo>
                <a:lnTo>
                  <a:pt x="7748" y="19"/>
                </a:lnTo>
                <a:lnTo>
                  <a:pt x="7748" y="0"/>
                </a:lnTo>
                <a:moveTo>
                  <a:pt x="7900" y="0"/>
                </a:moveTo>
                <a:lnTo>
                  <a:pt x="7995" y="0"/>
                </a:lnTo>
                <a:lnTo>
                  <a:pt x="7995" y="19"/>
                </a:lnTo>
                <a:lnTo>
                  <a:pt x="7900" y="19"/>
                </a:lnTo>
                <a:lnTo>
                  <a:pt x="7900" y="0"/>
                </a:lnTo>
                <a:moveTo>
                  <a:pt x="8052" y="0"/>
                </a:moveTo>
                <a:lnTo>
                  <a:pt x="8147" y="0"/>
                </a:lnTo>
                <a:lnTo>
                  <a:pt x="8147" y="19"/>
                </a:lnTo>
                <a:lnTo>
                  <a:pt x="8052" y="19"/>
                </a:lnTo>
                <a:lnTo>
                  <a:pt x="8052" y="0"/>
                </a:lnTo>
                <a:moveTo>
                  <a:pt x="8203" y="0"/>
                </a:moveTo>
                <a:lnTo>
                  <a:pt x="8298" y="0"/>
                </a:lnTo>
                <a:lnTo>
                  <a:pt x="8298" y="19"/>
                </a:lnTo>
                <a:lnTo>
                  <a:pt x="8203" y="19"/>
                </a:lnTo>
                <a:lnTo>
                  <a:pt x="8203" y="0"/>
                </a:lnTo>
                <a:moveTo>
                  <a:pt x="8355" y="0"/>
                </a:moveTo>
                <a:lnTo>
                  <a:pt x="8450" y="0"/>
                </a:lnTo>
                <a:lnTo>
                  <a:pt x="8450" y="19"/>
                </a:lnTo>
                <a:lnTo>
                  <a:pt x="8355" y="19"/>
                </a:lnTo>
                <a:lnTo>
                  <a:pt x="8355" y="0"/>
                </a:lnTo>
                <a:moveTo>
                  <a:pt x="8507" y="0"/>
                </a:moveTo>
                <a:lnTo>
                  <a:pt x="8602" y="0"/>
                </a:lnTo>
                <a:lnTo>
                  <a:pt x="8602" y="19"/>
                </a:lnTo>
                <a:lnTo>
                  <a:pt x="8507" y="19"/>
                </a:lnTo>
                <a:lnTo>
                  <a:pt x="8507" y="0"/>
                </a:lnTo>
                <a:moveTo>
                  <a:pt x="8659" y="0"/>
                </a:moveTo>
                <a:lnTo>
                  <a:pt x="8753" y="0"/>
                </a:lnTo>
                <a:lnTo>
                  <a:pt x="8753" y="19"/>
                </a:lnTo>
                <a:lnTo>
                  <a:pt x="8659" y="19"/>
                </a:lnTo>
                <a:lnTo>
                  <a:pt x="8659" y="0"/>
                </a:lnTo>
                <a:moveTo>
                  <a:pt x="8810" y="0"/>
                </a:moveTo>
                <a:lnTo>
                  <a:pt x="8905" y="0"/>
                </a:lnTo>
                <a:lnTo>
                  <a:pt x="8905" y="19"/>
                </a:lnTo>
                <a:lnTo>
                  <a:pt x="8810" y="19"/>
                </a:lnTo>
                <a:lnTo>
                  <a:pt x="8810" y="0"/>
                </a:lnTo>
                <a:moveTo>
                  <a:pt x="8962" y="0"/>
                </a:moveTo>
                <a:lnTo>
                  <a:pt x="9057" y="0"/>
                </a:lnTo>
                <a:lnTo>
                  <a:pt x="9057" y="19"/>
                </a:lnTo>
                <a:lnTo>
                  <a:pt x="8962" y="19"/>
                </a:lnTo>
                <a:lnTo>
                  <a:pt x="8962" y="0"/>
                </a:lnTo>
                <a:moveTo>
                  <a:pt x="9114" y="0"/>
                </a:moveTo>
                <a:lnTo>
                  <a:pt x="9209" y="0"/>
                </a:lnTo>
                <a:lnTo>
                  <a:pt x="9209" y="19"/>
                </a:lnTo>
                <a:lnTo>
                  <a:pt x="9114" y="19"/>
                </a:lnTo>
                <a:lnTo>
                  <a:pt x="9114" y="0"/>
                </a:lnTo>
                <a:moveTo>
                  <a:pt x="9266" y="0"/>
                </a:moveTo>
                <a:lnTo>
                  <a:pt x="9360" y="0"/>
                </a:lnTo>
                <a:lnTo>
                  <a:pt x="9360" y="19"/>
                </a:lnTo>
                <a:lnTo>
                  <a:pt x="9266" y="19"/>
                </a:lnTo>
                <a:lnTo>
                  <a:pt x="9266" y="0"/>
                </a:lnTo>
                <a:moveTo>
                  <a:pt x="9417" y="0"/>
                </a:moveTo>
                <a:lnTo>
                  <a:pt x="9512" y="0"/>
                </a:lnTo>
                <a:lnTo>
                  <a:pt x="9512" y="19"/>
                </a:lnTo>
                <a:lnTo>
                  <a:pt x="9417" y="19"/>
                </a:lnTo>
                <a:lnTo>
                  <a:pt x="9417" y="0"/>
                </a:lnTo>
                <a:moveTo>
                  <a:pt x="9569" y="0"/>
                </a:moveTo>
                <a:lnTo>
                  <a:pt x="9664" y="0"/>
                </a:lnTo>
                <a:lnTo>
                  <a:pt x="9664" y="19"/>
                </a:lnTo>
                <a:lnTo>
                  <a:pt x="9569" y="19"/>
                </a:lnTo>
                <a:lnTo>
                  <a:pt x="9569" y="0"/>
                </a:lnTo>
                <a:moveTo>
                  <a:pt x="9721" y="0"/>
                </a:moveTo>
                <a:lnTo>
                  <a:pt x="9815" y="0"/>
                </a:lnTo>
                <a:lnTo>
                  <a:pt x="9815" y="19"/>
                </a:lnTo>
                <a:lnTo>
                  <a:pt x="9721" y="19"/>
                </a:lnTo>
                <a:lnTo>
                  <a:pt x="9721" y="0"/>
                </a:lnTo>
                <a:moveTo>
                  <a:pt x="9872" y="0"/>
                </a:moveTo>
                <a:lnTo>
                  <a:pt x="9967" y="0"/>
                </a:lnTo>
                <a:lnTo>
                  <a:pt x="9967" y="19"/>
                </a:lnTo>
                <a:lnTo>
                  <a:pt x="9872" y="19"/>
                </a:lnTo>
                <a:lnTo>
                  <a:pt x="9872" y="0"/>
                </a:lnTo>
                <a:moveTo>
                  <a:pt x="10024" y="0"/>
                </a:moveTo>
                <a:lnTo>
                  <a:pt x="10119" y="0"/>
                </a:lnTo>
                <a:lnTo>
                  <a:pt x="10119" y="19"/>
                </a:lnTo>
                <a:lnTo>
                  <a:pt x="10024" y="19"/>
                </a:lnTo>
                <a:lnTo>
                  <a:pt x="10024" y="0"/>
                </a:lnTo>
                <a:moveTo>
                  <a:pt x="10176" y="0"/>
                </a:moveTo>
                <a:lnTo>
                  <a:pt x="10271" y="0"/>
                </a:lnTo>
                <a:lnTo>
                  <a:pt x="10271" y="19"/>
                </a:lnTo>
                <a:lnTo>
                  <a:pt x="10176" y="19"/>
                </a:lnTo>
                <a:lnTo>
                  <a:pt x="10176" y="0"/>
                </a:lnTo>
                <a:moveTo>
                  <a:pt x="10328" y="0"/>
                </a:moveTo>
                <a:lnTo>
                  <a:pt x="10422" y="0"/>
                </a:lnTo>
                <a:lnTo>
                  <a:pt x="10422" y="19"/>
                </a:lnTo>
                <a:lnTo>
                  <a:pt x="10328" y="19"/>
                </a:lnTo>
                <a:lnTo>
                  <a:pt x="10328" y="0"/>
                </a:lnTo>
                <a:moveTo>
                  <a:pt x="10479" y="0"/>
                </a:moveTo>
                <a:lnTo>
                  <a:pt x="10574" y="0"/>
                </a:lnTo>
                <a:lnTo>
                  <a:pt x="10574" y="19"/>
                </a:lnTo>
                <a:lnTo>
                  <a:pt x="10479" y="19"/>
                </a:lnTo>
                <a:lnTo>
                  <a:pt x="10479" y="0"/>
                </a:lnTo>
                <a:moveTo>
                  <a:pt x="10631" y="0"/>
                </a:moveTo>
                <a:lnTo>
                  <a:pt x="10726" y="0"/>
                </a:lnTo>
                <a:lnTo>
                  <a:pt x="10726" y="19"/>
                </a:lnTo>
                <a:lnTo>
                  <a:pt x="10631" y="19"/>
                </a:lnTo>
                <a:lnTo>
                  <a:pt x="10631" y="0"/>
                </a:lnTo>
                <a:moveTo>
                  <a:pt x="10783" y="0"/>
                </a:moveTo>
                <a:lnTo>
                  <a:pt x="10878" y="0"/>
                </a:lnTo>
                <a:lnTo>
                  <a:pt x="10878" y="19"/>
                </a:lnTo>
                <a:lnTo>
                  <a:pt x="10783" y="19"/>
                </a:lnTo>
                <a:lnTo>
                  <a:pt x="10783" y="0"/>
                </a:lnTo>
                <a:moveTo>
                  <a:pt x="10934" y="0"/>
                </a:moveTo>
                <a:lnTo>
                  <a:pt x="11029" y="0"/>
                </a:lnTo>
                <a:lnTo>
                  <a:pt x="11029" y="19"/>
                </a:lnTo>
                <a:lnTo>
                  <a:pt x="10934" y="19"/>
                </a:lnTo>
                <a:lnTo>
                  <a:pt x="10934" y="0"/>
                </a:lnTo>
                <a:moveTo>
                  <a:pt x="11058" y="47"/>
                </a:moveTo>
                <a:lnTo>
                  <a:pt x="11058" y="142"/>
                </a:lnTo>
                <a:lnTo>
                  <a:pt x="11039" y="142"/>
                </a:lnTo>
                <a:lnTo>
                  <a:pt x="11039" y="47"/>
                </a:lnTo>
                <a:lnTo>
                  <a:pt x="11058" y="47"/>
                </a:lnTo>
                <a:moveTo>
                  <a:pt x="11058" y="199"/>
                </a:moveTo>
                <a:lnTo>
                  <a:pt x="11058" y="294"/>
                </a:lnTo>
                <a:lnTo>
                  <a:pt x="11039" y="294"/>
                </a:lnTo>
                <a:lnTo>
                  <a:pt x="11039" y="199"/>
                </a:lnTo>
                <a:lnTo>
                  <a:pt x="11058" y="199"/>
                </a:lnTo>
                <a:moveTo>
                  <a:pt x="11058" y="351"/>
                </a:moveTo>
                <a:lnTo>
                  <a:pt x="11058" y="445"/>
                </a:lnTo>
                <a:lnTo>
                  <a:pt x="11039" y="445"/>
                </a:lnTo>
                <a:lnTo>
                  <a:pt x="11039" y="351"/>
                </a:lnTo>
                <a:lnTo>
                  <a:pt x="11058" y="351"/>
                </a:lnTo>
                <a:moveTo>
                  <a:pt x="11058" y="502"/>
                </a:moveTo>
                <a:lnTo>
                  <a:pt x="11058" y="597"/>
                </a:lnTo>
                <a:lnTo>
                  <a:pt x="11039" y="597"/>
                </a:lnTo>
                <a:lnTo>
                  <a:pt x="11039" y="502"/>
                </a:lnTo>
                <a:lnTo>
                  <a:pt x="11058" y="502"/>
                </a:lnTo>
                <a:moveTo>
                  <a:pt x="11058" y="654"/>
                </a:moveTo>
                <a:lnTo>
                  <a:pt x="11058" y="749"/>
                </a:lnTo>
                <a:lnTo>
                  <a:pt x="11039" y="749"/>
                </a:lnTo>
                <a:lnTo>
                  <a:pt x="11039" y="654"/>
                </a:lnTo>
                <a:lnTo>
                  <a:pt x="11058" y="654"/>
                </a:lnTo>
                <a:moveTo>
                  <a:pt x="11058" y="807"/>
                </a:moveTo>
                <a:lnTo>
                  <a:pt x="11058" y="902"/>
                </a:lnTo>
                <a:lnTo>
                  <a:pt x="11039" y="902"/>
                </a:lnTo>
                <a:lnTo>
                  <a:pt x="11039" y="807"/>
                </a:lnTo>
                <a:lnTo>
                  <a:pt x="11058" y="807"/>
                </a:lnTo>
                <a:moveTo>
                  <a:pt x="11058" y="959"/>
                </a:moveTo>
                <a:lnTo>
                  <a:pt x="11058" y="1053"/>
                </a:lnTo>
                <a:lnTo>
                  <a:pt x="11039" y="1053"/>
                </a:lnTo>
                <a:lnTo>
                  <a:pt x="11039" y="959"/>
                </a:lnTo>
                <a:lnTo>
                  <a:pt x="11058" y="959"/>
                </a:lnTo>
                <a:moveTo>
                  <a:pt x="11058" y="1110"/>
                </a:moveTo>
                <a:lnTo>
                  <a:pt x="11058" y="1205"/>
                </a:lnTo>
                <a:lnTo>
                  <a:pt x="11039" y="1205"/>
                </a:lnTo>
                <a:lnTo>
                  <a:pt x="11039" y="1110"/>
                </a:lnTo>
                <a:lnTo>
                  <a:pt x="11058" y="1110"/>
                </a:lnTo>
                <a:moveTo>
                  <a:pt x="11029" y="1252"/>
                </a:moveTo>
                <a:lnTo>
                  <a:pt x="10934" y="1252"/>
                </a:lnTo>
                <a:lnTo>
                  <a:pt x="10934" y="1234"/>
                </a:lnTo>
                <a:lnTo>
                  <a:pt x="11029" y="1234"/>
                </a:lnTo>
                <a:lnTo>
                  <a:pt x="11029" y="1252"/>
                </a:lnTo>
                <a:moveTo>
                  <a:pt x="10878" y="1252"/>
                </a:moveTo>
                <a:lnTo>
                  <a:pt x="10783" y="1252"/>
                </a:lnTo>
                <a:lnTo>
                  <a:pt x="10783" y="1234"/>
                </a:lnTo>
                <a:lnTo>
                  <a:pt x="10878" y="1234"/>
                </a:lnTo>
                <a:lnTo>
                  <a:pt x="10878" y="1252"/>
                </a:lnTo>
                <a:moveTo>
                  <a:pt x="10726" y="1252"/>
                </a:moveTo>
                <a:lnTo>
                  <a:pt x="10631" y="1252"/>
                </a:lnTo>
                <a:lnTo>
                  <a:pt x="10631" y="1234"/>
                </a:lnTo>
                <a:lnTo>
                  <a:pt x="10726" y="1234"/>
                </a:lnTo>
                <a:lnTo>
                  <a:pt x="10726" y="1252"/>
                </a:lnTo>
                <a:moveTo>
                  <a:pt x="10574" y="1252"/>
                </a:moveTo>
                <a:lnTo>
                  <a:pt x="10479" y="1252"/>
                </a:lnTo>
                <a:lnTo>
                  <a:pt x="10479" y="1234"/>
                </a:lnTo>
                <a:lnTo>
                  <a:pt x="10574" y="1234"/>
                </a:lnTo>
                <a:lnTo>
                  <a:pt x="10574" y="1252"/>
                </a:lnTo>
                <a:moveTo>
                  <a:pt x="10422" y="1252"/>
                </a:moveTo>
                <a:lnTo>
                  <a:pt x="10328" y="1252"/>
                </a:lnTo>
                <a:lnTo>
                  <a:pt x="10328" y="1234"/>
                </a:lnTo>
                <a:lnTo>
                  <a:pt x="10422" y="1234"/>
                </a:lnTo>
                <a:lnTo>
                  <a:pt x="10422" y="1252"/>
                </a:lnTo>
                <a:moveTo>
                  <a:pt x="10271" y="1252"/>
                </a:moveTo>
                <a:lnTo>
                  <a:pt x="10176" y="1252"/>
                </a:lnTo>
                <a:lnTo>
                  <a:pt x="10176" y="1234"/>
                </a:lnTo>
                <a:lnTo>
                  <a:pt x="10271" y="1234"/>
                </a:lnTo>
                <a:lnTo>
                  <a:pt x="10271" y="1252"/>
                </a:lnTo>
                <a:moveTo>
                  <a:pt x="10119" y="1252"/>
                </a:moveTo>
                <a:lnTo>
                  <a:pt x="10024" y="1252"/>
                </a:lnTo>
                <a:lnTo>
                  <a:pt x="10024" y="1234"/>
                </a:lnTo>
                <a:lnTo>
                  <a:pt x="10119" y="1234"/>
                </a:lnTo>
                <a:lnTo>
                  <a:pt x="10119" y="1252"/>
                </a:lnTo>
                <a:moveTo>
                  <a:pt x="9967" y="1252"/>
                </a:moveTo>
                <a:lnTo>
                  <a:pt x="9872" y="1252"/>
                </a:lnTo>
                <a:lnTo>
                  <a:pt x="9872" y="1234"/>
                </a:lnTo>
                <a:lnTo>
                  <a:pt x="9967" y="1234"/>
                </a:lnTo>
                <a:lnTo>
                  <a:pt x="9967" y="1252"/>
                </a:lnTo>
                <a:moveTo>
                  <a:pt x="9815" y="1252"/>
                </a:moveTo>
                <a:lnTo>
                  <a:pt x="9721" y="1252"/>
                </a:lnTo>
                <a:lnTo>
                  <a:pt x="9721" y="1234"/>
                </a:lnTo>
                <a:lnTo>
                  <a:pt x="9815" y="1234"/>
                </a:lnTo>
                <a:lnTo>
                  <a:pt x="9815" y="1252"/>
                </a:lnTo>
                <a:moveTo>
                  <a:pt x="9664" y="1252"/>
                </a:moveTo>
                <a:lnTo>
                  <a:pt x="9569" y="1252"/>
                </a:lnTo>
                <a:lnTo>
                  <a:pt x="9569" y="1234"/>
                </a:lnTo>
                <a:lnTo>
                  <a:pt x="9664" y="1234"/>
                </a:lnTo>
                <a:lnTo>
                  <a:pt x="9664" y="1252"/>
                </a:lnTo>
                <a:moveTo>
                  <a:pt x="9512" y="1252"/>
                </a:moveTo>
                <a:lnTo>
                  <a:pt x="9417" y="1252"/>
                </a:lnTo>
                <a:lnTo>
                  <a:pt x="9417" y="1234"/>
                </a:lnTo>
                <a:lnTo>
                  <a:pt x="9512" y="1234"/>
                </a:lnTo>
                <a:lnTo>
                  <a:pt x="9512" y="1252"/>
                </a:lnTo>
                <a:moveTo>
                  <a:pt x="9360" y="1252"/>
                </a:moveTo>
                <a:lnTo>
                  <a:pt x="9266" y="1252"/>
                </a:lnTo>
                <a:lnTo>
                  <a:pt x="9266" y="1234"/>
                </a:lnTo>
                <a:lnTo>
                  <a:pt x="9360" y="1234"/>
                </a:lnTo>
                <a:lnTo>
                  <a:pt x="9360" y="1252"/>
                </a:lnTo>
                <a:moveTo>
                  <a:pt x="9209" y="1252"/>
                </a:moveTo>
                <a:lnTo>
                  <a:pt x="9114" y="1252"/>
                </a:lnTo>
                <a:lnTo>
                  <a:pt x="9114" y="1234"/>
                </a:lnTo>
                <a:lnTo>
                  <a:pt x="9209" y="1234"/>
                </a:lnTo>
                <a:lnTo>
                  <a:pt x="9209" y="1252"/>
                </a:lnTo>
                <a:moveTo>
                  <a:pt x="9057" y="1252"/>
                </a:moveTo>
                <a:lnTo>
                  <a:pt x="8962" y="1252"/>
                </a:lnTo>
                <a:lnTo>
                  <a:pt x="8962" y="1234"/>
                </a:lnTo>
                <a:lnTo>
                  <a:pt x="9057" y="1234"/>
                </a:lnTo>
                <a:lnTo>
                  <a:pt x="9057" y="1252"/>
                </a:lnTo>
                <a:moveTo>
                  <a:pt x="8905" y="1252"/>
                </a:moveTo>
                <a:lnTo>
                  <a:pt x="8810" y="1252"/>
                </a:lnTo>
                <a:lnTo>
                  <a:pt x="8810" y="1234"/>
                </a:lnTo>
                <a:lnTo>
                  <a:pt x="8905" y="1234"/>
                </a:lnTo>
                <a:lnTo>
                  <a:pt x="8905" y="1252"/>
                </a:lnTo>
                <a:moveTo>
                  <a:pt x="8753" y="1252"/>
                </a:moveTo>
                <a:lnTo>
                  <a:pt x="8659" y="1252"/>
                </a:lnTo>
                <a:lnTo>
                  <a:pt x="8659" y="1234"/>
                </a:lnTo>
                <a:lnTo>
                  <a:pt x="8753" y="1234"/>
                </a:lnTo>
                <a:lnTo>
                  <a:pt x="8753" y="1252"/>
                </a:lnTo>
                <a:moveTo>
                  <a:pt x="8602" y="1252"/>
                </a:moveTo>
                <a:lnTo>
                  <a:pt x="8507" y="1252"/>
                </a:lnTo>
                <a:lnTo>
                  <a:pt x="8507" y="1234"/>
                </a:lnTo>
                <a:lnTo>
                  <a:pt x="8602" y="1234"/>
                </a:lnTo>
                <a:lnTo>
                  <a:pt x="8602" y="1252"/>
                </a:lnTo>
                <a:moveTo>
                  <a:pt x="8450" y="1252"/>
                </a:moveTo>
                <a:lnTo>
                  <a:pt x="8355" y="1252"/>
                </a:lnTo>
                <a:lnTo>
                  <a:pt x="8355" y="1234"/>
                </a:lnTo>
                <a:lnTo>
                  <a:pt x="8450" y="1234"/>
                </a:lnTo>
                <a:lnTo>
                  <a:pt x="8450" y="1252"/>
                </a:lnTo>
                <a:moveTo>
                  <a:pt x="8298" y="1252"/>
                </a:moveTo>
                <a:lnTo>
                  <a:pt x="8203" y="1252"/>
                </a:lnTo>
                <a:lnTo>
                  <a:pt x="8203" y="1234"/>
                </a:lnTo>
                <a:lnTo>
                  <a:pt x="8298" y="1234"/>
                </a:lnTo>
                <a:lnTo>
                  <a:pt x="8298" y="1252"/>
                </a:lnTo>
                <a:moveTo>
                  <a:pt x="8147" y="1252"/>
                </a:moveTo>
                <a:lnTo>
                  <a:pt x="8052" y="1252"/>
                </a:lnTo>
                <a:lnTo>
                  <a:pt x="8052" y="1234"/>
                </a:lnTo>
                <a:lnTo>
                  <a:pt x="8147" y="1234"/>
                </a:lnTo>
                <a:lnTo>
                  <a:pt x="8147" y="1252"/>
                </a:lnTo>
                <a:moveTo>
                  <a:pt x="7995" y="1252"/>
                </a:moveTo>
                <a:lnTo>
                  <a:pt x="7900" y="1252"/>
                </a:lnTo>
                <a:lnTo>
                  <a:pt x="7900" y="1234"/>
                </a:lnTo>
                <a:lnTo>
                  <a:pt x="7995" y="1234"/>
                </a:lnTo>
                <a:lnTo>
                  <a:pt x="7995" y="1252"/>
                </a:lnTo>
                <a:moveTo>
                  <a:pt x="7843" y="1252"/>
                </a:moveTo>
                <a:lnTo>
                  <a:pt x="7748" y="1252"/>
                </a:lnTo>
                <a:lnTo>
                  <a:pt x="7748" y="1234"/>
                </a:lnTo>
                <a:lnTo>
                  <a:pt x="7843" y="1234"/>
                </a:lnTo>
                <a:lnTo>
                  <a:pt x="7843" y="1252"/>
                </a:lnTo>
                <a:moveTo>
                  <a:pt x="7691" y="1252"/>
                </a:moveTo>
                <a:lnTo>
                  <a:pt x="7597" y="1252"/>
                </a:lnTo>
                <a:lnTo>
                  <a:pt x="7597" y="1234"/>
                </a:lnTo>
                <a:lnTo>
                  <a:pt x="7691" y="1234"/>
                </a:lnTo>
                <a:lnTo>
                  <a:pt x="7691" y="1252"/>
                </a:lnTo>
                <a:moveTo>
                  <a:pt x="7540" y="1252"/>
                </a:moveTo>
                <a:lnTo>
                  <a:pt x="7445" y="1252"/>
                </a:lnTo>
                <a:lnTo>
                  <a:pt x="7445" y="1234"/>
                </a:lnTo>
                <a:lnTo>
                  <a:pt x="7540" y="1234"/>
                </a:lnTo>
                <a:lnTo>
                  <a:pt x="7540" y="1252"/>
                </a:lnTo>
                <a:moveTo>
                  <a:pt x="7388" y="1252"/>
                </a:moveTo>
                <a:lnTo>
                  <a:pt x="7293" y="1252"/>
                </a:lnTo>
                <a:lnTo>
                  <a:pt x="7293" y="1234"/>
                </a:lnTo>
                <a:lnTo>
                  <a:pt x="7388" y="1234"/>
                </a:lnTo>
                <a:lnTo>
                  <a:pt x="7388" y="1252"/>
                </a:lnTo>
                <a:moveTo>
                  <a:pt x="7236" y="1252"/>
                </a:moveTo>
                <a:lnTo>
                  <a:pt x="7141" y="1252"/>
                </a:lnTo>
                <a:lnTo>
                  <a:pt x="7141" y="1234"/>
                </a:lnTo>
                <a:lnTo>
                  <a:pt x="7236" y="1234"/>
                </a:lnTo>
                <a:lnTo>
                  <a:pt x="7236" y="1252"/>
                </a:lnTo>
                <a:moveTo>
                  <a:pt x="7085" y="1252"/>
                </a:moveTo>
                <a:lnTo>
                  <a:pt x="6990" y="1252"/>
                </a:lnTo>
                <a:lnTo>
                  <a:pt x="6990" y="1234"/>
                </a:lnTo>
                <a:lnTo>
                  <a:pt x="7085" y="1234"/>
                </a:lnTo>
                <a:lnTo>
                  <a:pt x="7085" y="1252"/>
                </a:lnTo>
                <a:moveTo>
                  <a:pt x="6933" y="1252"/>
                </a:moveTo>
                <a:lnTo>
                  <a:pt x="6838" y="1252"/>
                </a:lnTo>
                <a:lnTo>
                  <a:pt x="6838" y="1234"/>
                </a:lnTo>
                <a:lnTo>
                  <a:pt x="6933" y="1234"/>
                </a:lnTo>
                <a:lnTo>
                  <a:pt x="6933" y="1252"/>
                </a:lnTo>
                <a:moveTo>
                  <a:pt x="6781" y="1252"/>
                </a:moveTo>
                <a:lnTo>
                  <a:pt x="6686" y="1252"/>
                </a:lnTo>
                <a:lnTo>
                  <a:pt x="6686" y="1234"/>
                </a:lnTo>
                <a:lnTo>
                  <a:pt x="6781" y="1234"/>
                </a:lnTo>
                <a:lnTo>
                  <a:pt x="6781" y="1252"/>
                </a:lnTo>
                <a:moveTo>
                  <a:pt x="6629" y="1252"/>
                </a:moveTo>
                <a:lnTo>
                  <a:pt x="6535" y="1252"/>
                </a:lnTo>
                <a:lnTo>
                  <a:pt x="6535" y="1234"/>
                </a:lnTo>
                <a:lnTo>
                  <a:pt x="6629" y="1234"/>
                </a:lnTo>
                <a:lnTo>
                  <a:pt x="6629" y="1252"/>
                </a:lnTo>
                <a:moveTo>
                  <a:pt x="6478" y="1252"/>
                </a:moveTo>
                <a:lnTo>
                  <a:pt x="6383" y="1252"/>
                </a:lnTo>
                <a:lnTo>
                  <a:pt x="6383" y="1234"/>
                </a:lnTo>
                <a:lnTo>
                  <a:pt x="6478" y="1234"/>
                </a:lnTo>
                <a:lnTo>
                  <a:pt x="6478" y="1252"/>
                </a:lnTo>
                <a:moveTo>
                  <a:pt x="6326" y="1252"/>
                </a:moveTo>
                <a:lnTo>
                  <a:pt x="6231" y="1252"/>
                </a:lnTo>
                <a:lnTo>
                  <a:pt x="6231" y="1234"/>
                </a:lnTo>
                <a:lnTo>
                  <a:pt x="6326" y="1234"/>
                </a:lnTo>
                <a:lnTo>
                  <a:pt x="6326" y="1252"/>
                </a:lnTo>
                <a:moveTo>
                  <a:pt x="6174" y="1252"/>
                </a:moveTo>
                <a:lnTo>
                  <a:pt x="6079" y="1252"/>
                </a:lnTo>
                <a:lnTo>
                  <a:pt x="6079" y="1234"/>
                </a:lnTo>
                <a:lnTo>
                  <a:pt x="6174" y="1234"/>
                </a:lnTo>
                <a:lnTo>
                  <a:pt x="6174" y="1252"/>
                </a:lnTo>
                <a:moveTo>
                  <a:pt x="6023" y="1252"/>
                </a:moveTo>
                <a:lnTo>
                  <a:pt x="5928" y="1252"/>
                </a:lnTo>
                <a:lnTo>
                  <a:pt x="5928" y="1234"/>
                </a:lnTo>
                <a:lnTo>
                  <a:pt x="6023" y="1234"/>
                </a:lnTo>
                <a:lnTo>
                  <a:pt x="6023" y="1252"/>
                </a:lnTo>
                <a:moveTo>
                  <a:pt x="5871" y="1252"/>
                </a:moveTo>
                <a:lnTo>
                  <a:pt x="5776" y="1252"/>
                </a:lnTo>
                <a:lnTo>
                  <a:pt x="5776" y="1234"/>
                </a:lnTo>
                <a:lnTo>
                  <a:pt x="5871" y="1234"/>
                </a:lnTo>
                <a:lnTo>
                  <a:pt x="5871" y="1252"/>
                </a:lnTo>
                <a:moveTo>
                  <a:pt x="5719" y="1252"/>
                </a:moveTo>
                <a:lnTo>
                  <a:pt x="5624" y="1252"/>
                </a:lnTo>
                <a:lnTo>
                  <a:pt x="5624" y="1234"/>
                </a:lnTo>
                <a:lnTo>
                  <a:pt x="5719" y="1234"/>
                </a:lnTo>
                <a:lnTo>
                  <a:pt x="5719" y="1252"/>
                </a:lnTo>
                <a:moveTo>
                  <a:pt x="5567" y="1252"/>
                </a:moveTo>
                <a:lnTo>
                  <a:pt x="5473" y="1252"/>
                </a:lnTo>
                <a:lnTo>
                  <a:pt x="5473" y="1234"/>
                </a:lnTo>
                <a:lnTo>
                  <a:pt x="5567" y="1234"/>
                </a:lnTo>
                <a:lnTo>
                  <a:pt x="5567" y="1252"/>
                </a:lnTo>
                <a:moveTo>
                  <a:pt x="5416" y="1252"/>
                </a:moveTo>
                <a:lnTo>
                  <a:pt x="5321" y="1252"/>
                </a:lnTo>
                <a:lnTo>
                  <a:pt x="5321" y="1234"/>
                </a:lnTo>
                <a:lnTo>
                  <a:pt x="5416" y="1234"/>
                </a:lnTo>
                <a:lnTo>
                  <a:pt x="5416" y="1252"/>
                </a:lnTo>
                <a:moveTo>
                  <a:pt x="5264" y="1252"/>
                </a:moveTo>
                <a:lnTo>
                  <a:pt x="5169" y="1252"/>
                </a:lnTo>
                <a:lnTo>
                  <a:pt x="5169" y="1234"/>
                </a:lnTo>
                <a:lnTo>
                  <a:pt x="5264" y="1234"/>
                </a:lnTo>
                <a:lnTo>
                  <a:pt x="5264" y="1252"/>
                </a:lnTo>
                <a:moveTo>
                  <a:pt x="5112" y="1252"/>
                </a:moveTo>
                <a:lnTo>
                  <a:pt x="5017" y="1252"/>
                </a:lnTo>
                <a:lnTo>
                  <a:pt x="5017" y="1234"/>
                </a:lnTo>
                <a:lnTo>
                  <a:pt x="5112" y="1234"/>
                </a:lnTo>
                <a:lnTo>
                  <a:pt x="5112" y="1252"/>
                </a:lnTo>
                <a:moveTo>
                  <a:pt x="4961" y="1252"/>
                </a:moveTo>
                <a:lnTo>
                  <a:pt x="4866" y="1252"/>
                </a:lnTo>
                <a:lnTo>
                  <a:pt x="4866" y="1234"/>
                </a:lnTo>
                <a:lnTo>
                  <a:pt x="4961" y="1234"/>
                </a:lnTo>
                <a:lnTo>
                  <a:pt x="4961" y="1252"/>
                </a:lnTo>
                <a:moveTo>
                  <a:pt x="4809" y="1252"/>
                </a:moveTo>
                <a:lnTo>
                  <a:pt x="4714" y="1252"/>
                </a:lnTo>
                <a:lnTo>
                  <a:pt x="4714" y="1234"/>
                </a:lnTo>
                <a:lnTo>
                  <a:pt x="4809" y="1234"/>
                </a:lnTo>
                <a:lnTo>
                  <a:pt x="4809" y="1252"/>
                </a:lnTo>
                <a:moveTo>
                  <a:pt x="4657" y="1252"/>
                </a:moveTo>
                <a:lnTo>
                  <a:pt x="4562" y="1252"/>
                </a:lnTo>
                <a:lnTo>
                  <a:pt x="4562" y="1234"/>
                </a:lnTo>
                <a:lnTo>
                  <a:pt x="4657" y="1234"/>
                </a:lnTo>
                <a:lnTo>
                  <a:pt x="4657" y="1252"/>
                </a:lnTo>
                <a:moveTo>
                  <a:pt x="4505" y="1252"/>
                </a:moveTo>
                <a:lnTo>
                  <a:pt x="4411" y="1252"/>
                </a:lnTo>
                <a:lnTo>
                  <a:pt x="4411" y="1234"/>
                </a:lnTo>
                <a:lnTo>
                  <a:pt x="4505" y="1234"/>
                </a:lnTo>
                <a:lnTo>
                  <a:pt x="4505" y="1252"/>
                </a:lnTo>
                <a:moveTo>
                  <a:pt x="4354" y="1252"/>
                </a:moveTo>
                <a:lnTo>
                  <a:pt x="4259" y="1252"/>
                </a:lnTo>
                <a:lnTo>
                  <a:pt x="4259" y="1234"/>
                </a:lnTo>
                <a:lnTo>
                  <a:pt x="4354" y="1234"/>
                </a:lnTo>
                <a:lnTo>
                  <a:pt x="4354" y="1252"/>
                </a:lnTo>
                <a:moveTo>
                  <a:pt x="4202" y="1252"/>
                </a:moveTo>
                <a:lnTo>
                  <a:pt x="4107" y="1252"/>
                </a:lnTo>
                <a:lnTo>
                  <a:pt x="4107" y="1234"/>
                </a:lnTo>
                <a:lnTo>
                  <a:pt x="4202" y="1234"/>
                </a:lnTo>
                <a:lnTo>
                  <a:pt x="4202" y="1252"/>
                </a:lnTo>
                <a:moveTo>
                  <a:pt x="4050" y="1252"/>
                </a:moveTo>
                <a:lnTo>
                  <a:pt x="3955" y="1252"/>
                </a:lnTo>
                <a:lnTo>
                  <a:pt x="3955" y="1234"/>
                </a:lnTo>
                <a:lnTo>
                  <a:pt x="4050" y="1234"/>
                </a:lnTo>
                <a:lnTo>
                  <a:pt x="4050" y="1252"/>
                </a:lnTo>
                <a:moveTo>
                  <a:pt x="3899" y="1252"/>
                </a:moveTo>
                <a:lnTo>
                  <a:pt x="3804" y="1252"/>
                </a:lnTo>
                <a:lnTo>
                  <a:pt x="3804" y="1234"/>
                </a:lnTo>
                <a:lnTo>
                  <a:pt x="3899" y="1234"/>
                </a:lnTo>
                <a:lnTo>
                  <a:pt x="3899" y="1252"/>
                </a:lnTo>
                <a:moveTo>
                  <a:pt x="3747" y="1252"/>
                </a:moveTo>
                <a:lnTo>
                  <a:pt x="3652" y="1252"/>
                </a:lnTo>
                <a:lnTo>
                  <a:pt x="3652" y="1234"/>
                </a:lnTo>
                <a:lnTo>
                  <a:pt x="3747" y="1234"/>
                </a:lnTo>
                <a:lnTo>
                  <a:pt x="3747" y="1252"/>
                </a:lnTo>
                <a:moveTo>
                  <a:pt x="3595" y="1252"/>
                </a:moveTo>
                <a:lnTo>
                  <a:pt x="3500" y="1252"/>
                </a:lnTo>
                <a:lnTo>
                  <a:pt x="3500" y="1234"/>
                </a:lnTo>
                <a:lnTo>
                  <a:pt x="3595" y="1234"/>
                </a:lnTo>
                <a:lnTo>
                  <a:pt x="3595" y="1252"/>
                </a:lnTo>
                <a:moveTo>
                  <a:pt x="3443" y="1252"/>
                </a:moveTo>
                <a:lnTo>
                  <a:pt x="3349" y="1252"/>
                </a:lnTo>
                <a:lnTo>
                  <a:pt x="3349" y="1234"/>
                </a:lnTo>
                <a:lnTo>
                  <a:pt x="3443" y="1234"/>
                </a:lnTo>
                <a:lnTo>
                  <a:pt x="3443" y="1252"/>
                </a:lnTo>
                <a:moveTo>
                  <a:pt x="3292" y="1252"/>
                </a:moveTo>
                <a:lnTo>
                  <a:pt x="3197" y="1252"/>
                </a:lnTo>
                <a:lnTo>
                  <a:pt x="3197" y="1234"/>
                </a:lnTo>
                <a:lnTo>
                  <a:pt x="3292" y="1234"/>
                </a:lnTo>
                <a:lnTo>
                  <a:pt x="3292" y="1252"/>
                </a:lnTo>
                <a:moveTo>
                  <a:pt x="3140" y="1252"/>
                </a:moveTo>
                <a:lnTo>
                  <a:pt x="3045" y="1252"/>
                </a:lnTo>
                <a:lnTo>
                  <a:pt x="3045" y="1234"/>
                </a:lnTo>
                <a:lnTo>
                  <a:pt x="3140" y="1234"/>
                </a:lnTo>
                <a:lnTo>
                  <a:pt x="3140" y="1252"/>
                </a:lnTo>
                <a:moveTo>
                  <a:pt x="2988" y="1252"/>
                </a:moveTo>
                <a:lnTo>
                  <a:pt x="2893" y="1252"/>
                </a:lnTo>
                <a:lnTo>
                  <a:pt x="2893" y="1234"/>
                </a:lnTo>
                <a:lnTo>
                  <a:pt x="2988" y="1234"/>
                </a:lnTo>
                <a:lnTo>
                  <a:pt x="2988" y="1252"/>
                </a:lnTo>
                <a:moveTo>
                  <a:pt x="2837" y="1252"/>
                </a:moveTo>
                <a:lnTo>
                  <a:pt x="2742" y="1252"/>
                </a:lnTo>
                <a:lnTo>
                  <a:pt x="2742" y="1234"/>
                </a:lnTo>
                <a:lnTo>
                  <a:pt x="2837" y="1234"/>
                </a:lnTo>
                <a:lnTo>
                  <a:pt x="2837" y="1252"/>
                </a:lnTo>
                <a:moveTo>
                  <a:pt x="2685" y="1252"/>
                </a:moveTo>
                <a:lnTo>
                  <a:pt x="2590" y="1252"/>
                </a:lnTo>
                <a:lnTo>
                  <a:pt x="2590" y="1234"/>
                </a:lnTo>
                <a:lnTo>
                  <a:pt x="2685" y="1234"/>
                </a:lnTo>
                <a:lnTo>
                  <a:pt x="2685" y="1252"/>
                </a:lnTo>
                <a:moveTo>
                  <a:pt x="2533" y="1252"/>
                </a:moveTo>
                <a:lnTo>
                  <a:pt x="2438" y="1252"/>
                </a:lnTo>
                <a:lnTo>
                  <a:pt x="2438" y="1234"/>
                </a:lnTo>
                <a:lnTo>
                  <a:pt x="2533" y="1234"/>
                </a:lnTo>
                <a:lnTo>
                  <a:pt x="2533" y="1252"/>
                </a:lnTo>
                <a:moveTo>
                  <a:pt x="2381" y="1252"/>
                </a:moveTo>
                <a:lnTo>
                  <a:pt x="2287" y="1252"/>
                </a:lnTo>
                <a:lnTo>
                  <a:pt x="2287" y="1234"/>
                </a:lnTo>
                <a:lnTo>
                  <a:pt x="2381" y="1234"/>
                </a:lnTo>
                <a:lnTo>
                  <a:pt x="2381" y="1252"/>
                </a:lnTo>
                <a:moveTo>
                  <a:pt x="2230" y="1252"/>
                </a:moveTo>
                <a:lnTo>
                  <a:pt x="2135" y="1252"/>
                </a:lnTo>
                <a:lnTo>
                  <a:pt x="2135" y="1234"/>
                </a:lnTo>
                <a:lnTo>
                  <a:pt x="2230" y="1234"/>
                </a:lnTo>
                <a:lnTo>
                  <a:pt x="2230" y="1252"/>
                </a:lnTo>
                <a:moveTo>
                  <a:pt x="2078" y="1252"/>
                </a:moveTo>
                <a:lnTo>
                  <a:pt x="1983" y="1252"/>
                </a:lnTo>
                <a:lnTo>
                  <a:pt x="1983" y="1234"/>
                </a:lnTo>
                <a:lnTo>
                  <a:pt x="2078" y="1234"/>
                </a:lnTo>
                <a:lnTo>
                  <a:pt x="2078" y="1252"/>
                </a:lnTo>
                <a:moveTo>
                  <a:pt x="1926" y="1252"/>
                </a:moveTo>
                <a:lnTo>
                  <a:pt x="1831" y="1252"/>
                </a:lnTo>
                <a:lnTo>
                  <a:pt x="1831" y="1234"/>
                </a:lnTo>
                <a:lnTo>
                  <a:pt x="1926" y="1234"/>
                </a:lnTo>
                <a:lnTo>
                  <a:pt x="1926" y="1252"/>
                </a:lnTo>
                <a:moveTo>
                  <a:pt x="1775" y="1252"/>
                </a:moveTo>
                <a:lnTo>
                  <a:pt x="1680" y="1252"/>
                </a:lnTo>
                <a:lnTo>
                  <a:pt x="1680" y="1234"/>
                </a:lnTo>
                <a:lnTo>
                  <a:pt x="1775" y="1234"/>
                </a:lnTo>
                <a:lnTo>
                  <a:pt x="1775" y="1252"/>
                </a:lnTo>
                <a:moveTo>
                  <a:pt x="1623" y="1252"/>
                </a:moveTo>
                <a:lnTo>
                  <a:pt x="1528" y="1252"/>
                </a:lnTo>
                <a:lnTo>
                  <a:pt x="1528" y="1234"/>
                </a:lnTo>
                <a:lnTo>
                  <a:pt x="1623" y="1234"/>
                </a:lnTo>
                <a:lnTo>
                  <a:pt x="1623" y="1252"/>
                </a:lnTo>
                <a:moveTo>
                  <a:pt x="1470" y="1252"/>
                </a:moveTo>
                <a:lnTo>
                  <a:pt x="1375" y="1252"/>
                </a:lnTo>
                <a:lnTo>
                  <a:pt x="1375" y="1234"/>
                </a:lnTo>
                <a:lnTo>
                  <a:pt x="1470" y="1234"/>
                </a:lnTo>
                <a:lnTo>
                  <a:pt x="1470" y="1252"/>
                </a:lnTo>
                <a:moveTo>
                  <a:pt x="1318" y="1252"/>
                </a:moveTo>
                <a:lnTo>
                  <a:pt x="1224" y="1252"/>
                </a:lnTo>
                <a:lnTo>
                  <a:pt x="1224" y="1234"/>
                </a:lnTo>
                <a:lnTo>
                  <a:pt x="1318" y="1234"/>
                </a:lnTo>
                <a:lnTo>
                  <a:pt x="1318" y="1252"/>
                </a:lnTo>
                <a:moveTo>
                  <a:pt x="1167" y="1252"/>
                </a:moveTo>
                <a:lnTo>
                  <a:pt x="1072" y="1252"/>
                </a:lnTo>
                <a:lnTo>
                  <a:pt x="1072" y="1234"/>
                </a:lnTo>
                <a:lnTo>
                  <a:pt x="1167" y="1234"/>
                </a:lnTo>
                <a:lnTo>
                  <a:pt x="1167" y="1252"/>
                </a:lnTo>
                <a:moveTo>
                  <a:pt x="1015" y="1252"/>
                </a:moveTo>
                <a:lnTo>
                  <a:pt x="920" y="1252"/>
                </a:lnTo>
                <a:lnTo>
                  <a:pt x="920" y="1234"/>
                </a:lnTo>
                <a:lnTo>
                  <a:pt x="1015" y="1234"/>
                </a:lnTo>
                <a:lnTo>
                  <a:pt x="1015" y="1252"/>
                </a:lnTo>
                <a:moveTo>
                  <a:pt x="863" y="1252"/>
                </a:moveTo>
                <a:lnTo>
                  <a:pt x="768" y="1252"/>
                </a:lnTo>
                <a:lnTo>
                  <a:pt x="768" y="1234"/>
                </a:lnTo>
                <a:lnTo>
                  <a:pt x="863" y="1234"/>
                </a:lnTo>
                <a:lnTo>
                  <a:pt x="863" y="1252"/>
                </a:lnTo>
                <a:moveTo>
                  <a:pt x="711" y="1252"/>
                </a:moveTo>
                <a:lnTo>
                  <a:pt x="617" y="1252"/>
                </a:lnTo>
                <a:lnTo>
                  <a:pt x="617" y="1234"/>
                </a:lnTo>
                <a:lnTo>
                  <a:pt x="711" y="1234"/>
                </a:lnTo>
                <a:lnTo>
                  <a:pt x="711" y="1252"/>
                </a:lnTo>
                <a:moveTo>
                  <a:pt x="560" y="1252"/>
                </a:moveTo>
                <a:lnTo>
                  <a:pt x="465" y="1252"/>
                </a:lnTo>
                <a:lnTo>
                  <a:pt x="465" y="1234"/>
                </a:lnTo>
                <a:lnTo>
                  <a:pt x="560" y="1234"/>
                </a:lnTo>
                <a:lnTo>
                  <a:pt x="560" y="1252"/>
                </a:lnTo>
                <a:moveTo>
                  <a:pt x="408" y="1252"/>
                </a:moveTo>
                <a:lnTo>
                  <a:pt x="313" y="1252"/>
                </a:lnTo>
                <a:lnTo>
                  <a:pt x="313" y="1234"/>
                </a:lnTo>
                <a:lnTo>
                  <a:pt x="408" y="1234"/>
                </a:lnTo>
                <a:lnTo>
                  <a:pt x="408" y="1252"/>
                </a:lnTo>
                <a:moveTo>
                  <a:pt x="256" y="1252"/>
                </a:moveTo>
                <a:lnTo>
                  <a:pt x="162" y="1252"/>
                </a:lnTo>
                <a:lnTo>
                  <a:pt x="162" y="1234"/>
                </a:lnTo>
                <a:lnTo>
                  <a:pt x="256" y="1234"/>
                </a:lnTo>
                <a:lnTo>
                  <a:pt x="256" y="1252"/>
                </a:lnTo>
                <a:moveTo>
                  <a:pt x="105" y="1252"/>
                </a:moveTo>
                <a:lnTo>
                  <a:pt x="10" y="1252"/>
                </a:lnTo>
                <a:lnTo>
                  <a:pt x="10" y="1234"/>
                </a:lnTo>
                <a:lnTo>
                  <a:pt x="105" y="1234"/>
                </a:lnTo>
                <a:lnTo>
                  <a:pt x="105" y="1252"/>
                </a:lnTo>
                <a:moveTo>
                  <a:pt x="0" y="1186"/>
                </a:moveTo>
                <a:lnTo>
                  <a:pt x="0" y="1091"/>
                </a:lnTo>
                <a:lnTo>
                  <a:pt x="19" y="1091"/>
                </a:lnTo>
                <a:lnTo>
                  <a:pt x="19" y="1186"/>
                </a:lnTo>
                <a:lnTo>
                  <a:pt x="0" y="1186"/>
                </a:lnTo>
                <a:moveTo>
                  <a:pt x="0" y="1034"/>
                </a:moveTo>
                <a:lnTo>
                  <a:pt x="0" y="940"/>
                </a:lnTo>
                <a:lnTo>
                  <a:pt x="19" y="940"/>
                </a:lnTo>
                <a:lnTo>
                  <a:pt x="19" y="1034"/>
                </a:lnTo>
                <a:lnTo>
                  <a:pt x="0" y="1034"/>
                </a:lnTo>
                <a:moveTo>
                  <a:pt x="0" y="883"/>
                </a:moveTo>
                <a:lnTo>
                  <a:pt x="0" y="788"/>
                </a:lnTo>
                <a:lnTo>
                  <a:pt x="19" y="788"/>
                </a:lnTo>
                <a:lnTo>
                  <a:pt x="19" y="883"/>
                </a:lnTo>
                <a:lnTo>
                  <a:pt x="0" y="883"/>
                </a:lnTo>
                <a:moveTo>
                  <a:pt x="0" y="730"/>
                </a:moveTo>
                <a:lnTo>
                  <a:pt x="0" y="635"/>
                </a:lnTo>
                <a:lnTo>
                  <a:pt x="19" y="635"/>
                </a:lnTo>
                <a:lnTo>
                  <a:pt x="19" y="730"/>
                </a:lnTo>
                <a:lnTo>
                  <a:pt x="0" y="730"/>
                </a:lnTo>
                <a:moveTo>
                  <a:pt x="0" y="578"/>
                </a:moveTo>
                <a:lnTo>
                  <a:pt x="0" y="483"/>
                </a:lnTo>
                <a:lnTo>
                  <a:pt x="19" y="483"/>
                </a:lnTo>
                <a:lnTo>
                  <a:pt x="19" y="578"/>
                </a:lnTo>
                <a:lnTo>
                  <a:pt x="0" y="578"/>
                </a:lnTo>
                <a:moveTo>
                  <a:pt x="0" y="426"/>
                </a:moveTo>
                <a:lnTo>
                  <a:pt x="0" y="332"/>
                </a:lnTo>
                <a:lnTo>
                  <a:pt x="19" y="332"/>
                </a:lnTo>
                <a:lnTo>
                  <a:pt x="19" y="426"/>
                </a:lnTo>
                <a:lnTo>
                  <a:pt x="0" y="426"/>
                </a:lnTo>
                <a:moveTo>
                  <a:pt x="0" y="275"/>
                </a:moveTo>
                <a:lnTo>
                  <a:pt x="0" y="180"/>
                </a:lnTo>
                <a:lnTo>
                  <a:pt x="19" y="180"/>
                </a:lnTo>
                <a:lnTo>
                  <a:pt x="19" y="275"/>
                </a:lnTo>
                <a:lnTo>
                  <a:pt x="0" y="275"/>
                </a:lnTo>
                <a:moveTo>
                  <a:pt x="0" y="123"/>
                </a:moveTo>
                <a:lnTo>
                  <a:pt x="0" y="28"/>
                </a:lnTo>
                <a:lnTo>
                  <a:pt x="19" y="28"/>
                </a:lnTo>
                <a:lnTo>
                  <a:pt x="19" y="123"/>
                </a:lnTo>
                <a:lnTo>
                  <a:pt x="0" y="123"/>
                </a:lnTo>
                <a:moveTo>
                  <a:pt x="10" y="0"/>
                </a:move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5281560" y="315720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0" y="0"/>
                </a:moveTo>
                <a:lnTo>
                  <a:pt x="228" y="0"/>
                </a:lnTo>
                <a:lnTo>
                  <a:pt x="228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281560" y="318096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1513080" y="1900080"/>
            <a:ext cx="32378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1513080" y="3149640"/>
            <a:ext cx="1213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1513080" y="3259800"/>
            <a:ext cx="1750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1444680" y="3737520"/>
            <a:ext cx="2874600" cy="444240"/>
          </a:xfrm>
          <a:custGeom>
            <a:avLst/>
            <a:gdLst/>
            <a:ahLst/>
            <a:rect l="0" t="0" r="r" b="b"/>
            <a:pathLst>
              <a:path w="7985" h="1234">
                <a:moveTo>
                  <a:pt x="0" y="0"/>
                </a:moveTo>
                <a:lnTo>
                  <a:pt x="7985" y="0"/>
                </a:lnTo>
                <a:lnTo>
                  <a:pt x="7985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1444680" y="3737520"/>
            <a:ext cx="2874600" cy="444240"/>
          </a:xfrm>
          <a:custGeom>
            <a:avLst/>
            <a:gdLst/>
            <a:ahLst/>
            <a:rect l="0" t="0" r="r" b="b"/>
            <a:pathLst>
              <a:path w="7985" h="1234">
                <a:moveTo>
                  <a:pt x="0" y="0"/>
                </a:moveTo>
                <a:lnTo>
                  <a:pt x="7985" y="0"/>
                </a:lnTo>
                <a:lnTo>
                  <a:pt x="7985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4182480" y="3792240"/>
            <a:ext cx="82080" cy="68400"/>
          </a:xfrm>
          <a:custGeom>
            <a:avLst/>
            <a:gdLst/>
            <a:ahLst/>
            <a:rect l="0" t="0" r="r" b="b"/>
            <a:pathLst>
              <a:path w="228" h="190">
                <a:moveTo>
                  <a:pt x="0" y="0"/>
                </a:moveTo>
                <a:lnTo>
                  <a:pt x="228" y="0"/>
                </a:lnTo>
                <a:lnTo>
                  <a:pt x="228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182480" y="381600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1513080" y="3388680"/>
            <a:ext cx="32378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1513080" y="3784680"/>
            <a:ext cx="12916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1513080" y="3894840"/>
            <a:ext cx="238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1854360" y="2911320"/>
            <a:ext cx="0" cy="19116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1813320" y="291132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115" y="0"/>
                </a:moveTo>
                <a:lnTo>
                  <a:pt x="0" y="191"/>
                </a:lnTo>
                <a:lnTo>
                  <a:pt x="228" y="191"/>
                </a:lnTo>
                <a:lnTo>
                  <a:pt x="1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813320" y="291132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115" y="0"/>
                </a:moveTo>
                <a:lnTo>
                  <a:pt x="0" y="191"/>
                </a:lnTo>
                <a:lnTo>
                  <a:pt x="228" y="191"/>
                </a:lnTo>
                <a:lnTo>
                  <a:pt x="115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513080" y="4023720"/>
            <a:ext cx="1755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1253520" y="4242960"/>
            <a:ext cx="610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253520" y="4372920"/>
            <a:ext cx="467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2714760" y="463320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34" name=""/>
          <p:cNvSpPr/>
          <p:nvPr/>
        </p:nvSpPr>
        <p:spPr>
          <a:xfrm>
            <a:off x="2545200" y="516240"/>
            <a:ext cx="4244040" cy="4473000"/>
          </a:xfrm>
          <a:custGeom>
            <a:avLst/>
            <a:gdLst/>
            <a:ahLst/>
            <a:rect l="0" t="0" r="r" b="b"/>
            <a:pathLst>
              <a:path w="11789" h="12425">
                <a:moveTo>
                  <a:pt x="117" y="0"/>
                </a:moveTo>
                <a:lnTo>
                  <a:pt x="11672" y="0"/>
                </a:lnTo>
                <a:cubicBezTo>
                  <a:pt x="11688" y="0"/>
                  <a:pt x="11703" y="3"/>
                  <a:pt x="11717" y="9"/>
                </a:cubicBezTo>
                <a:cubicBezTo>
                  <a:pt x="11731" y="15"/>
                  <a:pt x="11744" y="23"/>
                  <a:pt x="11755" y="34"/>
                </a:cubicBezTo>
                <a:cubicBezTo>
                  <a:pt x="11766" y="45"/>
                  <a:pt x="11774" y="58"/>
                  <a:pt x="11780" y="72"/>
                </a:cubicBezTo>
                <a:cubicBezTo>
                  <a:pt x="11786" y="87"/>
                  <a:pt x="11789" y="102"/>
                  <a:pt x="11789" y="117"/>
                </a:cubicBezTo>
                <a:lnTo>
                  <a:pt x="11789" y="12308"/>
                </a:lnTo>
                <a:cubicBezTo>
                  <a:pt x="11789" y="12323"/>
                  <a:pt x="11786" y="12338"/>
                  <a:pt x="11780" y="12353"/>
                </a:cubicBezTo>
                <a:cubicBezTo>
                  <a:pt x="11774" y="12367"/>
                  <a:pt x="11766" y="12380"/>
                  <a:pt x="11755" y="12391"/>
                </a:cubicBezTo>
                <a:cubicBezTo>
                  <a:pt x="11744" y="12402"/>
                  <a:pt x="11731" y="12410"/>
                  <a:pt x="11717" y="12416"/>
                </a:cubicBezTo>
                <a:cubicBezTo>
                  <a:pt x="11703" y="12422"/>
                  <a:pt x="11688" y="12425"/>
                  <a:pt x="11672" y="12425"/>
                </a:cubicBezTo>
                <a:lnTo>
                  <a:pt x="117" y="12425"/>
                </a:lnTo>
                <a:cubicBezTo>
                  <a:pt x="101" y="12425"/>
                  <a:pt x="87" y="12422"/>
                  <a:pt x="72" y="12416"/>
                </a:cubicBezTo>
                <a:cubicBezTo>
                  <a:pt x="58" y="12410"/>
                  <a:pt x="45" y="12402"/>
                  <a:pt x="34" y="12391"/>
                </a:cubicBezTo>
                <a:cubicBezTo>
                  <a:pt x="23" y="12380"/>
                  <a:pt x="15" y="12367"/>
                  <a:pt x="9" y="12353"/>
                </a:cubicBezTo>
                <a:cubicBezTo>
                  <a:pt x="3" y="12338"/>
                  <a:pt x="0" y="12323"/>
                  <a:pt x="0" y="12308"/>
                </a:cubicBezTo>
                <a:lnTo>
                  <a:pt x="0" y="117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3" y="45"/>
                  <a:pt x="34" y="34"/>
                </a:cubicBezTo>
                <a:cubicBezTo>
                  <a:pt x="45" y="23"/>
                  <a:pt x="58" y="15"/>
                  <a:pt x="72" y="9"/>
                </a:cubicBezTo>
                <a:cubicBezTo>
                  <a:pt x="87" y="3"/>
                  <a:pt x="101" y="0"/>
                  <a:pt x="11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2545200" y="516240"/>
            <a:ext cx="4244040" cy="4473000"/>
          </a:xfrm>
          <a:custGeom>
            <a:avLst/>
            <a:gdLst/>
            <a:ahLst/>
            <a:rect l="0" t="0" r="r" b="b"/>
            <a:pathLst>
              <a:path w="11789" h="12425">
                <a:moveTo>
                  <a:pt x="117" y="0"/>
                </a:moveTo>
                <a:lnTo>
                  <a:pt x="11672" y="0"/>
                </a:lnTo>
                <a:cubicBezTo>
                  <a:pt x="11688" y="0"/>
                  <a:pt x="11703" y="3"/>
                  <a:pt x="11717" y="9"/>
                </a:cubicBezTo>
                <a:cubicBezTo>
                  <a:pt x="11731" y="15"/>
                  <a:pt x="11744" y="23"/>
                  <a:pt x="11755" y="34"/>
                </a:cubicBezTo>
                <a:cubicBezTo>
                  <a:pt x="11766" y="45"/>
                  <a:pt x="11774" y="58"/>
                  <a:pt x="11780" y="72"/>
                </a:cubicBezTo>
                <a:cubicBezTo>
                  <a:pt x="11786" y="87"/>
                  <a:pt x="11789" y="102"/>
                  <a:pt x="11789" y="117"/>
                </a:cubicBezTo>
                <a:lnTo>
                  <a:pt x="11789" y="12308"/>
                </a:lnTo>
                <a:cubicBezTo>
                  <a:pt x="11789" y="12323"/>
                  <a:pt x="11786" y="12338"/>
                  <a:pt x="11780" y="12353"/>
                </a:cubicBezTo>
                <a:cubicBezTo>
                  <a:pt x="11774" y="12367"/>
                  <a:pt x="11766" y="12380"/>
                  <a:pt x="11755" y="12391"/>
                </a:cubicBezTo>
                <a:cubicBezTo>
                  <a:pt x="11744" y="12402"/>
                  <a:pt x="11731" y="12410"/>
                  <a:pt x="11717" y="12416"/>
                </a:cubicBezTo>
                <a:cubicBezTo>
                  <a:pt x="11703" y="12422"/>
                  <a:pt x="11688" y="12425"/>
                  <a:pt x="11672" y="12425"/>
                </a:cubicBezTo>
                <a:lnTo>
                  <a:pt x="117" y="12425"/>
                </a:lnTo>
                <a:cubicBezTo>
                  <a:pt x="101" y="12425"/>
                  <a:pt x="87" y="12422"/>
                  <a:pt x="72" y="12416"/>
                </a:cubicBezTo>
                <a:cubicBezTo>
                  <a:pt x="58" y="12410"/>
                  <a:pt x="45" y="12402"/>
                  <a:pt x="34" y="12391"/>
                </a:cubicBezTo>
                <a:cubicBezTo>
                  <a:pt x="23" y="12380"/>
                  <a:pt x="15" y="12367"/>
                  <a:pt x="9" y="12353"/>
                </a:cubicBezTo>
                <a:cubicBezTo>
                  <a:pt x="3" y="12338"/>
                  <a:pt x="0" y="12323"/>
                  <a:pt x="0" y="12308"/>
                </a:cubicBezTo>
                <a:lnTo>
                  <a:pt x="0" y="117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3" y="45"/>
                  <a:pt x="34" y="34"/>
                </a:cubicBezTo>
                <a:cubicBezTo>
                  <a:pt x="45" y="23"/>
                  <a:pt x="58" y="15"/>
                  <a:pt x="72" y="9"/>
                </a:cubicBezTo>
                <a:cubicBezTo>
                  <a:pt x="87" y="3"/>
                  <a:pt x="101" y="0"/>
                  <a:pt x="117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304920" y="284400"/>
            <a:ext cx="26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BEELD  1 0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2593800" y="682560"/>
            <a:ext cx="763920" cy="202680"/>
          </a:xfrm>
          <a:custGeom>
            <a:avLst/>
            <a:gdLst/>
            <a:ahLst/>
            <a:rect l="0" t="0" r="r" b="b"/>
            <a:pathLst>
              <a:path w="2122" h="563">
                <a:moveTo>
                  <a:pt x="93" y="0"/>
                </a:moveTo>
                <a:lnTo>
                  <a:pt x="2028" y="0"/>
                </a:lnTo>
                <a:cubicBezTo>
                  <a:pt x="2040" y="0"/>
                  <a:pt x="2052" y="3"/>
                  <a:pt x="2064" y="7"/>
                </a:cubicBezTo>
                <a:cubicBezTo>
                  <a:pt x="2075" y="12"/>
                  <a:pt x="2085" y="19"/>
                  <a:pt x="2094" y="28"/>
                </a:cubicBezTo>
                <a:cubicBezTo>
                  <a:pt x="2103" y="36"/>
                  <a:pt x="2110" y="46"/>
                  <a:pt x="2114" y="58"/>
                </a:cubicBezTo>
                <a:cubicBezTo>
                  <a:pt x="2119" y="70"/>
                  <a:pt x="2122" y="82"/>
                  <a:pt x="2122" y="95"/>
                </a:cubicBezTo>
                <a:lnTo>
                  <a:pt x="2122" y="469"/>
                </a:lnTo>
                <a:cubicBezTo>
                  <a:pt x="2122" y="482"/>
                  <a:pt x="2119" y="493"/>
                  <a:pt x="2114" y="505"/>
                </a:cubicBezTo>
                <a:cubicBezTo>
                  <a:pt x="2110" y="516"/>
                  <a:pt x="2103" y="527"/>
                  <a:pt x="2094" y="535"/>
                </a:cubicBezTo>
                <a:cubicBezTo>
                  <a:pt x="2085" y="544"/>
                  <a:pt x="2075" y="551"/>
                  <a:pt x="2064" y="556"/>
                </a:cubicBezTo>
                <a:cubicBezTo>
                  <a:pt x="2052" y="560"/>
                  <a:pt x="2040" y="563"/>
                  <a:pt x="2028" y="563"/>
                </a:cubicBezTo>
                <a:lnTo>
                  <a:pt x="93" y="563"/>
                </a:lnTo>
                <a:cubicBezTo>
                  <a:pt x="81" y="563"/>
                  <a:pt x="69" y="560"/>
                  <a:pt x="57" y="556"/>
                </a:cubicBezTo>
                <a:cubicBezTo>
                  <a:pt x="46" y="551"/>
                  <a:pt x="36" y="544"/>
                  <a:pt x="27" y="535"/>
                </a:cubicBezTo>
                <a:cubicBezTo>
                  <a:pt x="18" y="527"/>
                  <a:pt x="12" y="516"/>
                  <a:pt x="7" y="505"/>
                </a:cubicBezTo>
                <a:cubicBezTo>
                  <a:pt x="2" y="493"/>
                  <a:pt x="0" y="482"/>
                  <a:pt x="0" y="469"/>
                </a:cubicBezTo>
                <a:lnTo>
                  <a:pt x="0" y="95"/>
                </a:lnTo>
                <a:cubicBezTo>
                  <a:pt x="0" y="82"/>
                  <a:pt x="2" y="70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2593800" y="682560"/>
            <a:ext cx="763920" cy="202680"/>
          </a:xfrm>
          <a:custGeom>
            <a:avLst/>
            <a:gdLst/>
            <a:ahLst/>
            <a:rect l="0" t="0" r="r" b="b"/>
            <a:pathLst>
              <a:path w="2122" h="563">
                <a:moveTo>
                  <a:pt x="93" y="0"/>
                </a:moveTo>
                <a:lnTo>
                  <a:pt x="2028" y="0"/>
                </a:lnTo>
                <a:cubicBezTo>
                  <a:pt x="2040" y="0"/>
                  <a:pt x="2052" y="3"/>
                  <a:pt x="2064" y="7"/>
                </a:cubicBezTo>
                <a:cubicBezTo>
                  <a:pt x="2075" y="12"/>
                  <a:pt x="2085" y="19"/>
                  <a:pt x="2094" y="28"/>
                </a:cubicBezTo>
                <a:cubicBezTo>
                  <a:pt x="2103" y="36"/>
                  <a:pt x="2110" y="46"/>
                  <a:pt x="2114" y="58"/>
                </a:cubicBezTo>
                <a:cubicBezTo>
                  <a:pt x="2119" y="70"/>
                  <a:pt x="2122" y="82"/>
                  <a:pt x="2122" y="95"/>
                </a:cubicBezTo>
                <a:lnTo>
                  <a:pt x="2122" y="469"/>
                </a:lnTo>
                <a:cubicBezTo>
                  <a:pt x="2122" y="482"/>
                  <a:pt x="2119" y="493"/>
                  <a:pt x="2114" y="505"/>
                </a:cubicBezTo>
                <a:cubicBezTo>
                  <a:pt x="2110" y="516"/>
                  <a:pt x="2103" y="527"/>
                  <a:pt x="2094" y="535"/>
                </a:cubicBezTo>
                <a:cubicBezTo>
                  <a:pt x="2085" y="544"/>
                  <a:pt x="2075" y="551"/>
                  <a:pt x="2064" y="556"/>
                </a:cubicBezTo>
                <a:cubicBezTo>
                  <a:pt x="2052" y="560"/>
                  <a:pt x="2040" y="563"/>
                  <a:pt x="2028" y="563"/>
                </a:cubicBezTo>
                <a:lnTo>
                  <a:pt x="93" y="563"/>
                </a:lnTo>
                <a:cubicBezTo>
                  <a:pt x="81" y="563"/>
                  <a:pt x="69" y="560"/>
                  <a:pt x="57" y="556"/>
                </a:cubicBezTo>
                <a:cubicBezTo>
                  <a:pt x="46" y="551"/>
                  <a:pt x="36" y="544"/>
                  <a:pt x="27" y="535"/>
                </a:cubicBezTo>
                <a:cubicBezTo>
                  <a:pt x="18" y="527"/>
                  <a:pt x="12" y="516"/>
                  <a:pt x="7" y="505"/>
                </a:cubicBezTo>
                <a:cubicBezTo>
                  <a:pt x="2" y="493"/>
                  <a:pt x="0" y="482"/>
                  <a:pt x="0" y="469"/>
                </a:cubicBezTo>
                <a:lnTo>
                  <a:pt x="0" y="95"/>
                </a:lnTo>
                <a:cubicBezTo>
                  <a:pt x="0" y="82"/>
                  <a:pt x="2" y="70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3272760" y="724680"/>
            <a:ext cx="42480" cy="25560"/>
          </a:xfrm>
          <a:custGeom>
            <a:avLst/>
            <a:gdLst/>
            <a:ahLst/>
            <a:rect l="0" t="0" r="r" b="b"/>
            <a:pathLst>
              <a:path w="118" h="71">
                <a:moveTo>
                  <a:pt x="35" y="0"/>
                </a:moveTo>
                <a:lnTo>
                  <a:pt x="82" y="0"/>
                </a:lnTo>
                <a:cubicBezTo>
                  <a:pt x="87" y="0"/>
                  <a:pt x="91" y="1"/>
                  <a:pt x="97" y="3"/>
                </a:cubicBezTo>
                <a:cubicBezTo>
                  <a:pt x="101" y="5"/>
                  <a:pt x="105" y="7"/>
                  <a:pt x="108" y="10"/>
                </a:cubicBezTo>
                <a:cubicBezTo>
                  <a:pt x="111" y="14"/>
                  <a:pt x="114" y="18"/>
                  <a:pt x="116" y="22"/>
                </a:cubicBezTo>
                <a:cubicBezTo>
                  <a:pt x="118" y="26"/>
                  <a:pt x="118" y="31"/>
                  <a:pt x="118" y="35"/>
                </a:cubicBezTo>
                <a:cubicBezTo>
                  <a:pt x="118" y="40"/>
                  <a:pt x="118" y="44"/>
                  <a:pt x="116" y="49"/>
                </a:cubicBezTo>
                <a:cubicBezTo>
                  <a:pt x="114" y="54"/>
                  <a:pt x="111" y="58"/>
                  <a:pt x="108" y="61"/>
                </a:cubicBezTo>
                <a:cubicBezTo>
                  <a:pt x="105" y="64"/>
                  <a:pt x="101" y="67"/>
                  <a:pt x="97" y="69"/>
                </a:cubicBezTo>
                <a:cubicBezTo>
                  <a:pt x="91" y="70"/>
                  <a:pt x="87" y="71"/>
                  <a:pt x="82" y="71"/>
                </a:cubicBezTo>
                <a:lnTo>
                  <a:pt x="35" y="71"/>
                </a:lnTo>
                <a:cubicBezTo>
                  <a:pt x="31" y="71"/>
                  <a:pt x="26" y="70"/>
                  <a:pt x="22" y="69"/>
                </a:cubicBezTo>
                <a:cubicBezTo>
                  <a:pt x="18" y="67"/>
                  <a:pt x="14" y="64"/>
                  <a:pt x="11" y="61"/>
                </a:cubicBezTo>
                <a:cubicBezTo>
                  <a:pt x="7" y="58"/>
                  <a:pt x="5" y="54"/>
                  <a:pt x="3" y="49"/>
                </a:cubicBezTo>
                <a:cubicBezTo>
                  <a:pt x="1" y="44"/>
                  <a:pt x="0" y="40"/>
                  <a:pt x="0" y="35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3306600" y="724680"/>
            <a:ext cx="17280" cy="25560"/>
          </a:xfrm>
          <a:custGeom>
            <a:avLst/>
            <a:gdLst/>
            <a:ahLst/>
            <a:rect l="0" t="0" r="r" b="b"/>
            <a:pathLst>
              <a:path w="48" h="71">
                <a:moveTo>
                  <a:pt x="48" y="35"/>
                </a:moveTo>
                <a:cubicBezTo>
                  <a:pt x="48" y="45"/>
                  <a:pt x="46" y="54"/>
                  <a:pt x="41" y="61"/>
                </a:cubicBezTo>
                <a:cubicBezTo>
                  <a:pt x="35" y="68"/>
                  <a:pt x="30" y="71"/>
                  <a:pt x="23" y="71"/>
                </a:cubicBezTo>
                <a:cubicBezTo>
                  <a:pt x="17" y="71"/>
                  <a:pt x="11" y="68"/>
                  <a:pt x="7" y="61"/>
                </a:cubicBezTo>
                <a:cubicBezTo>
                  <a:pt x="2" y="54"/>
                  <a:pt x="0" y="45"/>
                  <a:pt x="0" y="35"/>
                </a:cubicBezTo>
                <a:cubicBezTo>
                  <a:pt x="0" y="26"/>
                  <a:pt x="2" y="17"/>
                  <a:pt x="7" y="10"/>
                </a:cubicBezTo>
                <a:cubicBezTo>
                  <a:pt x="11" y="4"/>
                  <a:pt x="17" y="0"/>
                  <a:pt x="23" y="0"/>
                </a:cubicBezTo>
                <a:cubicBezTo>
                  <a:pt x="30" y="0"/>
                  <a:pt x="35" y="4"/>
                  <a:pt x="41" y="10"/>
                </a:cubicBezTo>
                <a:cubicBezTo>
                  <a:pt x="46" y="17"/>
                  <a:pt x="48" y="26"/>
                  <a:pt x="48" y="35"/>
                </a:cubicBez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2593800" y="548280"/>
            <a:ext cx="34174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0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2635920" y="711720"/>
            <a:ext cx="6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399480" y="682560"/>
            <a:ext cx="2126520" cy="274320"/>
          </a:xfrm>
          <a:custGeom>
            <a:avLst/>
            <a:gdLst/>
            <a:ahLst/>
            <a:rect l="0" t="0" r="r" b="b"/>
            <a:pathLst>
              <a:path w="5907" h="762">
                <a:moveTo>
                  <a:pt x="94" y="0"/>
                </a:moveTo>
                <a:lnTo>
                  <a:pt x="5813" y="0"/>
                </a:lnTo>
                <a:cubicBezTo>
                  <a:pt x="5825" y="0"/>
                  <a:pt x="5837" y="3"/>
                  <a:pt x="5849" y="8"/>
                </a:cubicBezTo>
                <a:cubicBezTo>
                  <a:pt x="5860" y="13"/>
                  <a:pt x="5870" y="20"/>
                  <a:pt x="5879" y="29"/>
                </a:cubicBezTo>
                <a:cubicBezTo>
                  <a:pt x="5888" y="37"/>
                  <a:pt x="5895" y="47"/>
                  <a:pt x="5900" y="59"/>
                </a:cubicBezTo>
                <a:cubicBezTo>
                  <a:pt x="5904" y="70"/>
                  <a:pt x="5907" y="82"/>
                  <a:pt x="5907" y="95"/>
                </a:cubicBezTo>
                <a:lnTo>
                  <a:pt x="5907" y="668"/>
                </a:lnTo>
                <a:cubicBezTo>
                  <a:pt x="5907" y="680"/>
                  <a:pt x="5904" y="692"/>
                  <a:pt x="5900" y="704"/>
                </a:cubicBezTo>
                <a:cubicBezTo>
                  <a:pt x="5895" y="715"/>
                  <a:pt x="5888" y="725"/>
                  <a:pt x="5879" y="734"/>
                </a:cubicBezTo>
                <a:cubicBezTo>
                  <a:pt x="5870" y="743"/>
                  <a:pt x="5860" y="750"/>
                  <a:pt x="5849" y="754"/>
                </a:cubicBezTo>
                <a:cubicBezTo>
                  <a:pt x="5837" y="759"/>
                  <a:pt x="5825" y="762"/>
                  <a:pt x="5813" y="762"/>
                </a:cubicBezTo>
                <a:lnTo>
                  <a:pt x="94" y="762"/>
                </a:lnTo>
                <a:cubicBezTo>
                  <a:pt x="81" y="762"/>
                  <a:pt x="69" y="759"/>
                  <a:pt x="58" y="754"/>
                </a:cubicBezTo>
                <a:cubicBezTo>
                  <a:pt x="46" y="750"/>
                  <a:pt x="36" y="743"/>
                  <a:pt x="27" y="734"/>
                </a:cubicBezTo>
                <a:cubicBezTo>
                  <a:pt x="18" y="725"/>
                  <a:pt x="12" y="715"/>
                  <a:pt x="7" y="704"/>
                </a:cubicBezTo>
                <a:cubicBezTo>
                  <a:pt x="2" y="692"/>
                  <a:pt x="0" y="680"/>
                  <a:pt x="0" y="668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8" y="37"/>
                  <a:pt x="27" y="29"/>
                </a:cubicBezTo>
                <a:cubicBezTo>
                  <a:pt x="36" y="20"/>
                  <a:pt x="46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3399480" y="682560"/>
            <a:ext cx="2126520" cy="274320"/>
          </a:xfrm>
          <a:custGeom>
            <a:avLst/>
            <a:gdLst/>
            <a:ahLst/>
            <a:rect l="0" t="0" r="r" b="b"/>
            <a:pathLst>
              <a:path w="5907" h="762">
                <a:moveTo>
                  <a:pt x="94" y="0"/>
                </a:moveTo>
                <a:lnTo>
                  <a:pt x="5813" y="0"/>
                </a:lnTo>
                <a:cubicBezTo>
                  <a:pt x="5825" y="0"/>
                  <a:pt x="5837" y="3"/>
                  <a:pt x="5849" y="8"/>
                </a:cubicBezTo>
                <a:cubicBezTo>
                  <a:pt x="5860" y="13"/>
                  <a:pt x="5870" y="20"/>
                  <a:pt x="5879" y="29"/>
                </a:cubicBezTo>
                <a:cubicBezTo>
                  <a:pt x="5888" y="37"/>
                  <a:pt x="5895" y="47"/>
                  <a:pt x="5900" y="59"/>
                </a:cubicBezTo>
                <a:cubicBezTo>
                  <a:pt x="5904" y="70"/>
                  <a:pt x="5907" y="82"/>
                  <a:pt x="5907" y="95"/>
                </a:cubicBezTo>
                <a:lnTo>
                  <a:pt x="5907" y="668"/>
                </a:lnTo>
                <a:cubicBezTo>
                  <a:pt x="5907" y="680"/>
                  <a:pt x="5904" y="692"/>
                  <a:pt x="5900" y="704"/>
                </a:cubicBezTo>
                <a:cubicBezTo>
                  <a:pt x="5895" y="715"/>
                  <a:pt x="5888" y="725"/>
                  <a:pt x="5879" y="734"/>
                </a:cubicBezTo>
                <a:cubicBezTo>
                  <a:pt x="5870" y="743"/>
                  <a:pt x="5860" y="750"/>
                  <a:pt x="5849" y="754"/>
                </a:cubicBezTo>
                <a:cubicBezTo>
                  <a:pt x="5837" y="759"/>
                  <a:pt x="5825" y="762"/>
                  <a:pt x="5813" y="762"/>
                </a:cubicBezTo>
                <a:lnTo>
                  <a:pt x="94" y="762"/>
                </a:lnTo>
                <a:cubicBezTo>
                  <a:pt x="81" y="762"/>
                  <a:pt x="69" y="759"/>
                  <a:pt x="58" y="754"/>
                </a:cubicBezTo>
                <a:cubicBezTo>
                  <a:pt x="46" y="750"/>
                  <a:pt x="36" y="743"/>
                  <a:pt x="27" y="734"/>
                </a:cubicBezTo>
                <a:cubicBezTo>
                  <a:pt x="18" y="725"/>
                  <a:pt x="12" y="715"/>
                  <a:pt x="7" y="704"/>
                </a:cubicBezTo>
                <a:cubicBezTo>
                  <a:pt x="2" y="692"/>
                  <a:pt x="0" y="680"/>
                  <a:pt x="0" y="668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8" y="37"/>
                  <a:pt x="27" y="29"/>
                </a:cubicBezTo>
                <a:cubicBezTo>
                  <a:pt x="36" y="20"/>
                  <a:pt x="46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1040" y="712080"/>
            <a:ext cx="55440" cy="50760"/>
          </a:xfrm>
          <a:custGeom>
            <a:avLst/>
            <a:gdLst/>
            <a:ahLst/>
            <a:rect l="0" t="0" r="r" b="b"/>
            <a:pathLst>
              <a:path w="154" h="141">
                <a:moveTo>
                  <a:pt x="0" y="35"/>
                </a:moveTo>
                <a:lnTo>
                  <a:pt x="95" y="35"/>
                </a:lnTo>
                <a:lnTo>
                  <a:pt x="95" y="0"/>
                </a:lnTo>
                <a:lnTo>
                  <a:pt x="154" y="71"/>
                </a:lnTo>
                <a:lnTo>
                  <a:pt x="95" y="141"/>
                </a:lnTo>
                <a:lnTo>
                  <a:pt x="95" y="106"/>
                </a:lnTo>
                <a:lnTo>
                  <a:pt x="0" y="106"/>
                </a:lnTo>
                <a:lnTo>
                  <a:pt x="0" y="35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2635920" y="779760"/>
            <a:ext cx="6134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3441600" y="711720"/>
            <a:ext cx="276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41600" y="779760"/>
            <a:ext cx="18342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809800" y="956520"/>
            <a:ext cx="6840" cy="84600"/>
          </a:xfrm>
          <a:custGeom>
            <a:avLst/>
            <a:gdLst/>
            <a:ahLst/>
            <a:rect l="0" t="0" r="r" b="b"/>
            <a:pathLst>
              <a:path w="19" h="235">
                <a:moveTo>
                  <a:pt x="19" y="0"/>
                </a:moveTo>
                <a:lnTo>
                  <a:pt x="19" y="36"/>
                </a:lnTo>
                <a:lnTo>
                  <a:pt x="0" y="36"/>
                </a:lnTo>
                <a:lnTo>
                  <a:pt x="0" y="0"/>
                </a:lnTo>
                <a:lnTo>
                  <a:pt x="19" y="0"/>
                </a:lnTo>
                <a:moveTo>
                  <a:pt x="19" y="71"/>
                </a:moveTo>
                <a:lnTo>
                  <a:pt x="19" y="106"/>
                </a:lnTo>
                <a:lnTo>
                  <a:pt x="0" y="106"/>
                </a:lnTo>
                <a:lnTo>
                  <a:pt x="0" y="71"/>
                </a:lnTo>
                <a:lnTo>
                  <a:pt x="19" y="71"/>
                </a:lnTo>
                <a:moveTo>
                  <a:pt x="19" y="141"/>
                </a:moveTo>
                <a:lnTo>
                  <a:pt x="19" y="176"/>
                </a:lnTo>
                <a:lnTo>
                  <a:pt x="0" y="176"/>
                </a:lnTo>
                <a:lnTo>
                  <a:pt x="0" y="141"/>
                </a:lnTo>
                <a:lnTo>
                  <a:pt x="19" y="141"/>
                </a:lnTo>
                <a:moveTo>
                  <a:pt x="19" y="211"/>
                </a:moveTo>
                <a:lnTo>
                  <a:pt x="19" y="235"/>
                </a:lnTo>
                <a:lnTo>
                  <a:pt x="0" y="235"/>
                </a:lnTo>
                <a:lnTo>
                  <a:pt x="0" y="211"/>
                </a:lnTo>
                <a:lnTo>
                  <a:pt x="19" y="21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791800" y="1015200"/>
            <a:ext cx="42840" cy="25920"/>
          </a:xfrm>
          <a:custGeom>
            <a:avLst/>
            <a:gdLst/>
            <a:ahLst/>
            <a:rect l="0" t="0" r="r" b="b"/>
            <a:pathLst>
              <a:path fill="none" w="119" h="72">
                <a:moveTo>
                  <a:pt x="0" y="0"/>
                </a:moveTo>
                <a:lnTo>
                  <a:pt x="60" y="72"/>
                </a:lnTo>
                <a:lnTo>
                  <a:pt x="119" y="0"/>
                </a:lnTo>
              </a:path>
            </a:pathLst>
          </a:custGeom>
          <a:ln w="612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11880" y="1057320"/>
            <a:ext cx="2594520" cy="417240"/>
          </a:xfrm>
          <a:custGeom>
            <a:avLst/>
            <a:gdLst/>
            <a:ahLst/>
            <a:rect l="0" t="0" r="r" b="b"/>
            <a:pathLst>
              <a:path w="7207" h="1159">
                <a:moveTo>
                  <a:pt x="0" y="0"/>
                </a:moveTo>
                <a:lnTo>
                  <a:pt x="7207" y="0"/>
                </a:lnTo>
                <a:lnTo>
                  <a:pt x="7207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711880" y="1057320"/>
            <a:ext cx="2594520" cy="417240"/>
          </a:xfrm>
          <a:custGeom>
            <a:avLst/>
            <a:gdLst/>
            <a:ahLst/>
            <a:rect l="0" t="0" r="r" b="b"/>
            <a:pathLst>
              <a:path w="7207" h="1159">
                <a:moveTo>
                  <a:pt x="0" y="0"/>
                </a:moveTo>
                <a:lnTo>
                  <a:pt x="7207" y="0"/>
                </a:lnTo>
                <a:lnTo>
                  <a:pt x="7207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5221800" y="109116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5221800" y="110592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441600" y="858960"/>
            <a:ext cx="13374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2754000" y="1086480"/>
            <a:ext cx="741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754000" y="1154520"/>
            <a:ext cx="22914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2754000" y="1233720"/>
            <a:ext cx="523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2754000" y="1305360"/>
            <a:ext cx="1978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2711880" y="1592280"/>
            <a:ext cx="3003840" cy="273960"/>
          </a:xfrm>
          <a:custGeom>
            <a:avLst/>
            <a:gdLst/>
            <a:ahLst/>
            <a:rect l="0" t="0" r="r" b="b"/>
            <a:pathLst>
              <a:path w="8344" h="761">
                <a:moveTo>
                  <a:pt x="0" y="0"/>
                </a:moveTo>
                <a:lnTo>
                  <a:pt x="8344" y="0"/>
                </a:lnTo>
                <a:lnTo>
                  <a:pt x="8344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2709720" y="1590120"/>
            <a:ext cx="3008160" cy="278280"/>
          </a:xfrm>
          <a:custGeom>
            <a:avLst/>
            <a:gdLst/>
            <a:ahLst/>
            <a:rect l="0" t="0" r="r" b="b"/>
            <a:pathLst>
              <a:path w="8356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4" y="0"/>
                </a:lnTo>
                <a:lnTo>
                  <a:pt x="5034" y="12"/>
                </a:lnTo>
                <a:lnTo>
                  <a:pt x="4974" y="12"/>
                </a:lnTo>
                <a:lnTo>
                  <a:pt x="4974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6" y="6"/>
                </a:moveTo>
                <a:lnTo>
                  <a:pt x="8356" y="65"/>
                </a:lnTo>
                <a:lnTo>
                  <a:pt x="8344" y="65"/>
                </a:lnTo>
                <a:lnTo>
                  <a:pt x="8344" y="6"/>
                </a:lnTo>
                <a:lnTo>
                  <a:pt x="8356" y="6"/>
                </a:lnTo>
                <a:moveTo>
                  <a:pt x="8356" y="100"/>
                </a:moveTo>
                <a:lnTo>
                  <a:pt x="8356" y="158"/>
                </a:lnTo>
                <a:lnTo>
                  <a:pt x="8344" y="158"/>
                </a:lnTo>
                <a:lnTo>
                  <a:pt x="8344" y="100"/>
                </a:lnTo>
                <a:lnTo>
                  <a:pt x="8356" y="100"/>
                </a:lnTo>
                <a:moveTo>
                  <a:pt x="8356" y="193"/>
                </a:moveTo>
                <a:lnTo>
                  <a:pt x="8356" y="252"/>
                </a:lnTo>
                <a:lnTo>
                  <a:pt x="8344" y="252"/>
                </a:lnTo>
                <a:lnTo>
                  <a:pt x="8344" y="193"/>
                </a:lnTo>
                <a:lnTo>
                  <a:pt x="8356" y="193"/>
                </a:lnTo>
                <a:moveTo>
                  <a:pt x="8356" y="287"/>
                </a:moveTo>
                <a:lnTo>
                  <a:pt x="8356" y="345"/>
                </a:lnTo>
                <a:lnTo>
                  <a:pt x="8344" y="345"/>
                </a:lnTo>
                <a:lnTo>
                  <a:pt x="8344" y="287"/>
                </a:lnTo>
                <a:lnTo>
                  <a:pt x="8356" y="287"/>
                </a:lnTo>
                <a:moveTo>
                  <a:pt x="8356" y="380"/>
                </a:moveTo>
                <a:lnTo>
                  <a:pt x="8356" y="439"/>
                </a:lnTo>
                <a:lnTo>
                  <a:pt x="8344" y="439"/>
                </a:lnTo>
                <a:lnTo>
                  <a:pt x="8344" y="380"/>
                </a:lnTo>
                <a:lnTo>
                  <a:pt x="8356" y="380"/>
                </a:lnTo>
                <a:moveTo>
                  <a:pt x="8356" y="474"/>
                </a:moveTo>
                <a:lnTo>
                  <a:pt x="8356" y="532"/>
                </a:lnTo>
                <a:lnTo>
                  <a:pt x="8344" y="532"/>
                </a:lnTo>
                <a:lnTo>
                  <a:pt x="8344" y="474"/>
                </a:lnTo>
                <a:lnTo>
                  <a:pt x="8356" y="474"/>
                </a:lnTo>
                <a:moveTo>
                  <a:pt x="8356" y="568"/>
                </a:moveTo>
                <a:lnTo>
                  <a:pt x="8356" y="627"/>
                </a:lnTo>
                <a:lnTo>
                  <a:pt x="8344" y="627"/>
                </a:lnTo>
                <a:lnTo>
                  <a:pt x="8344" y="568"/>
                </a:lnTo>
                <a:lnTo>
                  <a:pt x="8356" y="568"/>
                </a:lnTo>
                <a:moveTo>
                  <a:pt x="8356" y="662"/>
                </a:moveTo>
                <a:lnTo>
                  <a:pt x="8356" y="721"/>
                </a:lnTo>
                <a:lnTo>
                  <a:pt x="8344" y="721"/>
                </a:lnTo>
                <a:lnTo>
                  <a:pt x="8344" y="662"/>
                </a:lnTo>
                <a:lnTo>
                  <a:pt x="8356" y="662"/>
                </a:lnTo>
                <a:moveTo>
                  <a:pt x="8356" y="756"/>
                </a:moveTo>
                <a:lnTo>
                  <a:pt x="8356" y="773"/>
                </a:lnTo>
                <a:lnTo>
                  <a:pt x="8303" y="773"/>
                </a:lnTo>
                <a:lnTo>
                  <a:pt x="8303" y="762"/>
                </a:lnTo>
                <a:lnTo>
                  <a:pt x="8350" y="762"/>
                </a:lnTo>
                <a:lnTo>
                  <a:pt x="8350" y="767"/>
                </a:lnTo>
                <a:lnTo>
                  <a:pt x="8344" y="767"/>
                </a:lnTo>
                <a:lnTo>
                  <a:pt x="8344" y="756"/>
                </a:lnTo>
                <a:lnTo>
                  <a:pt x="8356" y="756"/>
                </a:lnTo>
                <a:moveTo>
                  <a:pt x="8268" y="773"/>
                </a:moveTo>
                <a:lnTo>
                  <a:pt x="8209" y="773"/>
                </a:lnTo>
                <a:lnTo>
                  <a:pt x="8209" y="762"/>
                </a:lnTo>
                <a:lnTo>
                  <a:pt x="8268" y="762"/>
                </a:lnTo>
                <a:lnTo>
                  <a:pt x="8268" y="773"/>
                </a:lnTo>
                <a:moveTo>
                  <a:pt x="8174" y="773"/>
                </a:moveTo>
                <a:lnTo>
                  <a:pt x="8116" y="773"/>
                </a:lnTo>
                <a:lnTo>
                  <a:pt x="8116" y="762"/>
                </a:lnTo>
                <a:lnTo>
                  <a:pt x="8174" y="762"/>
                </a:lnTo>
                <a:lnTo>
                  <a:pt x="8174" y="773"/>
                </a:lnTo>
                <a:moveTo>
                  <a:pt x="8081" y="773"/>
                </a:moveTo>
                <a:lnTo>
                  <a:pt x="8022" y="773"/>
                </a:lnTo>
                <a:lnTo>
                  <a:pt x="8022" y="762"/>
                </a:lnTo>
                <a:lnTo>
                  <a:pt x="8081" y="762"/>
                </a:lnTo>
                <a:lnTo>
                  <a:pt x="8081" y="773"/>
                </a:lnTo>
                <a:moveTo>
                  <a:pt x="7987" y="773"/>
                </a:moveTo>
                <a:lnTo>
                  <a:pt x="7928" y="773"/>
                </a:lnTo>
                <a:lnTo>
                  <a:pt x="7928" y="762"/>
                </a:lnTo>
                <a:lnTo>
                  <a:pt x="7987" y="762"/>
                </a:lnTo>
                <a:lnTo>
                  <a:pt x="7987" y="773"/>
                </a:lnTo>
                <a:moveTo>
                  <a:pt x="7893" y="773"/>
                </a:moveTo>
                <a:lnTo>
                  <a:pt x="7834" y="773"/>
                </a:lnTo>
                <a:lnTo>
                  <a:pt x="7834" y="762"/>
                </a:lnTo>
                <a:lnTo>
                  <a:pt x="7893" y="762"/>
                </a:lnTo>
                <a:lnTo>
                  <a:pt x="7893" y="773"/>
                </a:lnTo>
                <a:moveTo>
                  <a:pt x="7799" y="773"/>
                </a:moveTo>
                <a:lnTo>
                  <a:pt x="7741" y="773"/>
                </a:lnTo>
                <a:lnTo>
                  <a:pt x="7741" y="762"/>
                </a:lnTo>
                <a:lnTo>
                  <a:pt x="7799" y="762"/>
                </a:lnTo>
                <a:lnTo>
                  <a:pt x="7799" y="773"/>
                </a:lnTo>
                <a:moveTo>
                  <a:pt x="7706" y="773"/>
                </a:moveTo>
                <a:lnTo>
                  <a:pt x="7647" y="773"/>
                </a:lnTo>
                <a:lnTo>
                  <a:pt x="7647" y="762"/>
                </a:lnTo>
                <a:lnTo>
                  <a:pt x="7706" y="762"/>
                </a:lnTo>
                <a:lnTo>
                  <a:pt x="7706" y="773"/>
                </a:lnTo>
                <a:moveTo>
                  <a:pt x="7612" y="773"/>
                </a:moveTo>
                <a:lnTo>
                  <a:pt x="7553" y="773"/>
                </a:lnTo>
                <a:lnTo>
                  <a:pt x="7553" y="762"/>
                </a:lnTo>
                <a:lnTo>
                  <a:pt x="7612" y="762"/>
                </a:lnTo>
                <a:lnTo>
                  <a:pt x="7612" y="773"/>
                </a:lnTo>
                <a:moveTo>
                  <a:pt x="7518" y="773"/>
                </a:moveTo>
                <a:lnTo>
                  <a:pt x="7459" y="773"/>
                </a:lnTo>
                <a:lnTo>
                  <a:pt x="7459" y="762"/>
                </a:lnTo>
                <a:lnTo>
                  <a:pt x="7518" y="762"/>
                </a:lnTo>
                <a:lnTo>
                  <a:pt x="7518" y="773"/>
                </a:lnTo>
                <a:moveTo>
                  <a:pt x="7424" y="773"/>
                </a:moveTo>
                <a:lnTo>
                  <a:pt x="7366" y="773"/>
                </a:lnTo>
                <a:lnTo>
                  <a:pt x="7366" y="762"/>
                </a:lnTo>
                <a:lnTo>
                  <a:pt x="7424" y="762"/>
                </a:lnTo>
                <a:lnTo>
                  <a:pt x="7424" y="773"/>
                </a:lnTo>
                <a:moveTo>
                  <a:pt x="7331" y="773"/>
                </a:moveTo>
                <a:lnTo>
                  <a:pt x="7272" y="773"/>
                </a:lnTo>
                <a:lnTo>
                  <a:pt x="7272" y="762"/>
                </a:lnTo>
                <a:lnTo>
                  <a:pt x="7331" y="762"/>
                </a:lnTo>
                <a:lnTo>
                  <a:pt x="7331" y="773"/>
                </a:lnTo>
                <a:moveTo>
                  <a:pt x="7237" y="773"/>
                </a:moveTo>
                <a:lnTo>
                  <a:pt x="7178" y="773"/>
                </a:lnTo>
                <a:lnTo>
                  <a:pt x="7178" y="762"/>
                </a:lnTo>
                <a:lnTo>
                  <a:pt x="7237" y="762"/>
                </a:lnTo>
                <a:lnTo>
                  <a:pt x="7237" y="773"/>
                </a:lnTo>
                <a:moveTo>
                  <a:pt x="7143" y="773"/>
                </a:moveTo>
                <a:lnTo>
                  <a:pt x="7084" y="773"/>
                </a:lnTo>
                <a:lnTo>
                  <a:pt x="7084" y="762"/>
                </a:lnTo>
                <a:lnTo>
                  <a:pt x="7143" y="762"/>
                </a:lnTo>
                <a:lnTo>
                  <a:pt x="7143" y="773"/>
                </a:lnTo>
                <a:moveTo>
                  <a:pt x="7049" y="773"/>
                </a:moveTo>
                <a:lnTo>
                  <a:pt x="6991" y="773"/>
                </a:lnTo>
                <a:lnTo>
                  <a:pt x="6991" y="762"/>
                </a:lnTo>
                <a:lnTo>
                  <a:pt x="7049" y="762"/>
                </a:lnTo>
                <a:lnTo>
                  <a:pt x="7049" y="773"/>
                </a:lnTo>
                <a:moveTo>
                  <a:pt x="6956" y="773"/>
                </a:moveTo>
                <a:lnTo>
                  <a:pt x="6897" y="773"/>
                </a:lnTo>
                <a:lnTo>
                  <a:pt x="6897" y="762"/>
                </a:lnTo>
                <a:lnTo>
                  <a:pt x="6956" y="762"/>
                </a:lnTo>
                <a:lnTo>
                  <a:pt x="6956" y="773"/>
                </a:lnTo>
                <a:moveTo>
                  <a:pt x="6862" y="773"/>
                </a:moveTo>
                <a:lnTo>
                  <a:pt x="6803" y="773"/>
                </a:lnTo>
                <a:lnTo>
                  <a:pt x="6803" y="762"/>
                </a:lnTo>
                <a:lnTo>
                  <a:pt x="6862" y="762"/>
                </a:lnTo>
                <a:lnTo>
                  <a:pt x="6862" y="773"/>
                </a:lnTo>
                <a:moveTo>
                  <a:pt x="6768" y="773"/>
                </a:moveTo>
                <a:lnTo>
                  <a:pt x="6710" y="773"/>
                </a:lnTo>
                <a:lnTo>
                  <a:pt x="6710" y="762"/>
                </a:lnTo>
                <a:lnTo>
                  <a:pt x="6768" y="762"/>
                </a:lnTo>
                <a:lnTo>
                  <a:pt x="6768" y="773"/>
                </a:lnTo>
                <a:moveTo>
                  <a:pt x="6674" y="773"/>
                </a:moveTo>
                <a:lnTo>
                  <a:pt x="6616" y="773"/>
                </a:lnTo>
                <a:lnTo>
                  <a:pt x="6616" y="762"/>
                </a:lnTo>
                <a:lnTo>
                  <a:pt x="6674" y="762"/>
                </a:lnTo>
                <a:lnTo>
                  <a:pt x="6674" y="773"/>
                </a:lnTo>
                <a:moveTo>
                  <a:pt x="6581" y="773"/>
                </a:moveTo>
                <a:lnTo>
                  <a:pt x="6522" y="773"/>
                </a:lnTo>
                <a:lnTo>
                  <a:pt x="6522" y="762"/>
                </a:lnTo>
                <a:lnTo>
                  <a:pt x="6581" y="762"/>
                </a:lnTo>
                <a:lnTo>
                  <a:pt x="6581" y="773"/>
                </a:lnTo>
                <a:moveTo>
                  <a:pt x="6487" y="773"/>
                </a:moveTo>
                <a:lnTo>
                  <a:pt x="6428" y="773"/>
                </a:lnTo>
                <a:lnTo>
                  <a:pt x="6428" y="762"/>
                </a:lnTo>
                <a:lnTo>
                  <a:pt x="6487" y="762"/>
                </a:lnTo>
                <a:lnTo>
                  <a:pt x="6487" y="773"/>
                </a:lnTo>
                <a:moveTo>
                  <a:pt x="6393" y="773"/>
                </a:moveTo>
                <a:lnTo>
                  <a:pt x="6335" y="773"/>
                </a:lnTo>
                <a:lnTo>
                  <a:pt x="6335" y="762"/>
                </a:lnTo>
                <a:lnTo>
                  <a:pt x="6393" y="762"/>
                </a:lnTo>
                <a:lnTo>
                  <a:pt x="6393" y="773"/>
                </a:lnTo>
                <a:moveTo>
                  <a:pt x="6299" y="773"/>
                </a:moveTo>
                <a:lnTo>
                  <a:pt x="6241" y="773"/>
                </a:lnTo>
                <a:lnTo>
                  <a:pt x="6241" y="762"/>
                </a:lnTo>
                <a:lnTo>
                  <a:pt x="6299" y="762"/>
                </a:lnTo>
                <a:lnTo>
                  <a:pt x="6299" y="773"/>
                </a:lnTo>
                <a:moveTo>
                  <a:pt x="6206" y="773"/>
                </a:moveTo>
                <a:lnTo>
                  <a:pt x="6147" y="773"/>
                </a:lnTo>
                <a:lnTo>
                  <a:pt x="6147" y="762"/>
                </a:lnTo>
                <a:lnTo>
                  <a:pt x="6206" y="762"/>
                </a:lnTo>
                <a:lnTo>
                  <a:pt x="6206" y="773"/>
                </a:lnTo>
                <a:moveTo>
                  <a:pt x="6112" y="773"/>
                </a:moveTo>
                <a:lnTo>
                  <a:pt x="6053" y="773"/>
                </a:lnTo>
                <a:lnTo>
                  <a:pt x="6053" y="762"/>
                </a:lnTo>
                <a:lnTo>
                  <a:pt x="6112" y="762"/>
                </a:lnTo>
                <a:lnTo>
                  <a:pt x="6112" y="773"/>
                </a:lnTo>
                <a:moveTo>
                  <a:pt x="6018" y="773"/>
                </a:moveTo>
                <a:lnTo>
                  <a:pt x="5960" y="773"/>
                </a:lnTo>
                <a:lnTo>
                  <a:pt x="5960" y="762"/>
                </a:lnTo>
                <a:lnTo>
                  <a:pt x="6018" y="762"/>
                </a:lnTo>
                <a:lnTo>
                  <a:pt x="6018" y="773"/>
                </a:lnTo>
                <a:moveTo>
                  <a:pt x="5924" y="773"/>
                </a:moveTo>
                <a:lnTo>
                  <a:pt x="5866" y="773"/>
                </a:lnTo>
                <a:lnTo>
                  <a:pt x="5866" y="762"/>
                </a:lnTo>
                <a:lnTo>
                  <a:pt x="5924" y="762"/>
                </a:lnTo>
                <a:lnTo>
                  <a:pt x="5924" y="773"/>
                </a:lnTo>
                <a:moveTo>
                  <a:pt x="5831" y="773"/>
                </a:moveTo>
                <a:lnTo>
                  <a:pt x="5772" y="773"/>
                </a:lnTo>
                <a:lnTo>
                  <a:pt x="5772" y="762"/>
                </a:lnTo>
                <a:lnTo>
                  <a:pt x="5831" y="762"/>
                </a:lnTo>
                <a:lnTo>
                  <a:pt x="5831" y="773"/>
                </a:lnTo>
                <a:moveTo>
                  <a:pt x="5737" y="773"/>
                </a:moveTo>
                <a:lnTo>
                  <a:pt x="5678" y="773"/>
                </a:lnTo>
                <a:lnTo>
                  <a:pt x="5678" y="762"/>
                </a:lnTo>
                <a:lnTo>
                  <a:pt x="5737" y="762"/>
                </a:lnTo>
                <a:lnTo>
                  <a:pt x="5737" y="773"/>
                </a:lnTo>
                <a:moveTo>
                  <a:pt x="5643" y="773"/>
                </a:moveTo>
                <a:lnTo>
                  <a:pt x="5585" y="773"/>
                </a:lnTo>
                <a:lnTo>
                  <a:pt x="5585" y="762"/>
                </a:lnTo>
                <a:lnTo>
                  <a:pt x="5643" y="762"/>
                </a:lnTo>
                <a:lnTo>
                  <a:pt x="5643" y="773"/>
                </a:lnTo>
                <a:moveTo>
                  <a:pt x="5549" y="773"/>
                </a:moveTo>
                <a:lnTo>
                  <a:pt x="5491" y="773"/>
                </a:lnTo>
                <a:lnTo>
                  <a:pt x="5491" y="762"/>
                </a:lnTo>
                <a:lnTo>
                  <a:pt x="5549" y="762"/>
                </a:lnTo>
                <a:lnTo>
                  <a:pt x="5549" y="773"/>
                </a:lnTo>
                <a:moveTo>
                  <a:pt x="5456" y="773"/>
                </a:moveTo>
                <a:lnTo>
                  <a:pt x="5397" y="773"/>
                </a:lnTo>
                <a:lnTo>
                  <a:pt x="5397" y="762"/>
                </a:lnTo>
                <a:lnTo>
                  <a:pt x="5456" y="762"/>
                </a:lnTo>
                <a:lnTo>
                  <a:pt x="5456" y="773"/>
                </a:lnTo>
                <a:moveTo>
                  <a:pt x="5362" y="773"/>
                </a:moveTo>
                <a:lnTo>
                  <a:pt x="5303" y="773"/>
                </a:lnTo>
                <a:lnTo>
                  <a:pt x="5303" y="762"/>
                </a:lnTo>
                <a:lnTo>
                  <a:pt x="5362" y="762"/>
                </a:lnTo>
                <a:lnTo>
                  <a:pt x="5362" y="773"/>
                </a:lnTo>
                <a:moveTo>
                  <a:pt x="5268" y="773"/>
                </a:moveTo>
                <a:lnTo>
                  <a:pt x="5210" y="773"/>
                </a:lnTo>
                <a:lnTo>
                  <a:pt x="5210" y="762"/>
                </a:lnTo>
                <a:lnTo>
                  <a:pt x="5268" y="762"/>
                </a:lnTo>
                <a:lnTo>
                  <a:pt x="5268" y="773"/>
                </a:lnTo>
                <a:moveTo>
                  <a:pt x="5174" y="773"/>
                </a:moveTo>
                <a:lnTo>
                  <a:pt x="5116" y="773"/>
                </a:lnTo>
                <a:lnTo>
                  <a:pt x="5116" y="762"/>
                </a:lnTo>
                <a:lnTo>
                  <a:pt x="5174" y="762"/>
                </a:lnTo>
                <a:lnTo>
                  <a:pt x="5174" y="773"/>
                </a:lnTo>
                <a:moveTo>
                  <a:pt x="5081" y="773"/>
                </a:moveTo>
                <a:lnTo>
                  <a:pt x="5022" y="773"/>
                </a:lnTo>
                <a:lnTo>
                  <a:pt x="5022" y="762"/>
                </a:lnTo>
                <a:lnTo>
                  <a:pt x="5081" y="762"/>
                </a:lnTo>
                <a:lnTo>
                  <a:pt x="5081" y="773"/>
                </a:lnTo>
                <a:moveTo>
                  <a:pt x="4986" y="773"/>
                </a:moveTo>
                <a:lnTo>
                  <a:pt x="4927" y="773"/>
                </a:lnTo>
                <a:lnTo>
                  <a:pt x="4927" y="762"/>
                </a:lnTo>
                <a:lnTo>
                  <a:pt x="4986" y="762"/>
                </a:lnTo>
                <a:lnTo>
                  <a:pt x="4986" y="773"/>
                </a:lnTo>
                <a:moveTo>
                  <a:pt x="4892" y="773"/>
                </a:moveTo>
                <a:lnTo>
                  <a:pt x="4834" y="773"/>
                </a:lnTo>
                <a:lnTo>
                  <a:pt x="4834" y="762"/>
                </a:lnTo>
                <a:lnTo>
                  <a:pt x="4892" y="762"/>
                </a:lnTo>
                <a:lnTo>
                  <a:pt x="4892" y="773"/>
                </a:lnTo>
                <a:moveTo>
                  <a:pt x="4798" y="773"/>
                </a:moveTo>
                <a:lnTo>
                  <a:pt x="4740" y="773"/>
                </a:lnTo>
                <a:lnTo>
                  <a:pt x="4740" y="762"/>
                </a:lnTo>
                <a:lnTo>
                  <a:pt x="4798" y="762"/>
                </a:lnTo>
                <a:lnTo>
                  <a:pt x="4798" y="773"/>
                </a:lnTo>
                <a:moveTo>
                  <a:pt x="4705" y="773"/>
                </a:moveTo>
                <a:lnTo>
                  <a:pt x="4646" y="773"/>
                </a:lnTo>
                <a:lnTo>
                  <a:pt x="4646" y="762"/>
                </a:lnTo>
                <a:lnTo>
                  <a:pt x="4705" y="762"/>
                </a:lnTo>
                <a:lnTo>
                  <a:pt x="4705" y="773"/>
                </a:lnTo>
                <a:moveTo>
                  <a:pt x="4611" y="773"/>
                </a:moveTo>
                <a:lnTo>
                  <a:pt x="4552" y="773"/>
                </a:lnTo>
                <a:lnTo>
                  <a:pt x="4552" y="762"/>
                </a:lnTo>
                <a:lnTo>
                  <a:pt x="4611" y="762"/>
                </a:lnTo>
                <a:lnTo>
                  <a:pt x="4611" y="773"/>
                </a:lnTo>
                <a:moveTo>
                  <a:pt x="4517" y="773"/>
                </a:moveTo>
                <a:lnTo>
                  <a:pt x="4459" y="773"/>
                </a:lnTo>
                <a:lnTo>
                  <a:pt x="4459" y="762"/>
                </a:lnTo>
                <a:lnTo>
                  <a:pt x="4517" y="762"/>
                </a:lnTo>
                <a:lnTo>
                  <a:pt x="4517" y="773"/>
                </a:lnTo>
                <a:moveTo>
                  <a:pt x="4423" y="773"/>
                </a:moveTo>
                <a:lnTo>
                  <a:pt x="4365" y="773"/>
                </a:lnTo>
                <a:lnTo>
                  <a:pt x="4365" y="762"/>
                </a:lnTo>
                <a:lnTo>
                  <a:pt x="4423" y="762"/>
                </a:lnTo>
                <a:lnTo>
                  <a:pt x="4423" y="773"/>
                </a:lnTo>
                <a:moveTo>
                  <a:pt x="4330" y="773"/>
                </a:moveTo>
                <a:lnTo>
                  <a:pt x="4271" y="773"/>
                </a:lnTo>
                <a:lnTo>
                  <a:pt x="4271" y="762"/>
                </a:lnTo>
                <a:lnTo>
                  <a:pt x="4330" y="762"/>
                </a:lnTo>
                <a:lnTo>
                  <a:pt x="4330" y="773"/>
                </a:lnTo>
                <a:moveTo>
                  <a:pt x="4236" y="773"/>
                </a:moveTo>
                <a:lnTo>
                  <a:pt x="4177" y="773"/>
                </a:lnTo>
                <a:lnTo>
                  <a:pt x="4177" y="762"/>
                </a:lnTo>
                <a:lnTo>
                  <a:pt x="4236" y="762"/>
                </a:lnTo>
                <a:lnTo>
                  <a:pt x="4236" y="773"/>
                </a:lnTo>
                <a:moveTo>
                  <a:pt x="4142" y="773"/>
                </a:moveTo>
                <a:lnTo>
                  <a:pt x="4084" y="773"/>
                </a:lnTo>
                <a:lnTo>
                  <a:pt x="4084" y="762"/>
                </a:lnTo>
                <a:lnTo>
                  <a:pt x="4142" y="762"/>
                </a:lnTo>
                <a:lnTo>
                  <a:pt x="4142" y="773"/>
                </a:lnTo>
                <a:moveTo>
                  <a:pt x="4048" y="773"/>
                </a:moveTo>
                <a:lnTo>
                  <a:pt x="3990" y="773"/>
                </a:lnTo>
                <a:lnTo>
                  <a:pt x="3990" y="762"/>
                </a:lnTo>
                <a:lnTo>
                  <a:pt x="4048" y="762"/>
                </a:lnTo>
                <a:lnTo>
                  <a:pt x="4048" y="773"/>
                </a:lnTo>
                <a:moveTo>
                  <a:pt x="3955" y="773"/>
                </a:moveTo>
                <a:lnTo>
                  <a:pt x="3896" y="773"/>
                </a:lnTo>
                <a:lnTo>
                  <a:pt x="3896" y="762"/>
                </a:lnTo>
                <a:lnTo>
                  <a:pt x="3955" y="762"/>
                </a:lnTo>
                <a:lnTo>
                  <a:pt x="3955" y="773"/>
                </a:lnTo>
                <a:moveTo>
                  <a:pt x="3861" y="773"/>
                </a:moveTo>
                <a:lnTo>
                  <a:pt x="3802" y="773"/>
                </a:lnTo>
                <a:lnTo>
                  <a:pt x="3802" y="762"/>
                </a:lnTo>
                <a:lnTo>
                  <a:pt x="3861" y="762"/>
                </a:lnTo>
                <a:lnTo>
                  <a:pt x="3861" y="773"/>
                </a:lnTo>
                <a:moveTo>
                  <a:pt x="3767" y="773"/>
                </a:moveTo>
                <a:lnTo>
                  <a:pt x="3709" y="773"/>
                </a:lnTo>
                <a:lnTo>
                  <a:pt x="3709" y="762"/>
                </a:lnTo>
                <a:lnTo>
                  <a:pt x="3767" y="762"/>
                </a:lnTo>
                <a:lnTo>
                  <a:pt x="3767" y="773"/>
                </a:lnTo>
                <a:moveTo>
                  <a:pt x="3674" y="773"/>
                </a:moveTo>
                <a:lnTo>
                  <a:pt x="3615" y="773"/>
                </a:lnTo>
                <a:lnTo>
                  <a:pt x="3615" y="762"/>
                </a:lnTo>
                <a:lnTo>
                  <a:pt x="3674" y="762"/>
                </a:lnTo>
                <a:lnTo>
                  <a:pt x="3674" y="773"/>
                </a:lnTo>
                <a:moveTo>
                  <a:pt x="3580" y="773"/>
                </a:moveTo>
                <a:lnTo>
                  <a:pt x="3521" y="773"/>
                </a:lnTo>
                <a:lnTo>
                  <a:pt x="3521" y="762"/>
                </a:lnTo>
                <a:lnTo>
                  <a:pt x="3580" y="762"/>
                </a:lnTo>
                <a:lnTo>
                  <a:pt x="3580" y="773"/>
                </a:lnTo>
                <a:moveTo>
                  <a:pt x="3486" y="773"/>
                </a:moveTo>
                <a:lnTo>
                  <a:pt x="3427" y="773"/>
                </a:lnTo>
                <a:lnTo>
                  <a:pt x="3427" y="762"/>
                </a:lnTo>
                <a:lnTo>
                  <a:pt x="3486" y="762"/>
                </a:lnTo>
                <a:lnTo>
                  <a:pt x="3486" y="773"/>
                </a:lnTo>
                <a:moveTo>
                  <a:pt x="3392" y="773"/>
                </a:moveTo>
                <a:lnTo>
                  <a:pt x="3334" y="773"/>
                </a:lnTo>
                <a:lnTo>
                  <a:pt x="3334" y="762"/>
                </a:lnTo>
                <a:lnTo>
                  <a:pt x="3392" y="762"/>
                </a:lnTo>
                <a:lnTo>
                  <a:pt x="3392" y="773"/>
                </a:lnTo>
                <a:moveTo>
                  <a:pt x="3299" y="773"/>
                </a:moveTo>
                <a:lnTo>
                  <a:pt x="3240" y="773"/>
                </a:lnTo>
                <a:lnTo>
                  <a:pt x="3240" y="762"/>
                </a:lnTo>
                <a:lnTo>
                  <a:pt x="3299" y="762"/>
                </a:lnTo>
                <a:lnTo>
                  <a:pt x="3299" y="773"/>
                </a:lnTo>
                <a:moveTo>
                  <a:pt x="3205" y="773"/>
                </a:moveTo>
                <a:lnTo>
                  <a:pt x="3146" y="773"/>
                </a:lnTo>
                <a:lnTo>
                  <a:pt x="3146" y="762"/>
                </a:lnTo>
                <a:lnTo>
                  <a:pt x="3205" y="762"/>
                </a:lnTo>
                <a:lnTo>
                  <a:pt x="3205" y="773"/>
                </a:lnTo>
                <a:moveTo>
                  <a:pt x="3111" y="773"/>
                </a:moveTo>
                <a:lnTo>
                  <a:pt x="3052" y="773"/>
                </a:lnTo>
                <a:lnTo>
                  <a:pt x="3052" y="762"/>
                </a:lnTo>
                <a:lnTo>
                  <a:pt x="3111" y="762"/>
                </a:lnTo>
                <a:lnTo>
                  <a:pt x="3111" y="773"/>
                </a:lnTo>
                <a:moveTo>
                  <a:pt x="3017" y="773"/>
                </a:moveTo>
                <a:lnTo>
                  <a:pt x="2959" y="773"/>
                </a:lnTo>
                <a:lnTo>
                  <a:pt x="2959" y="762"/>
                </a:lnTo>
                <a:lnTo>
                  <a:pt x="3017" y="762"/>
                </a:lnTo>
                <a:lnTo>
                  <a:pt x="3017" y="773"/>
                </a:lnTo>
                <a:moveTo>
                  <a:pt x="2924" y="773"/>
                </a:moveTo>
                <a:lnTo>
                  <a:pt x="2865" y="773"/>
                </a:lnTo>
                <a:lnTo>
                  <a:pt x="2865" y="762"/>
                </a:lnTo>
                <a:lnTo>
                  <a:pt x="2924" y="762"/>
                </a:lnTo>
                <a:lnTo>
                  <a:pt x="2924" y="773"/>
                </a:lnTo>
                <a:moveTo>
                  <a:pt x="2830" y="773"/>
                </a:moveTo>
                <a:lnTo>
                  <a:pt x="2771" y="773"/>
                </a:lnTo>
                <a:lnTo>
                  <a:pt x="2771" y="762"/>
                </a:lnTo>
                <a:lnTo>
                  <a:pt x="2830" y="762"/>
                </a:lnTo>
                <a:lnTo>
                  <a:pt x="2830" y="773"/>
                </a:lnTo>
                <a:moveTo>
                  <a:pt x="2736" y="773"/>
                </a:moveTo>
                <a:lnTo>
                  <a:pt x="2677" y="773"/>
                </a:lnTo>
                <a:lnTo>
                  <a:pt x="2677" y="762"/>
                </a:lnTo>
                <a:lnTo>
                  <a:pt x="2736" y="762"/>
                </a:lnTo>
                <a:lnTo>
                  <a:pt x="2736" y="773"/>
                </a:lnTo>
                <a:moveTo>
                  <a:pt x="2642" y="773"/>
                </a:moveTo>
                <a:lnTo>
                  <a:pt x="2584" y="773"/>
                </a:lnTo>
                <a:lnTo>
                  <a:pt x="2584" y="762"/>
                </a:lnTo>
                <a:lnTo>
                  <a:pt x="2642" y="762"/>
                </a:lnTo>
                <a:lnTo>
                  <a:pt x="2642" y="773"/>
                </a:lnTo>
                <a:moveTo>
                  <a:pt x="2549" y="773"/>
                </a:moveTo>
                <a:lnTo>
                  <a:pt x="2490" y="773"/>
                </a:lnTo>
                <a:lnTo>
                  <a:pt x="2490" y="762"/>
                </a:lnTo>
                <a:lnTo>
                  <a:pt x="2549" y="762"/>
                </a:lnTo>
                <a:lnTo>
                  <a:pt x="2549" y="773"/>
                </a:lnTo>
                <a:moveTo>
                  <a:pt x="2455" y="773"/>
                </a:moveTo>
                <a:lnTo>
                  <a:pt x="2396" y="773"/>
                </a:lnTo>
                <a:lnTo>
                  <a:pt x="2396" y="762"/>
                </a:lnTo>
                <a:lnTo>
                  <a:pt x="2455" y="762"/>
                </a:lnTo>
                <a:lnTo>
                  <a:pt x="2455" y="773"/>
                </a:lnTo>
                <a:moveTo>
                  <a:pt x="2361" y="773"/>
                </a:moveTo>
                <a:lnTo>
                  <a:pt x="2302" y="773"/>
                </a:lnTo>
                <a:lnTo>
                  <a:pt x="2302" y="762"/>
                </a:lnTo>
                <a:lnTo>
                  <a:pt x="2361" y="762"/>
                </a:lnTo>
                <a:lnTo>
                  <a:pt x="2361" y="773"/>
                </a:lnTo>
                <a:moveTo>
                  <a:pt x="2267" y="773"/>
                </a:moveTo>
                <a:lnTo>
                  <a:pt x="2209" y="773"/>
                </a:lnTo>
                <a:lnTo>
                  <a:pt x="2209" y="762"/>
                </a:lnTo>
                <a:lnTo>
                  <a:pt x="2267" y="762"/>
                </a:lnTo>
                <a:lnTo>
                  <a:pt x="2267" y="773"/>
                </a:lnTo>
                <a:moveTo>
                  <a:pt x="2174" y="773"/>
                </a:moveTo>
                <a:lnTo>
                  <a:pt x="2115" y="773"/>
                </a:lnTo>
                <a:lnTo>
                  <a:pt x="2115" y="762"/>
                </a:lnTo>
                <a:lnTo>
                  <a:pt x="2174" y="762"/>
                </a:lnTo>
                <a:lnTo>
                  <a:pt x="2174" y="773"/>
                </a:lnTo>
                <a:moveTo>
                  <a:pt x="2080" y="773"/>
                </a:moveTo>
                <a:lnTo>
                  <a:pt x="2021" y="773"/>
                </a:lnTo>
                <a:lnTo>
                  <a:pt x="2021" y="762"/>
                </a:lnTo>
                <a:lnTo>
                  <a:pt x="2080" y="762"/>
                </a:lnTo>
                <a:lnTo>
                  <a:pt x="2080" y="773"/>
                </a:lnTo>
                <a:moveTo>
                  <a:pt x="1986" y="773"/>
                </a:moveTo>
                <a:lnTo>
                  <a:pt x="1927" y="773"/>
                </a:lnTo>
                <a:lnTo>
                  <a:pt x="1927" y="762"/>
                </a:lnTo>
                <a:lnTo>
                  <a:pt x="1986" y="762"/>
                </a:lnTo>
                <a:lnTo>
                  <a:pt x="1986" y="773"/>
                </a:lnTo>
                <a:moveTo>
                  <a:pt x="1892" y="773"/>
                </a:moveTo>
                <a:lnTo>
                  <a:pt x="1834" y="773"/>
                </a:lnTo>
                <a:lnTo>
                  <a:pt x="1834" y="762"/>
                </a:lnTo>
                <a:lnTo>
                  <a:pt x="1892" y="762"/>
                </a:lnTo>
                <a:lnTo>
                  <a:pt x="1892" y="773"/>
                </a:lnTo>
                <a:moveTo>
                  <a:pt x="1799" y="773"/>
                </a:moveTo>
                <a:lnTo>
                  <a:pt x="1740" y="773"/>
                </a:lnTo>
                <a:lnTo>
                  <a:pt x="1740" y="762"/>
                </a:lnTo>
                <a:lnTo>
                  <a:pt x="1799" y="762"/>
                </a:lnTo>
                <a:lnTo>
                  <a:pt x="1799" y="773"/>
                </a:lnTo>
                <a:moveTo>
                  <a:pt x="1705" y="773"/>
                </a:moveTo>
                <a:lnTo>
                  <a:pt x="1646" y="773"/>
                </a:lnTo>
                <a:lnTo>
                  <a:pt x="1646" y="762"/>
                </a:lnTo>
                <a:lnTo>
                  <a:pt x="1705" y="762"/>
                </a:lnTo>
                <a:lnTo>
                  <a:pt x="1705" y="773"/>
                </a:lnTo>
                <a:moveTo>
                  <a:pt x="1611" y="773"/>
                </a:moveTo>
                <a:lnTo>
                  <a:pt x="1553" y="773"/>
                </a:lnTo>
                <a:lnTo>
                  <a:pt x="1553" y="762"/>
                </a:lnTo>
                <a:lnTo>
                  <a:pt x="1611" y="762"/>
                </a:lnTo>
                <a:lnTo>
                  <a:pt x="1611" y="773"/>
                </a:lnTo>
                <a:moveTo>
                  <a:pt x="1517" y="773"/>
                </a:moveTo>
                <a:lnTo>
                  <a:pt x="1459" y="773"/>
                </a:lnTo>
                <a:lnTo>
                  <a:pt x="1459" y="762"/>
                </a:lnTo>
                <a:lnTo>
                  <a:pt x="1517" y="762"/>
                </a:lnTo>
                <a:lnTo>
                  <a:pt x="1517" y="773"/>
                </a:lnTo>
                <a:moveTo>
                  <a:pt x="1424" y="773"/>
                </a:moveTo>
                <a:lnTo>
                  <a:pt x="1365" y="773"/>
                </a:lnTo>
                <a:lnTo>
                  <a:pt x="1365" y="762"/>
                </a:lnTo>
                <a:lnTo>
                  <a:pt x="1424" y="762"/>
                </a:lnTo>
                <a:lnTo>
                  <a:pt x="1424" y="773"/>
                </a:lnTo>
                <a:moveTo>
                  <a:pt x="1330" y="773"/>
                </a:moveTo>
                <a:lnTo>
                  <a:pt x="1271" y="773"/>
                </a:lnTo>
                <a:lnTo>
                  <a:pt x="1271" y="762"/>
                </a:lnTo>
                <a:lnTo>
                  <a:pt x="1330" y="762"/>
                </a:lnTo>
                <a:lnTo>
                  <a:pt x="1330" y="773"/>
                </a:lnTo>
                <a:moveTo>
                  <a:pt x="1236" y="773"/>
                </a:moveTo>
                <a:lnTo>
                  <a:pt x="1178" y="773"/>
                </a:lnTo>
                <a:lnTo>
                  <a:pt x="1178" y="762"/>
                </a:lnTo>
                <a:lnTo>
                  <a:pt x="1236" y="762"/>
                </a:lnTo>
                <a:lnTo>
                  <a:pt x="1236" y="773"/>
                </a:lnTo>
                <a:moveTo>
                  <a:pt x="1142" y="773"/>
                </a:moveTo>
                <a:lnTo>
                  <a:pt x="1084" y="773"/>
                </a:lnTo>
                <a:lnTo>
                  <a:pt x="1084" y="762"/>
                </a:lnTo>
                <a:lnTo>
                  <a:pt x="1142" y="762"/>
                </a:lnTo>
                <a:lnTo>
                  <a:pt x="1142" y="773"/>
                </a:lnTo>
                <a:moveTo>
                  <a:pt x="1049" y="773"/>
                </a:moveTo>
                <a:lnTo>
                  <a:pt x="990" y="773"/>
                </a:lnTo>
                <a:lnTo>
                  <a:pt x="990" y="762"/>
                </a:lnTo>
                <a:lnTo>
                  <a:pt x="1049" y="762"/>
                </a:lnTo>
                <a:lnTo>
                  <a:pt x="1049" y="773"/>
                </a:lnTo>
                <a:moveTo>
                  <a:pt x="955" y="773"/>
                </a:moveTo>
                <a:lnTo>
                  <a:pt x="896" y="773"/>
                </a:lnTo>
                <a:lnTo>
                  <a:pt x="896" y="762"/>
                </a:lnTo>
                <a:lnTo>
                  <a:pt x="955" y="762"/>
                </a:lnTo>
                <a:lnTo>
                  <a:pt x="955" y="773"/>
                </a:lnTo>
                <a:moveTo>
                  <a:pt x="861" y="773"/>
                </a:moveTo>
                <a:lnTo>
                  <a:pt x="803" y="773"/>
                </a:lnTo>
                <a:lnTo>
                  <a:pt x="803" y="762"/>
                </a:lnTo>
                <a:lnTo>
                  <a:pt x="861" y="762"/>
                </a:lnTo>
                <a:lnTo>
                  <a:pt x="861" y="773"/>
                </a:lnTo>
                <a:moveTo>
                  <a:pt x="767" y="773"/>
                </a:moveTo>
                <a:lnTo>
                  <a:pt x="709" y="773"/>
                </a:lnTo>
                <a:lnTo>
                  <a:pt x="709" y="762"/>
                </a:lnTo>
                <a:lnTo>
                  <a:pt x="767" y="762"/>
                </a:lnTo>
                <a:lnTo>
                  <a:pt x="767" y="773"/>
                </a:lnTo>
                <a:moveTo>
                  <a:pt x="674" y="773"/>
                </a:moveTo>
                <a:lnTo>
                  <a:pt x="615" y="773"/>
                </a:lnTo>
                <a:lnTo>
                  <a:pt x="615" y="762"/>
                </a:lnTo>
                <a:lnTo>
                  <a:pt x="674" y="762"/>
                </a:lnTo>
                <a:lnTo>
                  <a:pt x="674" y="773"/>
                </a:lnTo>
                <a:moveTo>
                  <a:pt x="580" y="773"/>
                </a:moveTo>
                <a:lnTo>
                  <a:pt x="521" y="773"/>
                </a:lnTo>
                <a:lnTo>
                  <a:pt x="521" y="762"/>
                </a:lnTo>
                <a:lnTo>
                  <a:pt x="580" y="762"/>
                </a:lnTo>
                <a:lnTo>
                  <a:pt x="580" y="773"/>
                </a:lnTo>
                <a:moveTo>
                  <a:pt x="486" y="773"/>
                </a:moveTo>
                <a:lnTo>
                  <a:pt x="428" y="773"/>
                </a:lnTo>
                <a:lnTo>
                  <a:pt x="428" y="762"/>
                </a:lnTo>
                <a:lnTo>
                  <a:pt x="486" y="762"/>
                </a:lnTo>
                <a:lnTo>
                  <a:pt x="486" y="773"/>
                </a:lnTo>
                <a:moveTo>
                  <a:pt x="392" y="773"/>
                </a:moveTo>
                <a:lnTo>
                  <a:pt x="334" y="773"/>
                </a:lnTo>
                <a:lnTo>
                  <a:pt x="334" y="762"/>
                </a:lnTo>
                <a:lnTo>
                  <a:pt x="392" y="762"/>
                </a:lnTo>
                <a:lnTo>
                  <a:pt x="392" y="773"/>
                </a:lnTo>
                <a:moveTo>
                  <a:pt x="299" y="773"/>
                </a:moveTo>
                <a:lnTo>
                  <a:pt x="240" y="773"/>
                </a:lnTo>
                <a:lnTo>
                  <a:pt x="240" y="762"/>
                </a:lnTo>
                <a:lnTo>
                  <a:pt x="299" y="762"/>
                </a:lnTo>
                <a:lnTo>
                  <a:pt x="299" y="773"/>
                </a:lnTo>
                <a:moveTo>
                  <a:pt x="205" y="773"/>
                </a:moveTo>
                <a:lnTo>
                  <a:pt x="146" y="773"/>
                </a:lnTo>
                <a:lnTo>
                  <a:pt x="146" y="762"/>
                </a:lnTo>
                <a:lnTo>
                  <a:pt x="205" y="762"/>
                </a:lnTo>
                <a:lnTo>
                  <a:pt x="205" y="773"/>
                </a:lnTo>
                <a:moveTo>
                  <a:pt x="111" y="773"/>
                </a:moveTo>
                <a:lnTo>
                  <a:pt x="53" y="773"/>
                </a:lnTo>
                <a:lnTo>
                  <a:pt x="53" y="762"/>
                </a:lnTo>
                <a:lnTo>
                  <a:pt x="111" y="762"/>
                </a:lnTo>
                <a:lnTo>
                  <a:pt x="111" y="773"/>
                </a:lnTo>
                <a:moveTo>
                  <a:pt x="17" y="773"/>
                </a:moveTo>
                <a:lnTo>
                  <a:pt x="0" y="773"/>
                </a:lnTo>
                <a:lnTo>
                  <a:pt x="0" y="721"/>
                </a:lnTo>
                <a:lnTo>
                  <a:pt x="12" y="721"/>
                </a:lnTo>
                <a:lnTo>
                  <a:pt x="12" y="767"/>
                </a:lnTo>
                <a:lnTo>
                  <a:pt x="6" y="767"/>
                </a:lnTo>
                <a:lnTo>
                  <a:pt x="6" y="762"/>
                </a:lnTo>
                <a:lnTo>
                  <a:pt x="17" y="762"/>
                </a:lnTo>
                <a:lnTo>
                  <a:pt x="17" y="773"/>
                </a:lnTo>
                <a:moveTo>
                  <a:pt x="0" y="686"/>
                </a:moveTo>
                <a:lnTo>
                  <a:pt x="0" y="627"/>
                </a:lnTo>
                <a:lnTo>
                  <a:pt x="12" y="627"/>
                </a:lnTo>
                <a:lnTo>
                  <a:pt x="12" y="686"/>
                </a:lnTo>
                <a:lnTo>
                  <a:pt x="0" y="686"/>
                </a:lnTo>
                <a:moveTo>
                  <a:pt x="0" y="591"/>
                </a:moveTo>
                <a:lnTo>
                  <a:pt x="0" y="532"/>
                </a:lnTo>
                <a:lnTo>
                  <a:pt x="12" y="532"/>
                </a:lnTo>
                <a:lnTo>
                  <a:pt x="12" y="591"/>
                </a:lnTo>
                <a:lnTo>
                  <a:pt x="0" y="591"/>
                </a:lnTo>
                <a:moveTo>
                  <a:pt x="0" y="497"/>
                </a:moveTo>
                <a:lnTo>
                  <a:pt x="0" y="439"/>
                </a:lnTo>
                <a:lnTo>
                  <a:pt x="12" y="439"/>
                </a:lnTo>
                <a:lnTo>
                  <a:pt x="12" y="497"/>
                </a:lnTo>
                <a:lnTo>
                  <a:pt x="0" y="497"/>
                </a:lnTo>
                <a:moveTo>
                  <a:pt x="0" y="404"/>
                </a:moveTo>
                <a:lnTo>
                  <a:pt x="0" y="345"/>
                </a:lnTo>
                <a:lnTo>
                  <a:pt x="12" y="345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5"/>
                </a:lnTo>
                <a:lnTo>
                  <a:pt x="12" y="65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631120" y="162612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5631120" y="164088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2754000" y="1377000"/>
            <a:ext cx="852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2754000" y="1621440"/>
            <a:ext cx="552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2754000" y="1689480"/>
            <a:ext cx="16894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2711880" y="1983960"/>
            <a:ext cx="1894320" cy="202680"/>
          </a:xfrm>
          <a:custGeom>
            <a:avLst/>
            <a:gdLst/>
            <a:ahLst/>
            <a:rect l="0" t="0" r="r" b="b"/>
            <a:pathLst>
              <a:path w="5262" h="563">
                <a:moveTo>
                  <a:pt x="0" y="0"/>
                </a:moveTo>
                <a:lnTo>
                  <a:pt x="5262" y="0"/>
                </a:lnTo>
                <a:lnTo>
                  <a:pt x="5262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709720" y="1981800"/>
            <a:ext cx="1898640" cy="206640"/>
          </a:xfrm>
          <a:custGeom>
            <a:avLst/>
            <a:gdLst/>
            <a:ahLst/>
            <a:rect l="0" t="0" r="r" b="b"/>
            <a:pathLst>
              <a:path w="5274" h="574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40" y="0"/>
                </a:lnTo>
                <a:lnTo>
                  <a:pt x="440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4" y="0"/>
                </a:lnTo>
                <a:lnTo>
                  <a:pt x="534" y="12"/>
                </a:lnTo>
                <a:lnTo>
                  <a:pt x="475" y="12"/>
                </a:lnTo>
                <a:lnTo>
                  <a:pt x="475" y="0"/>
                </a:lnTo>
                <a:moveTo>
                  <a:pt x="569" y="0"/>
                </a:moveTo>
                <a:lnTo>
                  <a:pt x="628" y="0"/>
                </a:lnTo>
                <a:lnTo>
                  <a:pt x="628" y="12"/>
                </a:lnTo>
                <a:lnTo>
                  <a:pt x="569" y="12"/>
                </a:lnTo>
                <a:lnTo>
                  <a:pt x="569" y="0"/>
                </a:lnTo>
                <a:moveTo>
                  <a:pt x="663" y="0"/>
                </a:moveTo>
                <a:lnTo>
                  <a:pt x="722" y="0"/>
                </a:lnTo>
                <a:lnTo>
                  <a:pt x="722" y="12"/>
                </a:lnTo>
                <a:lnTo>
                  <a:pt x="663" y="12"/>
                </a:lnTo>
                <a:lnTo>
                  <a:pt x="663" y="0"/>
                </a:lnTo>
                <a:moveTo>
                  <a:pt x="757" y="0"/>
                </a:moveTo>
                <a:lnTo>
                  <a:pt x="815" y="0"/>
                </a:lnTo>
                <a:lnTo>
                  <a:pt x="815" y="12"/>
                </a:lnTo>
                <a:lnTo>
                  <a:pt x="757" y="12"/>
                </a:lnTo>
                <a:lnTo>
                  <a:pt x="757" y="0"/>
                </a:lnTo>
                <a:moveTo>
                  <a:pt x="850" y="0"/>
                </a:moveTo>
                <a:lnTo>
                  <a:pt x="909" y="0"/>
                </a:lnTo>
                <a:lnTo>
                  <a:pt x="909" y="12"/>
                </a:lnTo>
                <a:lnTo>
                  <a:pt x="850" y="12"/>
                </a:lnTo>
                <a:lnTo>
                  <a:pt x="850" y="0"/>
                </a:lnTo>
                <a:moveTo>
                  <a:pt x="944" y="0"/>
                </a:moveTo>
                <a:lnTo>
                  <a:pt x="1003" y="0"/>
                </a:lnTo>
                <a:lnTo>
                  <a:pt x="1003" y="12"/>
                </a:lnTo>
                <a:lnTo>
                  <a:pt x="944" y="12"/>
                </a:lnTo>
                <a:lnTo>
                  <a:pt x="944" y="0"/>
                </a:lnTo>
                <a:moveTo>
                  <a:pt x="1038" y="0"/>
                </a:moveTo>
                <a:lnTo>
                  <a:pt x="1097" y="0"/>
                </a:lnTo>
                <a:lnTo>
                  <a:pt x="1097" y="12"/>
                </a:lnTo>
                <a:lnTo>
                  <a:pt x="1038" y="12"/>
                </a:lnTo>
                <a:lnTo>
                  <a:pt x="1038" y="0"/>
                </a:lnTo>
                <a:moveTo>
                  <a:pt x="1132" y="0"/>
                </a:moveTo>
                <a:lnTo>
                  <a:pt x="1190" y="0"/>
                </a:lnTo>
                <a:lnTo>
                  <a:pt x="1190" y="12"/>
                </a:lnTo>
                <a:lnTo>
                  <a:pt x="1132" y="12"/>
                </a:lnTo>
                <a:lnTo>
                  <a:pt x="1132" y="0"/>
                </a:lnTo>
                <a:moveTo>
                  <a:pt x="1225" y="0"/>
                </a:moveTo>
                <a:lnTo>
                  <a:pt x="1284" y="0"/>
                </a:lnTo>
                <a:lnTo>
                  <a:pt x="1284" y="12"/>
                </a:lnTo>
                <a:lnTo>
                  <a:pt x="1225" y="12"/>
                </a:lnTo>
                <a:lnTo>
                  <a:pt x="1225" y="0"/>
                </a:lnTo>
                <a:moveTo>
                  <a:pt x="1319" y="0"/>
                </a:moveTo>
                <a:lnTo>
                  <a:pt x="1378" y="0"/>
                </a:lnTo>
                <a:lnTo>
                  <a:pt x="1378" y="12"/>
                </a:lnTo>
                <a:lnTo>
                  <a:pt x="1319" y="12"/>
                </a:lnTo>
                <a:lnTo>
                  <a:pt x="1319" y="0"/>
                </a:lnTo>
                <a:moveTo>
                  <a:pt x="1413" y="0"/>
                </a:moveTo>
                <a:lnTo>
                  <a:pt x="1471" y="0"/>
                </a:lnTo>
                <a:lnTo>
                  <a:pt x="1471" y="12"/>
                </a:lnTo>
                <a:lnTo>
                  <a:pt x="1413" y="12"/>
                </a:lnTo>
                <a:lnTo>
                  <a:pt x="1413" y="0"/>
                </a:lnTo>
                <a:moveTo>
                  <a:pt x="1507" y="0"/>
                </a:moveTo>
                <a:lnTo>
                  <a:pt x="1565" y="0"/>
                </a:lnTo>
                <a:lnTo>
                  <a:pt x="1565" y="12"/>
                </a:lnTo>
                <a:lnTo>
                  <a:pt x="1507" y="12"/>
                </a:lnTo>
                <a:lnTo>
                  <a:pt x="1507" y="0"/>
                </a:lnTo>
                <a:moveTo>
                  <a:pt x="1600" y="0"/>
                </a:moveTo>
                <a:lnTo>
                  <a:pt x="1659" y="0"/>
                </a:lnTo>
                <a:lnTo>
                  <a:pt x="1659" y="12"/>
                </a:lnTo>
                <a:lnTo>
                  <a:pt x="1600" y="12"/>
                </a:lnTo>
                <a:lnTo>
                  <a:pt x="1600" y="0"/>
                </a:lnTo>
                <a:moveTo>
                  <a:pt x="1694" y="0"/>
                </a:moveTo>
                <a:lnTo>
                  <a:pt x="1753" y="0"/>
                </a:lnTo>
                <a:lnTo>
                  <a:pt x="1753" y="12"/>
                </a:lnTo>
                <a:lnTo>
                  <a:pt x="1694" y="12"/>
                </a:lnTo>
                <a:lnTo>
                  <a:pt x="1694" y="0"/>
                </a:lnTo>
                <a:moveTo>
                  <a:pt x="1788" y="0"/>
                </a:moveTo>
                <a:lnTo>
                  <a:pt x="1846" y="0"/>
                </a:lnTo>
                <a:lnTo>
                  <a:pt x="1846" y="12"/>
                </a:lnTo>
                <a:lnTo>
                  <a:pt x="1788" y="12"/>
                </a:lnTo>
                <a:lnTo>
                  <a:pt x="1788" y="0"/>
                </a:lnTo>
                <a:moveTo>
                  <a:pt x="1882" y="0"/>
                </a:moveTo>
                <a:lnTo>
                  <a:pt x="1940" y="0"/>
                </a:lnTo>
                <a:lnTo>
                  <a:pt x="1940" y="12"/>
                </a:lnTo>
                <a:lnTo>
                  <a:pt x="1882" y="12"/>
                </a:lnTo>
                <a:lnTo>
                  <a:pt x="1882" y="0"/>
                </a:lnTo>
                <a:moveTo>
                  <a:pt x="1975" y="0"/>
                </a:moveTo>
                <a:lnTo>
                  <a:pt x="2034" y="0"/>
                </a:lnTo>
                <a:lnTo>
                  <a:pt x="2034" y="12"/>
                </a:lnTo>
                <a:lnTo>
                  <a:pt x="1975" y="12"/>
                </a:lnTo>
                <a:lnTo>
                  <a:pt x="1975" y="0"/>
                </a:lnTo>
                <a:moveTo>
                  <a:pt x="2069" y="0"/>
                </a:moveTo>
                <a:lnTo>
                  <a:pt x="2128" y="0"/>
                </a:lnTo>
                <a:lnTo>
                  <a:pt x="2128" y="12"/>
                </a:lnTo>
                <a:lnTo>
                  <a:pt x="2069" y="12"/>
                </a:lnTo>
                <a:lnTo>
                  <a:pt x="2069" y="0"/>
                </a:lnTo>
                <a:moveTo>
                  <a:pt x="2163" y="0"/>
                </a:moveTo>
                <a:lnTo>
                  <a:pt x="2221" y="0"/>
                </a:lnTo>
                <a:lnTo>
                  <a:pt x="2221" y="12"/>
                </a:lnTo>
                <a:lnTo>
                  <a:pt x="2163" y="12"/>
                </a:lnTo>
                <a:lnTo>
                  <a:pt x="2163" y="0"/>
                </a:lnTo>
                <a:moveTo>
                  <a:pt x="2257" y="0"/>
                </a:moveTo>
                <a:lnTo>
                  <a:pt x="2315" y="0"/>
                </a:lnTo>
                <a:lnTo>
                  <a:pt x="2315" y="12"/>
                </a:lnTo>
                <a:lnTo>
                  <a:pt x="2257" y="12"/>
                </a:lnTo>
                <a:lnTo>
                  <a:pt x="2257" y="0"/>
                </a:lnTo>
                <a:moveTo>
                  <a:pt x="2350" y="0"/>
                </a:moveTo>
                <a:lnTo>
                  <a:pt x="2409" y="0"/>
                </a:lnTo>
                <a:lnTo>
                  <a:pt x="2409" y="12"/>
                </a:lnTo>
                <a:lnTo>
                  <a:pt x="2350" y="12"/>
                </a:lnTo>
                <a:lnTo>
                  <a:pt x="2350" y="0"/>
                </a:lnTo>
                <a:moveTo>
                  <a:pt x="2444" y="0"/>
                </a:moveTo>
                <a:lnTo>
                  <a:pt x="2503" y="0"/>
                </a:lnTo>
                <a:lnTo>
                  <a:pt x="2503" y="12"/>
                </a:lnTo>
                <a:lnTo>
                  <a:pt x="2444" y="12"/>
                </a:lnTo>
                <a:lnTo>
                  <a:pt x="2444" y="0"/>
                </a:lnTo>
                <a:moveTo>
                  <a:pt x="2538" y="0"/>
                </a:moveTo>
                <a:lnTo>
                  <a:pt x="2596" y="0"/>
                </a:lnTo>
                <a:lnTo>
                  <a:pt x="2596" y="12"/>
                </a:lnTo>
                <a:lnTo>
                  <a:pt x="2538" y="12"/>
                </a:lnTo>
                <a:lnTo>
                  <a:pt x="2538" y="0"/>
                </a:lnTo>
                <a:moveTo>
                  <a:pt x="2632" y="0"/>
                </a:moveTo>
                <a:lnTo>
                  <a:pt x="2690" y="0"/>
                </a:lnTo>
                <a:lnTo>
                  <a:pt x="2690" y="12"/>
                </a:lnTo>
                <a:lnTo>
                  <a:pt x="2632" y="12"/>
                </a:lnTo>
                <a:lnTo>
                  <a:pt x="2632" y="0"/>
                </a:lnTo>
                <a:moveTo>
                  <a:pt x="2725" y="0"/>
                </a:moveTo>
                <a:lnTo>
                  <a:pt x="2784" y="0"/>
                </a:lnTo>
                <a:lnTo>
                  <a:pt x="2784" y="12"/>
                </a:lnTo>
                <a:lnTo>
                  <a:pt x="2725" y="12"/>
                </a:lnTo>
                <a:lnTo>
                  <a:pt x="2725" y="0"/>
                </a:lnTo>
                <a:moveTo>
                  <a:pt x="2819" y="0"/>
                </a:moveTo>
                <a:lnTo>
                  <a:pt x="2878" y="0"/>
                </a:lnTo>
                <a:lnTo>
                  <a:pt x="2878" y="12"/>
                </a:lnTo>
                <a:lnTo>
                  <a:pt x="2819" y="12"/>
                </a:lnTo>
                <a:lnTo>
                  <a:pt x="2819" y="0"/>
                </a:lnTo>
                <a:moveTo>
                  <a:pt x="2913" y="0"/>
                </a:moveTo>
                <a:lnTo>
                  <a:pt x="2971" y="0"/>
                </a:lnTo>
                <a:lnTo>
                  <a:pt x="2971" y="12"/>
                </a:lnTo>
                <a:lnTo>
                  <a:pt x="2913" y="12"/>
                </a:lnTo>
                <a:lnTo>
                  <a:pt x="2913" y="0"/>
                </a:lnTo>
                <a:moveTo>
                  <a:pt x="3007" y="0"/>
                </a:moveTo>
                <a:lnTo>
                  <a:pt x="3065" y="0"/>
                </a:lnTo>
                <a:lnTo>
                  <a:pt x="3065" y="12"/>
                </a:lnTo>
                <a:lnTo>
                  <a:pt x="3007" y="12"/>
                </a:lnTo>
                <a:lnTo>
                  <a:pt x="3007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274" y="0"/>
                </a:lnTo>
                <a:lnTo>
                  <a:pt x="5274" y="53"/>
                </a:lnTo>
                <a:lnTo>
                  <a:pt x="5262" y="53"/>
                </a:lnTo>
                <a:lnTo>
                  <a:pt x="5262" y="6"/>
                </a:lnTo>
                <a:lnTo>
                  <a:pt x="5268" y="6"/>
                </a:lnTo>
                <a:lnTo>
                  <a:pt x="5268" y="12"/>
                </a:lnTo>
                <a:lnTo>
                  <a:pt x="5256" y="12"/>
                </a:lnTo>
                <a:lnTo>
                  <a:pt x="5256" y="0"/>
                </a:lnTo>
                <a:moveTo>
                  <a:pt x="5274" y="88"/>
                </a:moveTo>
                <a:lnTo>
                  <a:pt x="5274" y="146"/>
                </a:lnTo>
                <a:lnTo>
                  <a:pt x="5262" y="146"/>
                </a:lnTo>
                <a:lnTo>
                  <a:pt x="5262" y="88"/>
                </a:lnTo>
                <a:lnTo>
                  <a:pt x="5274" y="88"/>
                </a:lnTo>
                <a:moveTo>
                  <a:pt x="5274" y="181"/>
                </a:moveTo>
                <a:lnTo>
                  <a:pt x="5274" y="240"/>
                </a:lnTo>
                <a:lnTo>
                  <a:pt x="5262" y="240"/>
                </a:lnTo>
                <a:lnTo>
                  <a:pt x="5262" y="181"/>
                </a:lnTo>
                <a:lnTo>
                  <a:pt x="5274" y="181"/>
                </a:lnTo>
                <a:moveTo>
                  <a:pt x="5274" y="275"/>
                </a:moveTo>
                <a:lnTo>
                  <a:pt x="5274" y="334"/>
                </a:lnTo>
                <a:lnTo>
                  <a:pt x="5262" y="334"/>
                </a:lnTo>
                <a:lnTo>
                  <a:pt x="5262" y="275"/>
                </a:lnTo>
                <a:lnTo>
                  <a:pt x="5274" y="275"/>
                </a:lnTo>
                <a:moveTo>
                  <a:pt x="5274" y="369"/>
                </a:moveTo>
                <a:lnTo>
                  <a:pt x="5274" y="427"/>
                </a:lnTo>
                <a:lnTo>
                  <a:pt x="5262" y="427"/>
                </a:lnTo>
                <a:lnTo>
                  <a:pt x="5262" y="369"/>
                </a:lnTo>
                <a:lnTo>
                  <a:pt x="5274" y="369"/>
                </a:lnTo>
                <a:moveTo>
                  <a:pt x="5274" y="462"/>
                </a:moveTo>
                <a:lnTo>
                  <a:pt x="5274" y="522"/>
                </a:lnTo>
                <a:lnTo>
                  <a:pt x="5262" y="522"/>
                </a:lnTo>
                <a:lnTo>
                  <a:pt x="5262" y="462"/>
                </a:lnTo>
                <a:lnTo>
                  <a:pt x="5274" y="462"/>
                </a:lnTo>
                <a:moveTo>
                  <a:pt x="5274" y="557"/>
                </a:moveTo>
                <a:lnTo>
                  <a:pt x="5274" y="574"/>
                </a:lnTo>
                <a:lnTo>
                  <a:pt x="5221" y="574"/>
                </a:lnTo>
                <a:lnTo>
                  <a:pt x="5221" y="563"/>
                </a:lnTo>
                <a:lnTo>
                  <a:pt x="5268" y="563"/>
                </a:lnTo>
                <a:lnTo>
                  <a:pt x="5268" y="569"/>
                </a:lnTo>
                <a:lnTo>
                  <a:pt x="5262" y="569"/>
                </a:lnTo>
                <a:lnTo>
                  <a:pt x="5262" y="557"/>
                </a:lnTo>
                <a:lnTo>
                  <a:pt x="5274" y="557"/>
                </a:lnTo>
                <a:moveTo>
                  <a:pt x="5186" y="574"/>
                </a:moveTo>
                <a:lnTo>
                  <a:pt x="5128" y="574"/>
                </a:lnTo>
                <a:lnTo>
                  <a:pt x="5128" y="563"/>
                </a:lnTo>
                <a:lnTo>
                  <a:pt x="5186" y="563"/>
                </a:lnTo>
                <a:lnTo>
                  <a:pt x="5186" y="574"/>
                </a:lnTo>
                <a:moveTo>
                  <a:pt x="5092" y="574"/>
                </a:moveTo>
                <a:lnTo>
                  <a:pt x="5034" y="574"/>
                </a:lnTo>
                <a:lnTo>
                  <a:pt x="5034" y="563"/>
                </a:lnTo>
                <a:lnTo>
                  <a:pt x="5092" y="563"/>
                </a:lnTo>
                <a:lnTo>
                  <a:pt x="5092" y="574"/>
                </a:lnTo>
                <a:moveTo>
                  <a:pt x="4999" y="574"/>
                </a:moveTo>
                <a:lnTo>
                  <a:pt x="4940" y="574"/>
                </a:lnTo>
                <a:lnTo>
                  <a:pt x="4940" y="563"/>
                </a:lnTo>
                <a:lnTo>
                  <a:pt x="4999" y="563"/>
                </a:lnTo>
                <a:lnTo>
                  <a:pt x="4999" y="574"/>
                </a:lnTo>
                <a:moveTo>
                  <a:pt x="4905" y="574"/>
                </a:moveTo>
                <a:lnTo>
                  <a:pt x="4846" y="574"/>
                </a:lnTo>
                <a:lnTo>
                  <a:pt x="4846" y="563"/>
                </a:lnTo>
                <a:lnTo>
                  <a:pt x="4905" y="563"/>
                </a:lnTo>
                <a:lnTo>
                  <a:pt x="4905" y="574"/>
                </a:lnTo>
                <a:moveTo>
                  <a:pt x="4811" y="574"/>
                </a:moveTo>
                <a:lnTo>
                  <a:pt x="4753" y="574"/>
                </a:lnTo>
                <a:lnTo>
                  <a:pt x="4753" y="563"/>
                </a:lnTo>
                <a:lnTo>
                  <a:pt x="4811" y="563"/>
                </a:lnTo>
                <a:lnTo>
                  <a:pt x="4811" y="574"/>
                </a:lnTo>
                <a:moveTo>
                  <a:pt x="4717" y="574"/>
                </a:moveTo>
                <a:lnTo>
                  <a:pt x="4659" y="574"/>
                </a:lnTo>
                <a:lnTo>
                  <a:pt x="4659" y="563"/>
                </a:lnTo>
                <a:lnTo>
                  <a:pt x="4717" y="563"/>
                </a:lnTo>
                <a:lnTo>
                  <a:pt x="4717" y="574"/>
                </a:lnTo>
                <a:moveTo>
                  <a:pt x="4624" y="574"/>
                </a:moveTo>
                <a:lnTo>
                  <a:pt x="4565" y="574"/>
                </a:lnTo>
                <a:lnTo>
                  <a:pt x="4565" y="563"/>
                </a:lnTo>
                <a:lnTo>
                  <a:pt x="4624" y="563"/>
                </a:lnTo>
                <a:lnTo>
                  <a:pt x="4624" y="574"/>
                </a:lnTo>
                <a:moveTo>
                  <a:pt x="4530" y="574"/>
                </a:moveTo>
                <a:lnTo>
                  <a:pt x="4471" y="574"/>
                </a:lnTo>
                <a:lnTo>
                  <a:pt x="4471" y="563"/>
                </a:lnTo>
                <a:lnTo>
                  <a:pt x="4530" y="563"/>
                </a:lnTo>
                <a:lnTo>
                  <a:pt x="4530" y="574"/>
                </a:lnTo>
                <a:moveTo>
                  <a:pt x="4436" y="574"/>
                </a:moveTo>
                <a:lnTo>
                  <a:pt x="4378" y="574"/>
                </a:lnTo>
                <a:lnTo>
                  <a:pt x="4378" y="563"/>
                </a:lnTo>
                <a:lnTo>
                  <a:pt x="4436" y="563"/>
                </a:lnTo>
                <a:lnTo>
                  <a:pt x="4436" y="574"/>
                </a:lnTo>
                <a:moveTo>
                  <a:pt x="4342" y="574"/>
                </a:moveTo>
                <a:lnTo>
                  <a:pt x="4284" y="574"/>
                </a:lnTo>
                <a:lnTo>
                  <a:pt x="4284" y="563"/>
                </a:lnTo>
                <a:lnTo>
                  <a:pt x="4342" y="563"/>
                </a:lnTo>
                <a:lnTo>
                  <a:pt x="4342" y="574"/>
                </a:lnTo>
                <a:moveTo>
                  <a:pt x="4249" y="574"/>
                </a:moveTo>
                <a:lnTo>
                  <a:pt x="4190" y="574"/>
                </a:lnTo>
                <a:lnTo>
                  <a:pt x="4190" y="563"/>
                </a:lnTo>
                <a:lnTo>
                  <a:pt x="4249" y="563"/>
                </a:lnTo>
                <a:lnTo>
                  <a:pt x="4249" y="574"/>
                </a:lnTo>
                <a:moveTo>
                  <a:pt x="4155" y="574"/>
                </a:moveTo>
                <a:lnTo>
                  <a:pt x="4096" y="574"/>
                </a:lnTo>
                <a:lnTo>
                  <a:pt x="4096" y="563"/>
                </a:lnTo>
                <a:lnTo>
                  <a:pt x="4155" y="563"/>
                </a:lnTo>
                <a:lnTo>
                  <a:pt x="4155" y="574"/>
                </a:lnTo>
                <a:moveTo>
                  <a:pt x="4061" y="574"/>
                </a:moveTo>
                <a:lnTo>
                  <a:pt x="4003" y="574"/>
                </a:lnTo>
                <a:lnTo>
                  <a:pt x="4003" y="563"/>
                </a:lnTo>
                <a:lnTo>
                  <a:pt x="4061" y="563"/>
                </a:lnTo>
                <a:lnTo>
                  <a:pt x="4061" y="574"/>
                </a:lnTo>
                <a:moveTo>
                  <a:pt x="3967" y="574"/>
                </a:moveTo>
                <a:lnTo>
                  <a:pt x="3909" y="574"/>
                </a:lnTo>
                <a:lnTo>
                  <a:pt x="3909" y="563"/>
                </a:lnTo>
                <a:lnTo>
                  <a:pt x="3967" y="563"/>
                </a:lnTo>
                <a:lnTo>
                  <a:pt x="3967" y="574"/>
                </a:lnTo>
                <a:moveTo>
                  <a:pt x="3874" y="574"/>
                </a:moveTo>
                <a:lnTo>
                  <a:pt x="3815" y="574"/>
                </a:lnTo>
                <a:lnTo>
                  <a:pt x="3815" y="563"/>
                </a:lnTo>
                <a:lnTo>
                  <a:pt x="3874" y="563"/>
                </a:lnTo>
                <a:lnTo>
                  <a:pt x="3874" y="574"/>
                </a:lnTo>
                <a:moveTo>
                  <a:pt x="3780" y="574"/>
                </a:moveTo>
                <a:lnTo>
                  <a:pt x="3721" y="574"/>
                </a:lnTo>
                <a:lnTo>
                  <a:pt x="3721" y="563"/>
                </a:lnTo>
                <a:lnTo>
                  <a:pt x="3780" y="563"/>
                </a:lnTo>
                <a:lnTo>
                  <a:pt x="3780" y="574"/>
                </a:lnTo>
                <a:moveTo>
                  <a:pt x="3686" y="574"/>
                </a:moveTo>
                <a:lnTo>
                  <a:pt x="3628" y="574"/>
                </a:lnTo>
                <a:lnTo>
                  <a:pt x="3628" y="563"/>
                </a:lnTo>
                <a:lnTo>
                  <a:pt x="3686" y="563"/>
                </a:lnTo>
                <a:lnTo>
                  <a:pt x="3686" y="574"/>
                </a:lnTo>
                <a:moveTo>
                  <a:pt x="3592" y="574"/>
                </a:moveTo>
                <a:lnTo>
                  <a:pt x="3534" y="574"/>
                </a:lnTo>
                <a:lnTo>
                  <a:pt x="3534" y="563"/>
                </a:lnTo>
                <a:lnTo>
                  <a:pt x="3592" y="563"/>
                </a:lnTo>
                <a:lnTo>
                  <a:pt x="3592" y="574"/>
                </a:lnTo>
                <a:moveTo>
                  <a:pt x="3499" y="574"/>
                </a:moveTo>
                <a:lnTo>
                  <a:pt x="3440" y="574"/>
                </a:lnTo>
                <a:lnTo>
                  <a:pt x="3440" y="563"/>
                </a:lnTo>
                <a:lnTo>
                  <a:pt x="3499" y="563"/>
                </a:lnTo>
                <a:lnTo>
                  <a:pt x="3499" y="574"/>
                </a:lnTo>
                <a:moveTo>
                  <a:pt x="3405" y="574"/>
                </a:moveTo>
                <a:lnTo>
                  <a:pt x="3346" y="574"/>
                </a:lnTo>
                <a:lnTo>
                  <a:pt x="3346" y="563"/>
                </a:lnTo>
                <a:lnTo>
                  <a:pt x="3405" y="563"/>
                </a:lnTo>
                <a:lnTo>
                  <a:pt x="3405" y="574"/>
                </a:lnTo>
                <a:moveTo>
                  <a:pt x="3311" y="574"/>
                </a:moveTo>
                <a:lnTo>
                  <a:pt x="3253" y="574"/>
                </a:lnTo>
                <a:lnTo>
                  <a:pt x="3253" y="563"/>
                </a:lnTo>
                <a:lnTo>
                  <a:pt x="3311" y="563"/>
                </a:lnTo>
                <a:lnTo>
                  <a:pt x="3311" y="574"/>
                </a:lnTo>
                <a:moveTo>
                  <a:pt x="3217" y="574"/>
                </a:moveTo>
                <a:lnTo>
                  <a:pt x="3159" y="574"/>
                </a:lnTo>
                <a:lnTo>
                  <a:pt x="3159" y="563"/>
                </a:lnTo>
                <a:lnTo>
                  <a:pt x="3217" y="563"/>
                </a:lnTo>
                <a:lnTo>
                  <a:pt x="3217" y="574"/>
                </a:lnTo>
                <a:moveTo>
                  <a:pt x="3124" y="574"/>
                </a:moveTo>
                <a:lnTo>
                  <a:pt x="3065" y="574"/>
                </a:lnTo>
                <a:lnTo>
                  <a:pt x="3065" y="563"/>
                </a:lnTo>
                <a:lnTo>
                  <a:pt x="3124" y="563"/>
                </a:lnTo>
                <a:lnTo>
                  <a:pt x="3124" y="574"/>
                </a:lnTo>
                <a:moveTo>
                  <a:pt x="3030" y="574"/>
                </a:moveTo>
                <a:lnTo>
                  <a:pt x="2971" y="574"/>
                </a:lnTo>
                <a:lnTo>
                  <a:pt x="2971" y="563"/>
                </a:lnTo>
                <a:lnTo>
                  <a:pt x="3030" y="563"/>
                </a:lnTo>
                <a:lnTo>
                  <a:pt x="3030" y="574"/>
                </a:lnTo>
                <a:moveTo>
                  <a:pt x="2936" y="574"/>
                </a:moveTo>
                <a:lnTo>
                  <a:pt x="2878" y="574"/>
                </a:lnTo>
                <a:lnTo>
                  <a:pt x="2878" y="563"/>
                </a:lnTo>
                <a:lnTo>
                  <a:pt x="2936" y="563"/>
                </a:lnTo>
                <a:lnTo>
                  <a:pt x="2936" y="574"/>
                </a:lnTo>
                <a:moveTo>
                  <a:pt x="2843" y="574"/>
                </a:moveTo>
                <a:lnTo>
                  <a:pt x="2784" y="574"/>
                </a:lnTo>
                <a:lnTo>
                  <a:pt x="2784" y="563"/>
                </a:lnTo>
                <a:lnTo>
                  <a:pt x="2843" y="563"/>
                </a:lnTo>
                <a:lnTo>
                  <a:pt x="2843" y="574"/>
                </a:lnTo>
                <a:moveTo>
                  <a:pt x="2749" y="574"/>
                </a:moveTo>
                <a:lnTo>
                  <a:pt x="2690" y="574"/>
                </a:lnTo>
                <a:lnTo>
                  <a:pt x="2690" y="563"/>
                </a:lnTo>
                <a:lnTo>
                  <a:pt x="2749" y="563"/>
                </a:lnTo>
                <a:lnTo>
                  <a:pt x="2749" y="574"/>
                </a:lnTo>
                <a:moveTo>
                  <a:pt x="2655" y="574"/>
                </a:moveTo>
                <a:lnTo>
                  <a:pt x="2596" y="574"/>
                </a:lnTo>
                <a:lnTo>
                  <a:pt x="2596" y="563"/>
                </a:lnTo>
                <a:lnTo>
                  <a:pt x="2655" y="563"/>
                </a:lnTo>
                <a:lnTo>
                  <a:pt x="2655" y="574"/>
                </a:lnTo>
                <a:moveTo>
                  <a:pt x="2561" y="574"/>
                </a:moveTo>
                <a:lnTo>
                  <a:pt x="2503" y="574"/>
                </a:lnTo>
                <a:lnTo>
                  <a:pt x="2503" y="563"/>
                </a:lnTo>
                <a:lnTo>
                  <a:pt x="2561" y="563"/>
                </a:lnTo>
                <a:lnTo>
                  <a:pt x="2561" y="574"/>
                </a:lnTo>
                <a:moveTo>
                  <a:pt x="2468" y="574"/>
                </a:moveTo>
                <a:lnTo>
                  <a:pt x="2409" y="574"/>
                </a:lnTo>
                <a:lnTo>
                  <a:pt x="2409" y="563"/>
                </a:lnTo>
                <a:lnTo>
                  <a:pt x="2468" y="563"/>
                </a:lnTo>
                <a:lnTo>
                  <a:pt x="2468" y="574"/>
                </a:lnTo>
                <a:moveTo>
                  <a:pt x="2374" y="574"/>
                </a:moveTo>
                <a:lnTo>
                  <a:pt x="2315" y="574"/>
                </a:lnTo>
                <a:lnTo>
                  <a:pt x="2315" y="563"/>
                </a:lnTo>
                <a:lnTo>
                  <a:pt x="2374" y="563"/>
                </a:lnTo>
                <a:lnTo>
                  <a:pt x="2374" y="574"/>
                </a:lnTo>
                <a:moveTo>
                  <a:pt x="2280" y="574"/>
                </a:moveTo>
                <a:lnTo>
                  <a:pt x="2221" y="574"/>
                </a:lnTo>
                <a:lnTo>
                  <a:pt x="2221" y="563"/>
                </a:lnTo>
                <a:lnTo>
                  <a:pt x="2280" y="563"/>
                </a:lnTo>
                <a:lnTo>
                  <a:pt x="2280" y="574"/>
                </a:lnTo>
                <a:moveTo>
                  <a:pt x="2186" y="574"/>
                </a:moveTo>
                <a:lnTo>
                  <a:pt x="2128" y="574"/>
                </a:lnTo>
                <a:lnTo>
                  <a:pt x="2128" y="563"/>
                </a:lnTo>
                <a:lnTo>
                  <a:pt x="2186" y="563"/>
                </a:lnTo>
                <a:lnTo>
                  <a:pt x="2186" y="574"/>
                </a:lnTo>
                <a:moveTo>
                  <a:pt x="2093" y="574"/>
                </a:moveTo>
                <a:lnTo>
                  <a:pt x="2034" y="574"/>
                </a:lnTo>
                <a:lnTo>
                  <a:pt x="2034" y="563"/>
                </a:lnTo>
                <a:lnTo>
                  <a:pt x="2093" y="563"/>
                </a:lnTo>
                <a:lnTo>
                  <a:pt x="2093" y="574"/>
                </a:lnTo>
                <a:moveTo>
                  <a:pt x="1999" y="574"/>
                </a:moveTo>
                <a:lnTo>
                  <a:pt x="1940" y="574"/>
                </a:lnTo>
                <a:lnTo>
                  <a:pt x="1940" y="563"/>
                </a:lnTo>
                <a:lnTo>
                  <a:pt x="1999" y="563"/>
                </a:lnTo>
                <a:lnTo>
                  <a:pt x="1999" y="574"/>
                </a:lnTo>
                <a:moveTo>
                  <a:pt x="1905" y="574"/>
                </a:moveTo>
                <a:lnTo>
                  <a:pt x="1846" y="574"/>
                </a:lnTo>
                <a:lnTo>
                  <a:pt x="1846" y="563"/>
                </a:lnTo>
                <a:lnTo>
                  <a:pt x="1905" y="563"/>
                </a:lnTo>
                <a:lnTo>
                  <a:pt x="1905" y="574"/>
                </a:lnTo>
                <a:moveTo>
                  <a:pt x="1811" y="574"/>
                </a:moveTo>
                <a:lnTo>
                  <a:pt x="1753" y="574"/>
                </a:lnTo>
                <a:lnTo>
                  <a:pt x="1753" y="563"/>
                </a:lnTo>
                <a:lnTo>
                  <a:pt x="1811" y="563"/>
                </a:lnTo>
                <a:lnTo>
                  <a:pt x="1811" y="574"/>
                </a:lnTo>
                <a:moveTo>
                  <a:pt x="1718" y="574"/>
                </a:moveTo>
                <a:lnTo>
                  <a:pt x="1659" y="574"/>
                </a:lnTo>
                <a:lnTo>
                  <a:pt x="1659" y="563"/>
                </a:lnTo>
                <a:lnTo>
                  <a:pt x="1718" y="563"/>
                </a:lnTo>
                <a:lnTo>
                  <a:pt x="1718" y="574"/>
                </a:lnTo>
                <a:moveTo>
                  <a:pt x="1624" y="574"/>
                </a:moveTo>
                <a:lnTo>
                  <a:pt x="1565" y="574"/>
                </a:lnTo>
                <a:lnTo>
                  <a:pt x="1565" y="563"/>
                </a:lnTo>
                <a:lnTo>
                  <a:pt x="1624" y="563"/>
                </a:lnTo>
                <a:lnTo>
                  <a:pt x="1624" y="574"/>
                </a:lnTo>
                <a:moveTo>
                  <a:pt x="1530" y="574"/>
                </a:moveTo>
                <a:lnTo>
                  <a:pt x="1471" y="574"/>
                </a:lnTo>
                <a:lnTo>
                  <a:pt x="1471" y="563"/>
                </a:lnTo>
                <a:lnTo>
                  <a:pt x="1530" y="563"/>
                </a:lnTo>
                <a:lnTo>
                  <a:pt x="1530" y="574"/>
                </a:lnTo>
                <a:moveTo>
                  <a:pt x="1436" y="574"/>
                </a:moveTo>
                <a:lnTo>
                  <a:pt x="1378" y="574"/>
                </a:lnTo>
                <a:lnTo>
                  <a:pt x="1378" y="563"/>
                </a:lnTo>
                <a:lnTo>
                  <a:pt x="1436" y="563"/>
                </a:lnTo>
                <a:lnTo>
                  <a:pt x="1436" y="574"/>
                </a:lnTo>
                <a:moveTo>
                  <a:pt x="1343" y="574"/>
                </a:moveTo>
                <a:lnTo>
                  <a:pt x="1284" y="574"/>
                </a:lnTo>
                <a:lnTo>
                  <a:pt x="1284" y="563"/>
                </a:lnTo>
                <a:lnTo>
                  <a:pt x="1343" y="563"/>
                </a:lnTo>
                <a:lnTo>
                  <a:pt x="1343" y="574"/>
                </a:lnTo>
                <a:moveTo>
                  <a:pt x="1249" y="574"/>
                </a:moveTo>
                <a:lnTo>
                  <a:pt x="1190" y="574"/>
                </a:lnTo>
                <a:lnTo>
                  <a:pt x="1190" y="563"/>
                </a:lnTo>
                <a:lnTo>
                  <a:pt x="1249" y="563"/>
                </a:lnTo>
                <a:lnTo>
                  <a:pt x="1249" y="574"/>
                </a:lnTo>
                <a:moveTo>
                  <a:pt x="1155" y="574"/>
                </a:moveTo>
                <a:lnTo>
                  <a:pt x="1097" y="574"/>
                </a:lnTo>
                <a:lnTo>
                  <a:pt x="1097" y="563"/>
                </a:lnTo>
                <a:lnTo>
                  <a:pt x="1155" y="563"/>
                </a:lnTo>
                <a:lnTo>
                  <a:pt x="1155" y="574"/>
                </a:lnTo>
                <a:moveTo>
                  <a:pt x="1061" y="574"/>
                </a:moveTo>
                <a:lnTo>
                  <a:pt x="1003" y="574"/>
                </a:lnTo>
                <a:lnTo>
                  <a:pt x="1003" y="563"/>
                </a:lnTo>
                <a:lnTo>
                  <a:pt x="1061" y="563"/>
                </a:lnTo>
                <a:lnTo>
                  <a:pt x="1061" y="574"/>
                </a:lnTo>
                <a:moveTo>
                  <a:pt x="968" y="574"/>
                </a:moveTo>
                <a:lnTo>
                  <a:pt x="909" y="574"/>
                </a:lnTo>
                <a:lnTo>
                  <a:pt x="909" y="563"/>
                </a:lnTo>
                <a:lnTo>
                  <a:pt x="968" y="563"/>
                </a:lnTo>
                <a:lnTo>
                  <a:pt x="968" y="574"/>
                </a:lnTo>
                <a:moveTo>
                  <a:pt x="874" y="574"/>
                </a:moveTo>
                <a:lnTo>
                  <a:pt x="815" y="574"/>
                </a:lnTo>
                <a:lnTo>
                  <a:pt x="815" y="563"/>
                </a:lnTo>
                <a:lnTo>
                  <a:pt x="874" y="563"/>
                </a:lnTo>
                <a:lnTo>
                  <a:pt x="874" y="574"/>
                </a:lnTo>
                <a:moveTo>
                  <a:pt x="780" y="574"/>
                </a:moveTo>
                <a:lnTo>
                  <a:pt x="722" y="574"/>
                </a:lnTo>
                <a:lnTo>
                  <a:pt x="722" y="563"/>
                </a:lnTo>
                <a:lnTo>
                  <a:pt x="780" y="563"/>
                </a:lnTo>
                <a:lnTo>
                  <a:pt x="780" y="574"/>
                </a:lnTo>
                <a:moveTo>
                  <a:pt x="686" y="574"/>
                </a:moveTo>
                <a:lnTo>
                  <a:pt x="628" y="574"/>
                </a:lnTo>
                <a:lnTo>
                  <a:pt x="628" y="563"/>
                </a:lnTo>
                <a:lnTo>
                  <a:pt x="686" y="563"/>
                </a:lnTo>
                <a:lnTo>
                  <a:pt x="686" y="574"/>
                </a:lnTo>
                <a:moveTo>
                  <a:pt x="593" y="574"/>
                </a:moveTo>
                <a:lnTo>
                  <a:pt x="534" y="574"/>
                </a:lnTo>
                <a:lnTo>
                  <a:pt x="534" y="563"/>
                </a:lnTo>
                <a:lnTo>
                  <a:pt x="593" y="563"/>
                </a:lnTo>
                <a:lnTo>
                  <a:pt x="593" y="574"/>
                </a:lnTo>
                <a:moveTo>
                  <a:pt x="499" y="574"/>
                </a:moveTo>
                <a:lnTo>
                  <a:pt x="440" y="574"/>
                </a:lnTo>
                <a:lnTo>
                  <a:pt x="440" y="563"/>
                </a:lnTo>
                <a:lnTo>
                  <a:pt x="499" y="563"/>
                </a:lnTo>
                <a:lnTo>
                  <a:pt x="499" y="574"/>
                </a:lnTo>
                <a:moveTo>
                  <a:pt x="405" y="574"/>
                </a:moveTo>
                <a:lnTo>
                  <a:pt x="346" y="574"/>
                </a:lnTo>
                <a:lnTo>
                  <a:pt x="346" y="563"/>
                </a:lnTo>
                <a:lnTo>
                  <a:pt x="405" y="563"/>
                </a:lnTo>
                <a:lnTo>
                  <a:pt x="405" y="574"/>
                </a:lnTo>
                <a:moveTo>
                  <a:pt x="310" y="574"/>
                </a:moveTo>
                <a:lnTo>
                  <a:pt x="252" y="574"/>
                </a:lnTo>
                <a:lnTo>
                  <a:pt x="252" y="563"/>
                </a:lnTo>
                <a:lnTo>
                  <a:pt x="310" y="563"/>
                </a:lnTo>
                <a:lnTo>
                  <a:pt x="310" y="574"/>
                </a:lnTo>
                <a:moveTo>
                  <a:pt x="217" y="574"/>
                </a:moveTo>
                <a:lnTo>
                  <a:pt x="158" y="574"/>
                </a:lnTo>
                <a:lnTo>
                  <a:pt x="158" y="563"/>
                </a:lnTo>
                <a:lnTo>
                  <a:pt x="217" y="563"/>
                </a:lnTo>
                <a:lnTo>
                  <a:pt x="217" y="574"/>
                </a:lnTo>
                <a:moveTo>
                  <a:pt x="123" y="574"/>
                </a:moveTo>
                <a:lnTo>
                  <a:pt x="64" y="574"/>
                </a:lnTo>
                <a:lnTo>
                  <a:pt x="64" y="563"/>
                </a:lnTo>
                <a:lnTo>
                  <a:pt x="123" y="563"/>
                </a:lnTo>
                <a:lnTo>
                  <a:pt x="123" y="574"/>
                </a:lnTo>
                <a:moveTo>
                  <a:pt x="29" y="574"/>
                </a:moveTo>
                <a:lnTo>
                  <a:pt x="0" y="574"/>
                </a:lnTo>
                <a:lnTo>
                  <a:pt x="0" y="533"/>
                </a:lnTo>
                <a:lnTo>
                  <a:pt x="12" y="533"/>
                </a:lnTo>
                <a:lnTo>
                  <a:pt x="12" y="569"/>
                </a:lnTo>
                <a:lnTo>
                  <a:pt x="6" y="569"/>
                </a:lnTo>
                <a:lnTo>
                  <a:pt x="6" y="563"/>
                </a:lnTo>
                <a:lnTo>
                  <a:pt x="29" y="563"/>
                </a:lnTo>
                <a:lnTo>
                  <a:pt x="29" y="574"/>
                </a:lnTo>
                <a:moveTo>
                  <a:pt x="0" y="497"/>
                </a:moveTo>
                <a:lnTo>
                  <a:pt x="0" y="439"/>
                </a:lnTo>
                <a:lnTo>
                  <a:pt x="12" y="439"/>
                </a:lnTo>
                <a:lnTo>
                  <a:pt x="12" y="497"/>
                </a:lnTo>
                <a:lnTo>
                  <a:pt x="0" y="497"/>
                </a:lnTo>
                <a:moveTo>
                  <a:pt x="0" y="404"/>
                </a:moveTo>
                <a:lnTo>
                  <a:pt x="0" y="345"/>
                </a:lnTo>
                <a:lnTo>
                  <a:pt x="12" y="345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4"/>
                </a:lnTo>
                <a:lnTo>
                  <a:pt x="12" y="64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521600" y="201780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4521600" y="203256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754000" y="1768680"/>
            <a:ext cx="2419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2754000" y="2013120"/>
            <a:ext cx="268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2711880" y="2304000"/>
            <a:ext cx="3185280" cy="273960"/>
          </a:xfrm>
          <a:custGeom>
            <a:avLst/>
            <a:gdLst/>
            <a:ahLst/>
            <a:rect l="0" t="0" r="r" b="b"/>
            <a:pathLst>
              <a:path w="8848" h="761">
                <a:moveTo>
                  <a:pt x="0" y="0"/>
                </a:moveTo>
                <a:lnTo>
                  <a:pt x="8848" y="0"/>
                </a:lnTo>
                <a:lnTo>
                  <a:pt x="8848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2709720" y="2301840"/>
            <a:ext cx="3189600" cy="278280"/>
          </a:xfrm>
          <a:custGeom>
            <a:avLst/>
            <a:gdLst/>
            <a:ahLst/>
            <a:rect l="0" t="0" r="r" b="b"/>
            <a:pathLst>
              <a:path w="8860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3" y="0"/>
                </a:lnTo>
                <a:lnTo>
                  <a:pt x="5033" y="12"/>
                </a:lnTo>
                <a:lnTo>
                  <a:pt x="4974" y="12"/>
                </a:lnTo>
                <a:lnTo>
                  <a:pt x="4974" y="0"/>
                </a:lnTo>
                <a:moveTo>
                  <a:pt x="5068" y="0"/>
                </a:moveTo>
                <a:lnTo>
                  <a:pt x="5127" y="0"/>
                </a:lnTo>
                <a:lnTo>
                  <a:pt x="5127" y="12"/>
                </a:lnTo>
                <a:lnTo>
                  <a:pt x="5068" y="12"/>
                </a:lnTo>
                <a:lnTo>
                  <a:pt x="5068" y="0"/>
                </a:lnTo>
                <a:moveTo>
                  <a:pt x="5162" y="0"/>
                </a:moveTo>
                <a:lnTo>
                  <a:pt x="5220" y="0"/>
                </a:lnTo>
                <a:lnTo>
                  <a:pt x="5220" y="12"/>
                </a:lnTo>
                <a:lnTo>
                  <a:pt x="5162" y="12"/>
                </a:lnTo>
                <a:lnTo>
                  <a:pt x="5162" y="0"/>
                </a:lnTo>
                <a:moveTo>
                  <a:pt x="5255" y="0"/>
                </a:moveTo>
                <a:lnTo>
                  <a:pt x="5314" y="0"/>
                </a:lnTo>
                <a:lnTo>
                  <a:pt x="5314" y="12"/>
                </a:lnTo>
                <a:lnTo>
                  <a:pt x="5255" y="12"/>
                </a:lnTo>
                <a:lnTo>
                  <a:pt x="5255" y="0"/>
                </a:lnTo>
                <a:moveTo>
                  <a:pt x="5349" y="0"/>
                </a:moveTo>
                <a:lnTo>
                  <a:pt x="5408" y="0"/>
                </a:lnTo>
                <a:lnTo>
                  <a:pt x="5408" y="12"/>
                </a:lnTo>
                <a:lnTo>
                  <a:pt x="5349" y="12"/>
                </a:lnTo>
                <a:lnTo>
                  <a:pt x="5349" y="0"/>
                </a:lnTo>
                <a:moveTo>
                  <a:pt x="5443" y="0"/>
                </a:moveTo>
                <a:lnTo>
                  <a:pt x="5502" y="0"/>
                </a:lnTo>
                <a:lnTo>
                  <a:pt x="5502" y="12"/>
                </a:lnTo>
                <a:lnTo>
                  <a:pt x="5443" y="12"/>
                </a:lnTo>
                <a:lnTo>
                  <a:pt x="5443" y="0"/>
                </a:lnTo>
                <a:moveTo>
                  <a:pt x="5537" y="0"/>
                </a:moveTo>
                <a:lnTo>
                  <a:pt x="5595" y="0"/>
                </a:lnTo>
                <a:lnTo>
                  <a:pt x="5595" y="12"/>
                </a:lnTo>
                <a:lnTo>
                  <a:pt x="5537" y="12"/>
                </a:lnTo>
                <a:lnTo>
                  <a:pt x="5537" y="0"/>
                </a:lnTo>
                <a:moveTo>
                  <a:pt x="5630" y="0"/>
                </a:moveTo>
                <a:lnTo>
                  <a:pt x="5689" y="0"/>
                </a:lnTo>
                <a:lnTo>
                  <a:pt x="5689" y="12"/>
                </a:lnTo>
                <a:lnTo>
                  <a:pt x="5630" y="12"/>
                </a:lnTo>
                <a:lnTo>
                  <a:pt x="5630" y="0"/>
                </a:lnTo>
                <a:moveTo>
                  <a:pt x="5724" y="0"/>
                </a:moveTo>
                <a:lnTo>
                  <a:pt x="5784" y="0"/>
                </a:lnTo>
                <a:lnTo>
                  <a:pt x="5784" y="12"/>
                </a:lnTo>
                <a:lnTo>
                  <a:pt x="5724" y="12"/>
                </a:lnTo>
                <a:lnTo>
                  <a:pt x="5724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0" y="0"/>
                </a:moveTo>
                <a:lnTo>
                  <a:pt x="8409" y="0"/>
                </a:lnTo>
                <a:lnTo>
                  <a:pt x="8409" y="12"/>
                </a:lnTo>
                <a:lnTo>
                  <a:pt x="8350" y="12"/>
                </a:lnTo>
                <a:lnTo>
                  <a:pt x="8350" y="0"/>
                </a:lnTo>
                <a:moveTo>
                  <a:pt x="8444" y="0"/>
                </a:moveTo>
                <a:lnTo>
                  <a:pt x="8502" y="0"/>
                </a:lnTo>
                <a:lnTo>
                  <a:pt x="8502" y="12"/>
                </a:lnTo>
                <a:lnTo>
                  <a:pt x="8444" y="12"/>
                </a:lnTo>
                <a:lnTo>
                  <a:pt x="8444" y="0"/>
                </a:lnTo>
                <a:moveTo>
                  <a:pt x="8538" y="0"/>
                </a:moveTo>
                <a:lnTo>
                  <a:pt x="8596" y="0"/>
                </a:lnTo>
                <a:lnTo>
                  <a:pt x="8596" y="12"/>
                </a:lnTo>
                <a:lnTo>
                  <a:pt x="8538" y="12"/>
                </a:lnTo>
                <a:lnTo>
                  <a:pt x="8538" y="0"/>
                </a:lnTo>
                <a:moveTo>
                  <a:pt x="8631" y="0"/>
                </a:moveTo>
                <a:lnTo>
                  <a:pt x="8690" y="0"/>
                </a:lnTo>
                <a:lnTo>
                  <a:pt x="8690" y="12"/>
                </a:lnTo>
                <a:lnTo>
                  <a:pt x="8631" y="12"/>
                </a:lnTo>
                <a:lnTo>
                  <a:pt x="8631" y="0"/>
                </a:lnTo>
                <a:moveTo>
                  <a:pt x="8725" y="0"/>
                </a:moveTo>
                <a:lnTo>
                  <a:pt x="8784" y="0"/>
                </a:lnTo>
                <a:lnTo>
                  <a:pt x="8784" y="12"/>
                </a:lnTo>
                <a:lnTo>
                  <a:pt x="8725" y="12"/>
                </a:lnTo>
                <a:lnTo>
                  <a:pt x="8725" y="0"/>
                </a:lnTo>
                <a:moveTo>
                  <a:pt x="8819" y="0"/>
                </a:moveTo>
                <a:lnTo>
                  <a:pt x="8860" y="0"/>
                </a:lnTo>
                <a:lnTo>
                  <a:pt x="8860" y="29"/>
                </a:lnTo>
                <a:lnTo>
                  <a:pt x="8848" y="29"/>
                </a:lnTo>
                <a:lnTo>
                  <a:pt x="8848" y="6"/>
                </a:lnTo>
                <a:lnTo>
                  <a:pt x="8854" y="6"/>
                </a:lnTo>
                <a:lnTo>
                  <a:pt x="8854" y="12"/>
                </a:lnTo>
                <a:lnTo>
                  <a:pt x="8819" y="12"/>
                </a:lnTo>
                <a:lnTo>
                  <a:pt x="8819" y="0"/>
                </a:lnTo>
                <a:moveTo>
                  <a:pt x="8860" y="65"/>
                </a:moveTo>
                <a:lnTo>
                  <a:pt x="8860" y="123"/>
                </a:lnTo>
                <a:lnTo>
                  <a:pt x="8848" y="123"/>
                </a:lnTo>
                <a:lnTo>
                  <a:pt x="8848" y="65"/>
                </a:lnTo>
                <a:lnTo>
                  <a:pt x="8860" y="65"/>
                </a:lnTo>
                <a:moveTo>
                  <a:pt x="8860" y="158"/>
                </a:moveTo>
                <a:lnTo>
                  <a:pt x="8860" y="218"/>
                </a:lnTo>
                <a:lnTo>
                  <a:pt x="8848" y="218"/>
                </a:lnTo>
                <a:lnTo>
                  <a:pt x="8848" y="158"/>
                </a:lnTo>
                <a:lnTo>
                  <a:pt x="8860" y="158"/>
                </a:lnTo>
                <a:moveTo>
                  <a:pt x="8860" y="253"/>
                </a:moveTo>
                <a:lnTo>
                  <a:pt x="8860" y="311"/>
                </a:lnTo>
                <a:lnTo>
                  <a:pt x="8848" y="311"/>
                </a:lnTo>
                <a:lnTo>
                  <a:pt x="8848" y="253"/>
                </a:lnTo>
                <a:lnTo>
                  <a:pt x="8860" y="253"/>
                </a:lnTo>
                <a:moveTo>
                  <a:pt x="8860" y="346"/>
                </a:moveTo>
                <a:lnTo>
                  <a:pt x="8860" y="405"/>
                </a:lnTo>
                <a:lnTo>
                  <a:pt x="8848" y="405"/>
                </a:lnTo>
                <a:lnTo>
                  <a:pt x="8848" y="346"/>
                </a:lnTo>
                <a:lnTo>
                  <a:pt x="8860" y="346"/>
                </a:lnTo>
                <a:moveTo>
                  <a:pt x="8860" y="440"/>
                </a:moveTo>
                <a:lnTo>
                  <a:pt x="8860" y="498"/>
                </a:lnTo>
                <a:lnTo>
                  <a:pt x="8848" y="498"/>
                </a:lnTo>
                <a:lnTo>
                  <a:pt x="8848" y="440"/>
                </a:lnTo>
                <a:lnTo>
                  <a:pt x="8860" y="440"/>
                </a:lnTo>
                <a:moveTo>
                  <a:pt x="8860" y="534"/>
                </a:moveTo>
                <a:lnTo>
                  <a:pt x="8860" y="592"/>
                </a:lnTo>
                <a:lnTo>
                  <a:pt x="8848" y="592"/>
                </a:lnTo>
                <a:lnTo>
                  <a:pt x="8848" y="534"/>
                </a:lnTo>
                <a:lnTo>
                  <a:pt x="8860" y="534"/>
                </a:lnTo>
                <a:moveTo>
                  <a:pt x="8860" y="627"/>
                </a:moveTo>
                <a:lnTo>
                  <a:pt x="8860" y="686"/>
                </a:lnTo>
                <a:lnTo>
                  <a:pt x="8848" y="686"/>
                </a:lnTo>
                <a:lnTo>
                  <a:pt x="8848" y="627"/>
                </a:lnTo>
                <a:lnTo>
                  <a:pt x="8860" y="627"/>
                </a:lnTo>
                <a:moveTo>
                  <a:pt x="8860" y="721"/>
                </a:moveTo>
                <a:lnTo>
                  <a:pt x="8860" y="773"/>
                </a:lnTo>
                <a:lnTo>
                  <a:pt x="8842" y="773"/>
                </a:lnTo>
                <a:lnTo>
                  <a:pt x="8842" y="762"/>
                </a:lnTo>
                <a:lnTo>
                  <a:pt x="8854" y="762"/>
                </a:lnTo>
                <a:lnTo>
                  <a:pt x="8854" y="767"/>
                </a:lnTo>
                <a:lnTo>
                  <a:pt x="8848" y="767"/>
                </a:lnTo>
                <a:lnTo>
                  <a:pt x="8848" y="721"/>
                </a:lnTo>
                <a:lnTo>
                  <a:pt x="8860" y="721"/>
                </a:lnTo>
                <a:moveTo>
                  <a:pt x="8807" y="773"/>
                </a:moveTo>
                <a:lnTo>
                  <a:pt x="8748" y="773"/>
                </a:lnTo>
                <a:lnTo>
                  <a:pt x="8748" y="762"/>
                </a:lnTo>
                <a:lnTo>
                  <a:pt x="8807" y="762"/>
                </a:lnTo>
                <a:lnTo>
                  <a:pt x="8807" y="773"/>
                </a:lnTo>
                <a:moveTo>
                  <a:pt x="8713" y="773"/>
                </a:moveTo>
                <a:lnTo>
                  <a:pt x="8655" y="773"/>
                </a:lnTo>
                <a:lnTo>
                  <a:pt x="8655" y="762"/>
                </a:lnTo>
                <a:lnTo>
                  <a:pt x="8713" y="762"/>
                </a:lnTo>
                <a:lnTo>
                  <a:pt x="8713" y="773"/>
                </a:lnTo>
                <a:moveTo>
                  <a:pt x="8620" y="773"/>
                </a:moveTo>
                <a:lnTo>
                  <a:pt x="8561" y="773"/>
                </a:lnTo>
                <a:lnTo>
                  <a:pt x="8561" y="762"/>
                </a:lnTo>
                <a:lnTo>
                  <a:pt x="8620" y="762"/>
                </a:lnTo>
                <a:lnTo>
                  <a:pt x="8620" y="773"/>
                </a:lnTo>
                <a:moveTo>
                  <a:pt x="8526" y="773"/>
                </a:moveTo>
                <a:lnTo>
                  <a:pt x="8467" y="773"/>
                </a:lnTo>
                <a:lnTo>
                  <a:pt x="8467" y="762"/>
                </a:lnTo>
                <a:lnTo>
                  <a:pt x="8526" y="762"/>
                </a:lnTo>
                <a:lnTo>
                  <a:pt x="8526" y="773"/>
                </a:lnTo>
                <a:moveTo>
                  <a:pt x="8432" y="773"/>
                </a:moveTo>
                <a:lnTo>
                  <a:pt x="8373" y="773"/>
                </a:lnTo>
                <a:lnTo>
                  <a:pt x="8373" y="762"/>
                </a:lnTo>
                <a:lnTo>
                  <a:pt x="8432" y="762"/>
                </a:lnTo>
                <a:lnTo>
                  <a:pt x="8432" y="773"/>
                </a:lnTo>
                <a:moveTo>
                  <a:pt x="8338" y="773"/>
                </a:moveTo>
                <a:lnTo>
                  <a:pt x="8280" y="773"/>
                </a:lnTo>
                <a:lnTo>
                  <a:pt x="8280" y="762"/>
                </a:lnTo>
                <a:lnTo>
                  <a:pt x="8338" y="762"/>
                </a:lnTo>
                <a:lnTo>
                  <a:pt x="8338" y="773"/>
                </a:lnTo>
                <a:moveTo>
                  <a:pt x="8245" y="773"/>
                </a:moveTo>
                <a:lnTo>
                  <a:pt x="8186" y="773"/>
                </a:lnTo>
                <a:lnTo>
                  <a:pt x="8186" y="762"/>
                </a:lnTo>
                <a:lnTo>
                  <a:pt x="8245" y="762"/>
                </a:lnTo>
                <a:lnTo>
                  <a:pt x="8245" y="773"/>
                </a:lnTo>
                <a:moveTo>
                  <a:pt x="8151" y="773"/>
                </a:moveTo>
                <a:lnTo>
                  <a:pt x="8092" y="773"/>
                </a:lnTo>
                <a:lnTo>
                  <a:pt x="8092" y="762"/>
                </a:lnTo>
                <a:lnTo>
                  <a:pt x="8151" y="762"/>
                </a:lnTo>
                <a:lnTo>
                  <a:pt x="8151" y="773"/>
                </a:lnTo>
                <a:moveTo>
                  <a:pt x="8057" y="773"/>
                </a:moveTo>
                <a:lnTo>
                  <a:pt x="7998" y="773"/>
                </a:lnTo>
                <a:lnTo>
                  <a:pt x="7998" y="762"/>
                </a:lnTo>
                <a:lnTo>
                  <a:pt x="8057" y="762"/>
                </a:lnTo>
                <a:lnTo>
                  <a:pt x="8057" y="773"/>
                </a:lnTo>
                <a:moveTo>
                  <a:pt x="7963" y="773"/>
                </a:moveTo>
                <a:lnTo>
                  <a:pt x="7905" y="773"/>
                </a:lnTo>
                <a:lnTo>
                  <a:pt x="7905" y="762"/>
                </a:lnTo>
                <a:lnTo>
                  <a:pt x="7963" y="762"/>
                </a:lnTo>
                <a:lnTo>
                  <a:pt x="7963" y="773"/>
                </a:lnTo>
                <a:moveTo>
                  <a:pt x="7870" y="773"/>
                </a:moveTo>
                <a:lnTo>
                  <a:pt x="7811" y="773"/>
                </a:lnTo>
                <a:lnTo>
                  <a:pt x="7811" y="762"/>
                </a:lnTo>
                <a:lnTo>
                  <a:pt x="7870" y="762"/>
                </a:lnTo>
                <a:lnTo>
                  <a:pt x="7870" y="773"/>
                </a:lnTo>
                <a:moveTo>
                  <a:pt x="7776" y="773"/>
                </a:moveTo>
                <a:lnTo>
                  <a:pt x="7717" y="773"/>
                </a:lnTo>
                <a:lnTo>
                  <a:pt x="7717" y="762"/>
                </a:lnTo>
                <a:lnTo>
                  <a:pt x="7776" y="762"/>
                </a:lnTo>
                <a:lnTo>
                  <a:pt x="7776" y="773"/>
                </a:lnTo>
                <a:moveTo>
                  <a:pt x="7682" y="773"/>
                </a:moveTo>
                <a:lnTo>
                  <a:pt x="7624" y="773"/>
                </a:lnTo>
                <a:lnTo>
                  <a:pt x="7624" y="762"/>
                </a:lnTo>
                <a:lnTo>
                  <a:pt x="7682" y="762"/>
                </a:lnTo>
                <a:lnTo>
                  <a:pt x="7682" y="773"/>
                </a:lnTo>
                <a:moveTo>
                  <a:pt x="7588" y="773"/>
                </a:moveTo>
                <a:lnTo>
                  <a:pt x="7530" y="773"/>
                </a:lnTo>
                <a:lnTo>
                  <a:pt x="7530" y="762"/>
                </a:lnTo>
                <a:lnTo>
                  <a:pt x="7588" y="762"/>
                </a:lnTo>
                <a:lnTo>
                  <a:pt x="7588" y="773"/>
                </a:lnTo>
                <a:moveTo>
                  <a:pt x="7495" y="773"/>
                </a:moveTo>
                <a:lnTo>
                  <a:pt x="7436" y="773"/>
                </a:lnTo>
                <a:lnTo>
                  <a:pt x="7436" y="762"/>
                </a:lnTo>
                <a:lnTo>
                  <a:pt x="7495" y="762"/>
                </a:lnTo>
                <a:lnTo>
                  <a:pt x="7495" y="773"/>
                </a:lnTo>
                <a:moveTo>
                  <a:pt x="7401" y="773"/>
                </a:moveTo>
                <a:lnTo>
                  <a:pt x="7342" y="773"/>
                </a:lnTo>
                <a:lnTo>
                  <a:pt x="7342" y="762"/>
                </a:lnTo>
                <a:lnTo>
                  <a:pt x="7401" y="762"/>
                </a:lnTo>
                <a:lnTo>
                  <a:pt x="7401" y="773"/>
                </a:lnTo>
                <a:moveTo>
                  <a:pt x="7307" y="773"/>
                </a:moveTo>
                <a:lnTo>
                  <a:pt x="7249" y="773"/>
                </a:lnTo>
                <a:lnTo>
                  <a:pt x="7249" y="762"/>
                </a:lnTo>
                <a:lnTo>
                  <a:pt x="7307" y="762"/>
                </a:lnTo>
                <a:lnTo>
                  <a:pt x="7307" y="773"/>
                </a:lnTo>
                <a:moveTo>
                  <a:pt x="7213" y="773"/>
                </a:moveTo>
                <a:lnTo>
                  <a:pt x="7155" y="773"/>
                </a:lnTo>
                <a:lnTo>
                  <a:pt x="7155" y="762"/>
                </a:lnTo>
                <a:lnTo>
                  <a:pt x="7213" y="762"/>
                </a:lnTo>
                <a:lnTo>
                  <a:pt x="7213" y="773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2"/>
                </a:lnTo>
                <a:lnTo>
                  <a:pt x="7120" y="762"/>
                </a:lnTo>
                <a:lnTo>
                  <a:pt x="7120" y="773"/>
                </a:lnTo>
                <a:moveTo>
                  <a:pt x="7026" y="773"/>
                </a:moveTo>
                <a:lnTo>
                  <a:pt x="6967" y="773"/>
                </a:lnTo>
                <a:lnTo>
                  <a:pt x="6967" y="762"/>
                </a:lnTo>
                <a:lnTo>
                  <a:pt x="7026" y="762"/>
                </a:lnTo>
                <a:lnTo>
                  <a:pt x="7026" y="773"/>
                </a:lnTo>
                <a:moveTo>
                  <a:pt x="6932" y="773"/>
                </a:moveTo>
                <a:lnTo>
                  <a:pt x="6874" y="773"/>
                </a:lnTo>
                <a:lnTo>
                  <a:pt x="6874" y="762"/>
                </a:lnTo>
                <a:lnTo>
                  <a:pt x="6932" y="762"/>
                </a:lnTo>
                <a:lnTo>
                  <a:pt x="6932" y="773"/>
                </a:lnTo>
                <a:moveTo>
                  <a:pt x="6838" y="773"/>
                </a:moveTo>
                <a:lnTo>
                  <a:pt x="6780" y="773"/>
                </a:lnTo>
                <a:lnTo>
                  <a:pt x="6780" y="762"/>
                </a:lnTo>
                <a:lnTo>
                  <a:pt x="6838" y="762"/>
                </a:lnTo>
                <a:lnTo>
                  <a:pt x="6838" y="773"/>
                </a:lnTo>
                <a:moveTo>
                  <a:pt x="6745" y="773"/>
                </a:moveTo>
                <a:lnTo>
                  <a:pt x="6686" y="773"/>
                </a:lnTo>
                <a:lnTo>
                  <a:pt x="6686" y="762"/>
                </a:lnTo>
                <a:lnTo>
                  <a:pt x="6745" y="762"/>
                </a:lnTo>
                <a:lnTo>
                  <a:pt x="6745" y="773"/>
                </a:lnTo>
                <a:moveTo>
                  <a:pt x="6651" y="773"/>
                </a:moveTo>
                <a:lnTo>
                  <a:pt x="6592" y="773"/>
                </a:lnTo>
                <a:lnTo>
                  <a:pt x="6592" y="762"/>
                </a:lnTo>
                <a:lnTo>
                  <a:pt x="6651" y="762"/>
                </a:lnTo>
                <a:lnTo>
                  <a:pt x="6651" y="773"/>
                </a:lnTo>
                <a:moveTo>
                  <a:pt x="6557" y="773"/>
                </a:moveTo>
                <a:lnTo>
                  <a:pt x="6499" y="773"/>
                </a:lnTo>
                <a:lnTo>
                  <a:pt x="6499" y="762"/>
                </a:lnTo>
                <a:lnTo>
                  <a:pt x="6557" y="762"/>
                </a:lnTo>
                <a:lnTo>
                  <a:pt x="6557" y="773"/>
                </a:lnTo>
                <a:moveTo>
                  <a:pt x="6463" y="773"/>
                </a:moveTo>
                <a:lnTo>
                  <a:pt x="6405" y="773"/>
                </a:lnTo>
                <a:lnTo>
                  <a:pt x="6405" y="762"/>
                </a:lnTo>
                <a:lnTo>
                  <a:pt x="6463" y="762"/>
                </a:lnTo>
                <a:lnTo>
                  <a:pt x="6463" y="773"/>
                </a:lnTo>
                <a:moveTo>
                  <a:pt x="6370" y="773"/>
                </a:moveTo>
                <a:lnTo>
                  <a:pt x="6311" y="773"/>
                </a:lnTo>
                <a:lnTo>
                  <a:pt x="6311" y="762"/>
                </a:lnTo>
                <a:lnTo>
                  <a:pt x="6370" y="762"/>
                </a:lnTo>
                <a:lnTo>
                  <a:pt x="6370" y="773"/>
                </a:lnTo>
                <a:moveTo>
                  <a:pt x="6276" y="773"/>
                </a:moveTo>
                <a:lnTo>
                  <a:pt x="6217" y="773"/>
                </a:lnTo>
                <a:lnTo>
                  <a:pt x="6217" y="762"/>
                </a:lnTo>
                <a:lnTo>
                  <a:pt x="6276" y="762"/>
                </a:lnTo>
                <a:lnTo>
                  <a:pt x="6276" y="773"/>
                </a:lnTo>
                <a:moveTo>
                  <a:pt x="6182" y="773"/>
                </a:moveTo>
                <a:lnTo>
                  <a:pt x="6124" y="773"/>
                </a:lnTo>
                <a:lnTo>
                  <a:pt x="6124" y="762"/>
                </a:lnTo>
                <a:lnTo>
                  <a:pt x="6182" y="762"/>
                </a:lnTo>
                <a:lnTo>
                  <a:pt x="6182" y="773"/>
                </a:lnTo>
                <a:moveTo>
                  <a:pt x="6088" y="773"/>
                </a:moveTo>
                <a:lnTo>
                  <a:pt x="6030" y="773"/>
                </a:lnTo>
                <a:lnTo>
                  <a:pt x="6030" y="762"/>
                </a:lnTo>
                <a:lnTo>
                  <a:pt x="6088" y="762"/>
                </a:lnTo>
                <a:lnTo>
                  <a:pt x="6088" y="773"/>
                </a:lnTo>
                <a:moveTo>
                  <a:pt x="5995" y="773"/>
                </a:moveTo>
                <a:lnTo>
                  <a:pt x="5936" y="773"/>
                </a:lnTo>
                <a:lnTo>
                  <a:pt x="5936" y="762"/>
                </a:lnTo>
                <a:lnTo>
                  <a:pt x="5995" y="762"/>
                </a:lnTo>
                <a:lnTo>
                  <a:pt x="5995" y="773"/>
                </a:lnTo>
                <a:moveTo>
                  <a:pt x="5901" y="773"/>
                </a:moveTo>
                <a:lnTo>
                  <a:pt x="5842" y="773"/>
                </a:lnTo>
                <a:lnTo>
                  <a:pt x="5842" y="762"/>
                </a:lnTo>
                <a:lnTo>
                  <a:pt x="5901" y="762"/>
                </a:lnTo>
                <a:lnTo>
                  <a:pt x="5901" y="773"/>
                </a:lnTo>
                <a:moveTo>
                  <a:pt x="5807" y="773"/>
                </a:moveTo>
                <a:lnTo>
                  <a:pt x="5748" y="773"/>
                </a:lnTo>
                <a:lnTo>
                  <a:pt x="5748" y="762"/>
                </a:lnTo>
                <a:lnTo>
                  <a:pt x="5807" y="762"/>
                </a:lnTo>
                <a:lnTo>
                  <a:pt x="5807" y="773"/>
                </a:lnTo>
                <a:moveTo>
                  <a:pt x="5712" y="773"/>
                </a:moveTo>
                <a:lnTo>
                  <a:pt x="5654" y="773"/>
                </a:lnTo>
                <a:lnTo>
                  <a:pt x="5654" y="762"/>
                </a:lnTo>
                <a:lnTo>
                  <a:pt x="5712" y="762"/>
                </a:lnTo>
                <a:lnTo>
                  <a:pt x="5712" y="773"/>
                </a:lnTo>
                <a:moveTo>
                  <a:pt x="5619" y="773"/>
                </a:moveTo>
                <a:lnTo>
                  <a:pt x="5560" y="773"/>
                </a:lnTo>
                <a:lnTo>
                  <a:pt x="5560" y="762"/>
                </a:lnTo>
                <a:lnTo>
                  <a:pt x="5619" y="762"/>
                </a:lnTo>
                <a:lnTo>
                  <a:pt x="5619" y="773"/>
                </a:lnTo>
                <a:moveTo>
                  <a:pt x="5525" y="773"/>
                </a:moveTo>
                <a:lnTo>
                  <a:pt x="5466" y="773"/>
                </a:lnTo>
                <a:lnTo>
                  <a:pt x="5466" y="762"/>
                </a:lnTo>
                <a:lnTo>
                  <a:pt x="5525" y="762"/>
                </a:lnTo>
                <a:lnTo>
                  <a:pt x="5525" y="773"/>
                </a:lnTo>
                <a:moveTo>
                  <a:pt x="5431" y="773"/>
                </a:moveTo>
                <a:lnTo>
                  <a:pt x="5373" y="773"/>
                </a:lnTo>
                <a:lnTo>
                  <a:pt x="5373" y="762"/>
                </a:lnTo>
                <a:lnTo>
                  <a:pt x="5431" y="762"/>
                </a:lnTo>
                <a:lnTo>
                  <a:pt x="5431" y="773"/>
                </a:lnTo>
                <a:moveTo>
                  <a:pt x="5337" y="773"/>
                </a:moveTo>
                <a:lnTo>
                  <a:pt x="5279" y="773"/>
                </a:lnTo>
                <a:lnTo>
                  <a:pt x="5279" y="762"/>
                </a:lnTo>
                <a:lnTo>
                  <a:pt x="5337" y="762"/>
                </a:lnTo>
                <a:lnTo>
                  <a:pt x="5337" y="773"/>
                </a:lnTo>
                <a:moveTo>
                  <a:pt x="5244" y="773"/>
                </a:moveTo>
                <a:lnTo>
                  <a:pt x="5185" y="773"/>
                </a:lnTo>
                <a:lnTo>
                  <a:pt x="5185" y="762"/>
                </a:lnTo>
                <a:lnTo>
                  <a:pt x="5244" y="762"/>
                </a:lnTo>
                <a:lnTo>
                  <a:pt x="5244" y="773"/>
                </a:lnTo>
                <a:moveTo>
                  <a:pt x="5150" y="773"/>
                </a:moveTo>
                <a:lnTo>
                  <a:pt x="5091" y="773"/>
                </a:lnTo>
                <a:lnTo>
                  <a:pt x="5091" y="762"/>
                </a:lnTo>
                <a:lnTo>
                  <a:pt x="5150" y="762"/>
                </a:lnTo>
                <a:lnTo>
                  <a:pt x="5150" y="773"/>
                </a:lnTo>
                <a:moveTo>
                  <a:pt x="5056" y="773"/>
                </a:moveTo>
                <a:lnTo>
                  <a:pt x="4998" y="773"/>
                </a:lnTo>
                <a:lnTo>
                  <a:pt x="4998" y="762"/>
                </a:lnTo>
                <a:lnTo>
                  <a:pt x="5056" y="762"/>
                </a:lnTo>
                <a:lnTo>
                  <a:pt x="5056" y="773"/>
                </a:lnTo>
                <a:moveTo>
                  <a:pt x="4962" y="773"/>
                </a:moveTo>
                <a:lnTo>
                  <a:pt x="4904" y="773"/>
                </a:lnTo>
                <a:lnTo>
                  <a:pt x="4904" y="762"/>
                </a:lnTo>
                <a:lnTo>
                  <a:pt x="4962" y="762"/>
                </a:lnTo>
                <a:lnTo>
                  <a:pt x="4962" y="773"/>
                </a:lnTo>
                <a:moveTo>
                  <a:pt x="4869" y="773"/>
                </a:moveTo>
                <a:lnTo>
                  <a:pt x="4810" y="773"/>
                </a:lnTo>
                <a:lnTo>
                  <a:pt x="4810" y="762"/>
                </a:lnTo>
                <a:lnTo>
                  <a:pt x="4869" y="762"/>
                </a:lnTo>
                <a:lnTo>
                  <a:pt x="4869" y="773"/>
                </a:lnTo>
                <a:moveTo>
                  <a:pt x="4775" y="773"/>
                </a:moveTo>
                <a:lnTo>
                  <a:pt x="4716" y="773"/>
                </a:lnTo>
                <a:lnTo>
                  <a:pt x="4716" y="762"/>
                </a:lnTo>
                <a:lnTo>
                  <a:pt x="4775" y="762"/>
                </a:lnTo>
                <a:lnTo>
                  <a:pt x="4775" y="773"/>
                </a:lnTo>
                <a:moveTo>
                  <a:pt x="4681" y="773"/>
                </a:moveTo>
                <a:lnTo>
                  <a:pt x="4623" y="773"/>
                </a:lnTo>
                <a:lnTo>
                  <a:pt x="4623" y="762"/>
                </a:lnTo>
                <a:lnTo>
                  <a:pt x="4681" y="762"/>
                </a:lnTo>
                <a:lnTo>
                  <a:pt x="4681" y="773"/>
                </a:lnTo>
                <a:moveTo>
                  <a:pt x="4588" y="773"/>
                </a:moveTo>
                <a:lnTo>
                  <a:pt x="4529" y="773"/>
                </a:lnTo>
                <a:lnTo>
                  <a:pt x="4529" y="762"/>
                </a:lnTo>
                <a:lnTo>
                  <a:pt x="4588" y="762"/>
                </a:lnTo>
                <a:lnTo>
                  <a:pt x="4588" y="773"/>
                </a:lnTo>
                <a:moveTo>
                  <a:pt x="4494" y="773"/>
                </a:moveTo>
                <a:lnTo>
                  <a:pt x="4435" y="773"/>
                </a:lnTo>
                <a:lnTo>
                  <a:pt x="4435" y="762"/>
                </a:lnTo>
                <a:lnTo>
                  <a:pt x="4494" y="762"/>
                </a:lnTo>
                <a:lnTo>
                  <a:pt x="4494" y="773"/>
                </a:lnTo>
                <a:moveTo>
                  <a:pt x="4400" y="773"/>
                </a:moveTo>
                <a:lnTo>
                  <a:pt x="4341" y="773"/>
                </a:lnTo>
                <a:lnTo>
                  <a:pt x="4341" y="762"/>
                </a:lnTo>
                <a:lnTo>
                  <a:pt x="4400" y="762"/>
                </a:lnTo>
                <a:lnTo>
                  <a:pt x="4400" y="773"/>
                </a:lnTo>
                <a:moveTo>
                  <a:pt x="4306" y="773"/>
                </a:moveTo>
                <a:lnTo>
                  <a:pt x="4248" y="773"/>
                </a:lnTo>
                <a:lnTo>
                  <a:pt x="4248" y="762"/>
                </a:lnTo>
                <a:lnTo>
                  <a:pt x="4306" y="762"/>
                </a:lnTo>
                <a:lnTo>
                  <a:pt x="4306" y="773"/>
                </a:lnTo>
                <a:moveTo>
                  <a:pt x="4213" y="773"/>
                </a:moveTo>
                <a:lnTo>
                  <a:pt x="4154" y="773"/>
                </a:lnTo>
                <a:lnTo>
                  <a:pt x="4154" y="762"/>
                </a:lnTo>
                <a:lnTo>
                  <a:pt x="4213" y="762"/>
                </a:lnTo>
                <a:lnTo>
                  <a:pt x="4213" y="773"/>
                </a:lnTo>
                <a:moveTo>
                  <a:pt x="4119" y="773"/>
                </a:moveTo>
                <a:lnTo>
                  <a:pt x="4060" y="773"/>
                </a:lnTo>
                <a:lnTo>
                  <a:pt x="4060" y="762"/>
                </a:lnTo>
                <a:lnTo>
                  <a:pt x="4119" y="762"/>
                </a:lnTo>
                <a:lnTo>
                  <a:pt x="4119" y="773"/>
                </a:lnTo>
                <a:moveTo>
                  <a:pt x="4025" y="773"/>
                </a:moveTo>
                <a:lnTo>
                  <a:pt x="3966" y="773"/>
                </a:lnTo>
                <a:lnTo>
                  <a:pt x="3966" y="762"/>
                </a:lnTo>
                <a:lnTo>
                  <a:pt x="4025" y="762"/>
                </a:lnTo>
                <a:lnTo>
                  <a:pt x="4025" y="773"/>
                </a:lnTo>
                <a:moveTo>
                  <a:pt x="3931" y="773"/>
                </a:moveTo>
                <a:lnTo>
                  <a:pt x="3873" y="773"/>
                </a:lnTo>
                <a:lnTo>
                  <a:pt x="3873" y="762"/>
                </a:lnTo>
                <a:lnTo>
                  <a:pt x="3931" y="762"/>
                </a:lnTo>
                <a:lnTo>
                  <a:pt x="3931" y="773"/>
                </a:lnTo>
                <a:moveTo>
                  <a:pt x="3838" y="773"/>
                </a:moveTo>
                <a:lnTo>
                  <a:pt x="3779" y="773"/>
                </a:lnTo>
                <a:lnTo>
                  <a:pt x="3779" y="762"/>
                </a:lnTo>
                <a:lnTo>
                  <a:pt x="3838" y="762"/>
                </a:lnTo>
                <a:lnTo>
                  <a:pt x="3838" y="773"/>
                </a:lnTo>
                <a:moveTo>
                  <a:pt x="3744" y="773"/>
                </a:moveTo>
                <a:lnTo>
                  <a:pt x="3685" y="773"/>
                </a:lnTo>
                <a:lnTo>
                  <a:pt x="3685" y="762"/>
                </a:lnTo>
                <a:lnTo>
                  <a:pt x="3744" y="762"/>
                </a:lnTo>
                <a:lnTo>
                  <a:pt x="3744" y="773"/>
                </a:lnTo>
                <a:moveTo>
                  <a:pt x="3650" y="773"/>
                </a:moveTo>
                <a:lnTo>
                  <a:pt x="3591" y="773"/>
                </a:lnTo>
                <a:lnTo>
                  <a:pt x="3591" y="762"/>
                </a:lnTo>
                <a:lnTo>
                  <a:pt x="3650" y="762"/>
                </a:lnTo>
                <a:lnTo>
                  <a:pt x="3650" y="773"/>
                </a:lnTo>
                <a:moveTo>
                  <a:pt x="3556" y="773"/>
                </a:moveTo>
                <a:lnTo>
                  <a:pt x="3498" y="773"/>
                </a:lnTo>
                <a:lnTo>
                  <a:pt x="3498" y="762"/>
                </a:lnTo>
                <a:lnTo>
                  <a:pt x="3556" y="762"/>
                </a:lnTo>
                <a:lnTo>
                  <a:pt x="3556" y="773"/>
                </a:lnTo>
                <a:moveTo>
                  <a:pt x="3463" y="773"/>
                </a:moveTo>
                <a:lnTo>
                  <a:pt x="3404" y="773"/>
                </a:lnTo>
                <a:lnTo>
                  <a:pt x="3404" y="762"/>
                </a:lnTo>
                <a:lnTo>
                  <a:pt x="3463" y="762"/>
                </a:lnTo>
                <a:lnTo>
                  <a:pt x="3463" y="773"/>
                </a:lnTo>
                <a:moveTo>
                  <a:pt x="3369" y="773"/>
                </a:moveTo>
                <a:lnTo>
                  <a:pt x="3310" y="773"/>
                </a:lnTo>
                <a:lnTo>
                  <a:pt x="3310" y="762"/>
                </a:lnTo>
                <a:lnTo>
                  <a:pt x="3369" y="762"/>
                </a:lnTo>
                <a:lnTo>
                  <a:pt x="3369" y="773"/>
                </a:lnTo>
                <a:moveTo>
                  <a:pt x="3275" y="773"/>
                </a:moveTo>
                <a:lnTo>
                  <a:pt x="3216" y="773"/>
                </a:lnTo>
                <a:lnTo>
                  <a:pt x="3216" y="762"/>
                </a:lnTo>
                <a:lnTo>
                  <a:pt x="3275" y="762"/>
                </a:lnTo>
                <a:lnTo>
                  <a:pt x="3275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2"/>
                </a:lnTo>
                <a:lnTo>
                  <a:pt x="3181" y="762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2"/>
                </a:lnTo>
                <a:lnTo>
                  <a:pt x="3088" y="762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2"/>
                </a:lnTo>
                <a:lnTo>
                  <a:pt x="2994" y="762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2"/>
                </a:lnTo>
                <a:lnTo>
                  <a:pt x="2900" y="762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2"/>
                </a:lnTo>
                <a:lnTo>
                  <a:pt x="2806" y="762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2"/>
                </a:lnTo>
                <a:lnTo>
                  <a:pt x="2713" y="762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2"/>
                </a:lnTo>
                <a:lnTo>
                  <a:pt x="2619" y="762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2"/>
                </a:lnTo>
                <a:lnTo>
                  <a:pt x="2525" y="762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2"/>
                </a:lnTo>
                <a:lnTo>
                  <a:pt x="2431" y="762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2"/>
                </a:lnTo>
                <a:lnTo>
                  <a:pt x="2338" y="762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2"/>
                </a:lnTo>
                <a:lnTo>
                  <a:pt x="2244" y="762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2"/>
                </a:lnTo>
                <a:lnTo>
                  <a:pt x="2150" y="762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2"/>
                </a:lnTo>
                <a:lnTo>
                  <a:pt x="2056" y="762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2"/>
                </a:lnTo>
                <a:lnTo>
                  <a:pt x="1963" y="762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2"/>
                </a:lnTo>
                <a:lnTo>
                  <a:pt x="1869" y="762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2"/>
                </a:lnTo>
                <a:lnTo>
                  <a:pt x="1775" y="762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2"/>
                </a:lnTo>
                <a:lnTo>
                  <a:pt x="1681" y="762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2"/>
                </a:lnTo>
                <a:lnTo>
                  <a:pt x="1588" y="762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2"/>
                </a:lnTo>
                <a:lnTo>
                  <a:pt x="1494" y="762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2"/>
                </a:lnTo>
                <a:lnTo>
                  <a:pt x="1400" y="762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2"/>
                </a:lnTo>
                <a:lnTo>
                  <a:pt x="1306" y="762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2"/>
                </a:lnTo>
                <a:lnTo>
                  <a:pt x="1213" y="762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2"/>
                </a:lnTo>
                <a:lnTo>
                  <a:pt x="1119" y="762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2"/>
                </a:lnTo>
                <a:lnTo>
                  <a:pt x="1025" y="762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2"/>
                </a:lnTo>
                <a:lnTo>
                  <a:pt x="931" y="762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2"/>
                </a:lnTo>
                <a:lnTo>
                  <a:pt x="838" y="762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2"/>
                </a:lnTo>
                <a:lnTo>
                  <a:pt x="744" y="762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2"/>
                </a:lnTo>
                <a:lnTo>
                  <a:pt x="650" y="762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2"/>
                </a:lnTo>
                <a:lnTo>
                  <a:pt x="556" y="762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2"/>
                </a:lnTo>
                <a:lnTo>
                  <a:pt x="463" y="762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2"/>
                </a:lnTo>
                <a:lnTo>
                  <a:pt x="369" y="762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2"/>
                </a:lnTo>
                <a:lnTo>
                  <a:pt x="275" y="762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2"/>
                </a:lnTo>
                <a:lnTo>
                  <a:pt x="181" y="762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2"/>
                </a:lnTo>
                <a:lnTo>
                  <a:pt x="88" y="762"/>
                </a:lnTo>
                <a:lnTo>
                  <a:pt x="88" y="773"/>
                </a:lnTo>
                <a:moveTo>
                  <a:pt x="0" y="756"/>
                </a:moveTo>
                <a:lnTo>
                  <a:pt x="0" y="697"/>
                </a:lnTo>
                <a:lnTo>
                  <a:pt x="12" y="697"/>
                </a:lnTo>
                <a:lnTo>
                  <a:pt x="12" y="756"/>
                </a:lnTo>
                <a:lnTo>
                  <a:pt x="0" y="756"/>
                </a:lnTo>
                <a:moveTo>
                  <a:pt x="0" y="662"/>
                </a:moveTo>
                <a:lnTo>
                  <a:pt x="0" y="604"/>
                </a:lnTo>
                <a:lnTo>
                  <a:pt x="12" y="604"/>
                </a:lnTo>
                <a:lnTo>
                  <a:pt x="12" y="662"/>
                </a:lnTo>
                <a:lnTo>
                  <a:pt x="0" y="662"/>
                </a:lnTo>
                <a:moveTo>
                  <a:pt x="0" y="569"/>
                </a:moveTo>
                <a:lnTo>
                  <a:pt x="0" y="510"/>
                </a:lnTo>
                <a:lnTo>
                  <a:pt x="12" y="510"/>
                </a:lnTo>
                <a:lnTo>
                  <a:pt x="12" y="569"/>
                </a:lnTo>
                <a:lnTo>
                  <a:pt x="0" y="569"/>
                </a:lnTo>
                <a:moveTo>
                  <a:pt x="0" y="475"/>
                </a:moveTo>
                <a:lnTo>
                  <a:pt x="0" y="417"/>
                </a:lnTo>
                <a:lnTo>
                  <a:pt x="12" y="417"/>
                </a:lnTo>
                <a:lnTo>
                  <a:pt x="12" y="475"/>
                </a:lnTo>
                <a:lnTo>
                  <a:pt x="0" y="475"/>
                </a:lnTo>
                <a:moveTo>
                  <a:pt x="0" y="381"/>
                </a:moveTo>
                <a:lnTo>
                  <a:pt x="0" y="323"/>
                </a:lnTo>
                <a:lnTo>
                  <a:pt x="12" y="323"/>
                </a:lnTo>
                <a:lnTo>
                  <a:pt x="12" y="381"/>
                </a:lnTo>
                <a:lnTo>
                  <a:pt x="0" y="381"/>
                </a:lnTo>
                <a:moveTo>
                  <a:pt x="0" y="288"/>
                </a:moveTo>
                <a:lnTo>
                  <a:pt x="0" y="229"/>
                </a:lnTo>
                <a:lnTo>
                  <a:pt x="12" y="229"/>
                </a:lnTo>
                <a:lnTo>
                  <a:pt x="12" y="288"/>
                </a:lnTo>
                <a:lnTo>
                  <a:pt x="0" y="288"/>
                </a:lnTo>
                <a:moveTo>
                  <a:pt x="0" y="194"/>
                </a:moveTo>
                <a:lnTo>
                  <a:pt x="0" y="135"/>
                </a:lnTo>
                <a:lnTo>
                  <a:pt x="12" y="135"/>
                </a:lnTo>
                <a:lnTo>
                  <a:pt x="12" y="194"/>
                </a:lnTo>
                <a:lnTo>
                  <a:pt x="0" y="194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5812560" y="2337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812560" y="235260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2754000" y="2081160"/>
            <a:ext cx="15184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2754000" y="2333160"/>
            <a:ext cx="4136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2754000" y="2401200"/>
            <a:ext cx="19972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711880" y="2695680"/>
            <a:ext cx="3489120" cy="273960"/>
          </a:xfrm>
          <a:custGeom>
            <a:avLst/>
            <a:gdLst/>
            <a:ahLst/>
            <a:rect l="0" t="0" r="r" b="b"/>
            <a:pathLst>
              <a:path w="9692" h="761">
                <a:moveTo>
                  <a:pt x="0" y="0"/>
                </a:moveTo>
                <a:lnTo>
                  <a:pt x="9692" y="0"/>
                </a:lnTo>
                <a:lnTo>
                  <a:pt x="9692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2709720" y="2693520"/>
            <a:ext cx="3493080" cy="278280"/>
          </a:xfrm>
          <a:custGeom>
            <a:avLst/>
            <a:gdLst/>
            <a:ahLst/>
            <a:rect l="0" t="0" r="r" b="b"/>
            <a:pathLst>
              <a:path w="9703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3" y="0"/>
                </a:lnTo>
                <a:lnTo>
                  <a:pt x="5033" y="12"/>
                </a:lnTo>
                <a:lnTo>
                  <a:pt x="4974" y="12"/>
                </a:lnTo>
                <a:lnTo>
                  <a:pt x="4974" y="0"/>
                </a:lnTo>
                <a:moveTo>
                  <a:pt x="5068" y="0"/>
                </a:moveTo>
                <a:lnTo>
                  <a:pt x="5127" y="0"/>
                </a:lnTo>
                <a:lnTo>
                  <a:pt x="5127" y="12"/>
                </a:lnTo>
                <a:lnTo>
                  <a:pt x="5068" y="12"/>
                </a:lnTo>
                <a:lnTo>
                  <a:pt x="5068" y="0"/>
                </a:lnTo>
                <a:moveTo>
                  <a:pt x="5162" y="0"/>
                </a:moveTo>
                <a:lnTo>
                  <a:pt x="5220" y="0"/>
                </a:lnTo>
                <a:lnTo>
                  <a:pt x="5220" y="12"/>
                </a:lnTo>
                <a:lnTo>
                  <a:pt x="5162" y="12"/>
                </a:lnTo>
                <a:lnTo>
                  <a:pt x="5162" y="0"/>
                </a:lnTo>
                <a:moveTo>
                  <a:pt x="5255" y="0"/>
                </a:moveTo>
                <a:lnTo>
                  <a:pt x="5314" y="0"/>
                </a:lnTo>
                <a:lnTo>
                  <a:pt x="5314" y="12"/>
                </a:lnTo>
                <a:lnTo>
                  <a:pt x="5255" y="12"/>
                </a:lnTo>
                <a:lnTo>
                  <a:pt x="5255" y="0"/>
                </a:lnTo>
                <a:moveTo>
                  <a:pt x="5349" y="0"/>
                </a:moveTo>
                <a:lnTo>
                  <a:pt x="5408" y="0"/>
                </a:lnTo>
                <a:lnTo>
                  <a:pt x="5408" y="12"/>
                </a:lnTo>
                <a:lnTo>
                  <a:pt x="5349" y="12"/>
                </a:lnTo>
                <a:lnTo>
                  <a:pt x="5349" y="0"/>
                </a:lnTo>
                <a:moveTo>
                  <a:pt x="5443" y="0"/>
                </a:moveTo>
                <a:lnTo>
                  <a:pt x="5502" y="0"/>
                </a:lnTo>
                <a:lnTo>
                  <a:pt x="5502" y="12"/>
                </a:lnTo>
                <a:lnTo>
                  <a:pt x="5443" y="12"/>
                </a:lnTo>
                <a:lnTo>
                  <a:pt x="5443" y="0"/>
                </a:lnTo>
                <a:moveTo>
                  <a:pt x="5537" y="0"/>
                </a:moveTo>
                <a:lnTo>
                  <a:pt x="5595" y="0"/>
                </a:lnTo>
                <a:lnTo>
                  <a:pt x="5595" y="12"/>
                </a:lnTo>
                <a:lnTo>
                  <a:pt x="5537" y="12"/>
                </a:lnTo>
                <a:lnTo>
                  <a:pt x="5537" y="0"/>
                </a:lnTo>
                <a:moveTo>
                  <a:pt x="5630" y="0"/>
                </a:moveTo>
                <a:lnTo>
                  <a:pt x="5689" y="0"/>
                </a:lnTo>
                <a:lnTo>
                  <a:pt x="5689" y="12"/>
                </a:lnTo>
                <a:lnTo>
                  <a:pt x="5630" y="12"/>
                </a:lnTo>
                <a:lnTo>
                  <a:pt x="5630" y="0"/>
                </a:lnTo>
                <a:moveTo>
                  <a:pt x="5724" y="0"/>
                </a:moveTo>
                <a:lnTo>
                  <a:pt x="5783" y="0"/>
                </a:lnTo>
                <a:lnTo>
                  <a:pt x="5783" y="12"/>
                </a:lnTo>
                <a:lnTo>
                  <a:pt x="5724" y="12"/>
                </a:lnTo>
                <a:lnTo>
                  <a:pt x="5724" y="0"/>
                </a:lnTo>
                <a:moveTo>
                  <a:pt x="5818" y="0"/>
                </a:moveTo>
                <a:lnTo>
                  <a:pt x="5877" y="0"/>
                </a:lnTo>
                <a:lnTo>
                  <a:pt x="5877" y="12"/>
                </a:lnTo>
                <a:lnTo>
                  <a:pt x="5818" y="12"/>
                </a:lnTo>
                <a:lnTo>
                  <a:pt x="5818" y="0"/>
                </a:lnTo>
                <a:moveTo>
                  <a:pt x="5912" y="0"/>
                </a:moveTo>
                <a:lnTo>
                  <a:pt x="5970" y="0"/>
                </a:lnTo>
                <a:lnTo>
                  <a:pt x="5970" y="12"/>
                </a:lnTo>
                <a:lnTo>
                  <a:pt x="5912" y="12"/>
                </a:lnTo>
                <a:lnTo>
                  <a:pt x="5912" y="0"/>
                </a:lnTo>
                <a:moveTo>
                  <a:pt x="6005" y="0"/>
                </a:moveTo>
                <a:lnTo>
                  <a:pt x="6064" y="0"/>
                </a:lnTo>
                <a:lnTo>
                  <a:pt x="6064" y="12"/>
                </a:lnTo>
                <a:lnTo>
                  <a:pt x="6005" y="12"/>
                </a:lnTo>
                <a:lnTo>
                  <a:pt x="6005" y="0"/>
                </a:lnTo>
                <a:moveTo>
                  <a:pt x="6099" y="0"/>
                </a:moveTo>
                <a:lnTo>
                  <a:pt x="6158" y="0"/>
                </a:lnTo>
                <a:lnTo>
                  <a:pt x="6158" y="12"/>
                </a:lnTo>
                <a:lnTo>
                  <a:pt x="6099" y="12"/>
                </a:lnTo>
                <a:lnTo>
                  <a:pt x="6099" y="0"/>
                </a:lnTo>
                <a:moveTo>
                  <a:pt x="6193" y="0"/>
                </a:moveTo>
                <a:lnTo>
                  <a:pt x="6251" y="0"/>
                </a:lnTo>
                <a:lnTo>
                  <a:pt x="6251" y="12"/>
                </a:lnTo>
                <a:lnTo>
                  <a:pt x="6193" y="12"/>
                </a:lnTo>
                <a:lnTo>
                  <a:pt x="6193" y="0"/>
                </a:lnTo>
                <a:moveTo>
                  <a:pt x="6287" y="0"/>
                </a:moveTo>
                <a:lnTo>
                  <a:pt x="6345" y="0"/>
                </a:lnTo>
                <a:lnTo>
                  <a:pt x="6345" y="12"/>
                </a:lnTo>
                <a:lnTo>
                  <a:pt x="6287" y="12"/>
                </a:lnTo>
                <a:lnTo>
                  <a:pt x="6287" y="0"/>
                </a:lnTo>
                <a:moveTo>
                  <a:pt x="6380" y="0"/>
                </a:moveTo>
                <a:lnTo>
                  <a:pt x="6439" y="0"/>
                </a:lnTo>
                <a:lnTo>
                  <a:pt x="6439" y="12"/>
                </a:lnTo>
                <a:lnTo>
                  <a:pt x="6380" y="12"/>
                </a:lnTo>
                <a:lnTo>
                  <a:pt x="6380" y="0"/>
                </a:lnTo>
                <a:moveTo>
                  <a:pt x="6474" y="0"/>
                </a:moveTo>
                <a:lnTo>
                  <a:pt x="6533" y="0"/>
                </a:lnTo>
                <a:lnTo>
                  <a:pt x="6533" y="12"/>
                </a:lnTo>
                <a:lnTo>
                  <a:pt x="6474" y="12"/>
                </a:lnTo>
                <a:lnTo>
                  <a:pt x="6474" y="0"/>
                </a:lnTo>
                <a:moveTo>
                  <a:pt x="6568" y="0"/>
                </a:moveTo>
                <a:lnTo>
                  <a:pt x="6626" y="0"/>
                </a:lnTo>
                <a:lnTo>
                  <a:pt x="6626" y="12"/>
                </a:lnTo>
                <a:lnTo>
                  <a:pt x="6568" y="12"/>
                </a:lnTo>
                <a:lnTo>
                  <a:pt x="6568" y="0"/>
                </a:lnTo>
                <a:moveTo>
                  <a:pt x="6662" y="0"/>
                </a:moveTo>
                <a:lnTo>
                  <a:pt x="6720" y="0"/>
                </a:lnTo>
                <a:lnTo>
                  <a:pt x="6720" y="12"/>
                </a:lnTo>
                <a:lnTo>
                  <a:pt x="6662" y="12"/>
                </a:lnTo>
                <a:lnTo>
                  <a:pt x="6662" y="0"/>
                </a:lnTo>
                <a:moveTo>
                  <a:pt x="6755" y="0"/>
                </a:moveTo>
                <a:lnTo>
                  <a:pt x="6814" y="0"/>
                </a:lnTo>
                <a:lnTo>
                  <a:pt x="6814" y="12"/>
                </a:lnTo>
                <a:lnTo>
                  <a:pt x="6755" y="12"/>
                </a:lnTo>
                <a:lnTo>
                  <a:pt x="6755" y="0"/>
                </a:lnTo>
                <a:moveTo>
                  <a:pt x="6849" y="0"/>
                </a:moveTo>
                <a:lnTo>
                  <a:pt x="6908" y="0"/>
                </a:lnTo>
                <a:lnTo>
                  <a:pt x="6908" y="12"/>
                </a:lnTo>
                <a:lnTo>
                  <a:pt x="6849" y="12"/>
                </a:lnTo>
                <a:lnTo>
                  <a:pt x="6849" y="0"/>
                </a:lnTo>
                <a:moveTo>
                  <a:pt x="6943" y="0"/>
                </a:moveTo>
                <a:lnTo>
                  <a:pt x="7001" y="0"/>
                </a:lnTo>
                <a:lnTo>
                  <a:pt x="7001" y="12"/>
                </a:lnTo>
                <a:lnTo>
                  <a:pt x="6943" y="12"/>
                </a:lnTo>
                <a:lnTo>
                  <a:pt x="6943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0" y="0"/>
                </a:moveTo>
                <a:lnTo>
                  <a:pt x="8409" y="0"/>
                </a:lnTo>
                <a:lnTo>
                  <a:pt x="8409" y="12"/>
                </a:lnTo>
                <a:lnTo>
                  <a:pt x="8350" y="12"/>
                </a:lnTo>
                <a:lnTo>
                  <a:pt x="8350" y="0"/>
                </a:lnTo>
                <a:moveTo>
                  <a:pt x="8444" y="0"/>
                </a:moveTo>
                <a:lnTo>
                  <a:pt x="8502" y="0"/>
                </a:lnTo>
                <a:lnTo>
                  <a:pt x="8502" y="12"/>
                </a:lnTo>
                <a:lnTo>
                  <a:pt x="8444" y="12"/>
                </a:lnTo>
                <a:lnTo>
                  <a:pt x="8444" y="0"/>
                </a:lnTo>
                <a:moveTo>
                  <a:pt x="8538" y="0"/>
                </a:moveTo>
                <a:lnTo>
                  <a:pt x="8596" y="0"/>
                </a:lnTo>
                <a:lnTo>
                  <a:pt x="8596" y="12"/>
                </a:lnTo>
                <a:lnTo>
                  <a:pt x="8538" y="12"/>
                </a:lnTo>
                <a:lnTo>
                  <a:pt x="8538" y="0"/>
                </a:lnTo>
                <a:moveTo>
                  <a:pt x="8631" y="0"/>
                </a:moveTo>
                <a:lnTo>
                  <a:pt x="8690" y="0"/>
                </a:lnTo>
                <a:lnTo>
                  <a:pt x="8690" y="12"/>
                </a:lnTo>
                <a:lnTo>
                  <a:pt x="8631" y="12"/>
                </a:lnTo>
                <a:lnTo>
                  <a:pt x="8631" y="0"/>
                </a:lnTo>
                <a:moveTo>
                  <a:pt x="8725" y="0"/>
                </a:moveTo>
                <a:lnTo>
                  <a:pt x="8784" y="0"/>
                </a:lnTo>
                <a:lnTo>
                  <a:pt x="8784" y="12"/>
                </a:lnTo>
                <a:lnTo>
                  <a:pt x="8725" y="12"/>
                </a:lnTo>
                <a:lnTo>
                  <a:pt x="8725" y="0"/>
                </a:lnTo>
                <a:moveTo>
                  <a:pt x="8819" y="0"/>
                </a:moveTo>
                <a:lnTo>
                  <a:pt x="8877" y="0"/>
                </a:lnTo>
                <a:lnTo>
                  <a:pt x="8877" y="12"/>
                </a:lnTo>
                <a:lnTo>
                  <a:pt x="8819" y="12"/>
                </a:lnTo>
                <a:lnTo>
                  <a:pt x="8819" y="0"/>
                </a:lnTo>
                <a:moveTo>
                  <a:pt x="8913" y="0"/>
                </a:moveTo>
                <a:lnTo>
                  <a:pt x="8971" y="0"/>
                </a:lnTo>
                <a:lnTo>
                  <a:pt x="8971" y="12"/>
                </a:lnTo>
                <a:lnTo>
                  <a:pt x="8913" y="12"/>
                </a:lnTo>
                <a:lnTo>
                  <a:pt x="8913" y="0"/>
                </a:lnTo>
                <a:moveTo>
                  <a:pt x="9006" y="0"/>
                </a:moveTo>
                <a:lnTo>
                  <a:pt x="9065" y="0"/>
                </a:lnTo>
                <a:lnTo>
                  <a:pt x="9065" y="12"/>
                </a:lnTo>
                <a:lnTo>
                  <a:pt x="9006" y="12"/>
                </a:lnTo>
                <a:lnTo>
                  <a:pt x="9006" y="0"/>
                </a:lnTo>
                <a:moveTo>
                  <a:pt x="9100" y="0"/>
                </a:moveTo>
                <a:lnTo>
                  <a:pt x="9159" y="0"/>
                </a:lnTo>
                <a:lnTo>
                  <a:pt x="9159" y="12"/>
                </a:lnTo>
                <a:lnTo>
                  <a:pt x="9100" y="12"/>
                </a:lnTo>
                <a:lnTo>
                  <a:pt x="9100" y="0"/>
                </a:lnTo>
                <a:moveTo>
                  <a:pt x="9194" y="0"/>
                </a:moveTo>
                <a:lnTo>
                  <a:pt x="9252" y="0"/>
                </a:lnTo>
                <a:lnTo>
                  <a:pt x="9252" y="12"/>
                </a:lnTo>
                <a:lnTo>
                  <a:pt x="9194" y="12"/>
                </a:lnTo>
                <a:lnTo>
                  <a:pt x="9194" y="0"/>
                </a:lnTo>
                <a:moveTo>
                  <a:pt x="9287" y="0"/>
                </a:moveTo>
                <a:lnTo>
                  <a:pt x="9346" y="0"/>
                </a:lnTo>
                <a:lnTo>
                  <a:pt x="9346" y="12"/>
                </a:lnTo>
                <a:lnTo>
                  <a:pt x="9287" y="12"/>
                </a:lnTo>
                <a:lnTo>
                  <a:pt x="9287" y="0"/>
                </a:lnTo>
                <a:moveTo>
                  <a:pt x="9381" y="0"/>
                </a:moveTo>
                <a:lnTo>
                  <a:pt x="9440" y="0"/>
                </a:lnTo>
                <a:lnTo>
                  <a:pt x="9440" y="12"/>
                </a:lnTo>
                <a:lnTo>
                  <a:pt x="9381" y="12"/>
                </a:lnTo>
                <a:lnTo>
                  <a:pt x="9381" y="0"/>
                </a:lnTo>
                <a:moveTo>
                  <a:pt x="9475" y="0"/>
                </a:moveTo>
                <a:lnTo>
                  <a:pt x="9534" y="0"/>
                </a:lnTo>
                <a:lnTo>
                  <a:pt x="9534" y="12"/>
                </a:lnTo>
                <a:lnTo>
                  <a:pt x="9475" y="12"/>
                </a:lnTo>
                <a:lnTo>
                  <a:pt x="9475" y="0"/>
                </a:lnTo>
                <a:moveTo>
                  <a:pt x="9569" y="0"/>
                </a:moveTo>
                <a:lnTo>
                  <a:pt x="9627" y="0"/>
                </a:lnTo>
                <a:lnTo>
                  <a:pt x="9627" y="12"/>
                </a:lnTo>
                <a:lnTo>
                  <a:pt x="9569" y="12"/>
                </a:lnTo>
                <a:lnTo>
                  <a:pt x="9569" y="0"/>
                </a:lnTo>
                <a:moveTo>
                  <a:pt x="9662" y="0"/>
                </a:moveTo>
                <a:lnTo>
                  <a:pt x="9703" y="0"/>
                </a:lnTo>
                <a:lnTo>
                  <a:pt x="9703" y="29"/>
                </a:lnTo>
                <a:lnTo>
                  <a:pt x="9692" y="29"/>
                </a:lnTo>
                <a:lnTo>
                  <a:pt x="9692" y="6"/>
                </a:lnTo>
                <a:lnTo>
                  <a:pt x="9698" y="6"/>
                </a:lnTo>
                <a:lnTo>
                  <a:pt x="9698" y="12"/>
                </a:lnTo>
                <a:lnTo>
                  <a:pt x="9662" y="12"/>
                </a:lnTo>
                <a:lnTo>
                  <a:pt x="9662" y="0"/>
                </a:lnTo>
                <a:moveTo>
                  <a:pt x="9703" y="65"/>
                </a:moveTo>
                <a:lnTo>
                  <a:pt x="9703" y="123"/>
                </a:lnTo>
                <a:lnTo>
                  <a:pt x="9692" y="123"/>
                </a:lnTo>
                <a:lnTo>
                  <a:pt x="9692" y="65"/>
                </a:lnTo>
                <a:lnTo>
                  <a:pt x="9703" y="65"/>
                </a:lnTo>
                <a:moveTo>
                  <a:pt x="9703" y="158"/>
                </a:moveTo>
                <a:lnTo>
                  <a:pt x="9703" y="217"/>
                </a:lnTo>
                <a:lnTo>
                  <a:pt x="9692" y="217"/>
                </a:lnTo>
                <a:lnTo>
                  <a:pt x="9692" y="158"/>
                </a:lnTo>
                <a:lnTo>
                  <a:pt x="9703" y="158"/>
                </a:lnTo>
                <a:moveTo>
                  <a:pt x="9703" y="252"/>
                </a:moveTo>
                <a:lnTo>
                  <a:pt x="9703" y="310"/>
                </a:lnTo>
                <a:lnTo>
                  <a:pt x="9692" y="310"/>
                </a:lnTo>
                <a:lnTo>
                  <a:pt x="9692" y="252"/>
                </a:lnTo>
                <a:lnTo>
                  <a:pt x="9703" y="252"/>
                </a:lnTo>
                <a:moveTo>
                  <a:pt x="9703" y="345"/>
                </a:moveTo>
                <a:lnTo>
                  <a:pt x="9703" y="404"/>
                </a:lnTo>
                <a:lnTo>
                  <a:pt x="9692" y="404"/>
                </a:lnTo>
                <a:lnTo>
                  <a:pt x="9692" y="345"/>
                </a:lnTo>
                <a:lnTo>
                  <a:pt x="9703" y="345"/>
                </a:lnTo>
                <a:moveTo>
                  <a:pt x="9703" y="439"/>
                </a:moveTo>
                <a:lnTo>
                  <a:pt x="9703" y="497"/>
                </a:lnTo>
                <a:lnTo>
                  <a:pt x="9692" y="497"/>
                </a:lnTo>
                <a:lnTo>
                  <a:pt x="9692" y="439"/>
                </a:lnTo>
                <a:lnTo>
                  <a:pt x="9703" y="439"/>
                </a:lnTo>
                <a:moveTo>
                  <a:pt x="9703" y="532"/>
                </a:moveTo>
                <a:lnTo>
                  <a:pt x="9703" y="591"/>
                </a:lnTo>
                <a:lnTo>
                  <a:pt x="9692" y="591"/>
                </a:lnTo>
                <a:lnTo>
                  <a:pt x="9692" y="532"/>
                </a:lnTo>
                <a:lnTo>
                  <a:pt x="9703" y="532"/>
                </a:lnTo>
                <a:moveTo>
                  <a:pt x="9703" y="627"/>
                </a:moveTo>
                <a:lnTo>
                  <a:pt x="9703" y="686"/>
                </a:lnTo>
                <a:lnTo>
                  <a:pt x="9692" y="686"/>
                </a:lnTo>
                <a:lnTo>
                  <a:pt x="9692" y="627"/>
                </a:lnTo>
                <a:lnTo>
                  <a:pt x="9703" y="627"/>
                </a:lnTo>
                <a:moveTo>
                  <a:pt x="9703" y="721"/>
                </a:moveTo>
                <a:lnTo>
                  <a:pt x="9703" y="773"/>
                </a:lnTo>
                <a:lnTo>
                  <a:pt x="9686" y="773"/>
                </a:lnTo>
                <a:lnTo>
                  <a:pt x="9686" y="762"/>
                </a:lnTo>
                <a:lnTo>
                  <a:pt x="9698" y="762"/>
                </a:lnTo>
                <a:lnTo>
                  <a:pt x="9698" y="767"/>
                </a:lnTo>
                <a:lnTo>
                  <a:pt x="9692" y="767"/>
                </a:lnTo>
                <a:lnTo>
                  <a:pt x="9692" y="721"/>
                </a:lnTo>
                <a:lnTo>
                  <a:pt x="9703" y="721"/>
                </a:lnTo>
                <a:moveTo>
                  <a:pt x="9651" y="773"/>
                </a:moveTo>
                <a:lnTo>
                  <a:pt x="9592" y="773"/>
                </a:lnTo>
                <a:lnTo>
                  <a:pt x="9592" y="762"/>
                </a:lnTo>
                <a:lnTo>
                  <a:pt x="9651" y="762"/>
                </a:lnTo>
                <a:lnTo>
                  <a:pt x="9651" y="773"/>
                </a:lnTo>
                <a:moveTo>
                  <a:pt x="9557" y="773"/>
                </a:moveTo>
                <a:lnTo>
                  <a:pt x="9498" y="773"/>
                </a:lnTo>
                <a:lnTo>
                  <a:pt x="9498" y="762"/>
                </a:lnTo>
                <a:lnTo>
                  <a:pt x="9557" y="762"/>
                </a:lnTo>
                <a:lnTo>
                  <a:pt x="9557" y="773"/>
                </a:lnTo>
                <a:moveTo>
                  <a:pt x="9463" y="773"/>
                </a:moveTo>
                <a:lnTo>
                  <a:pt x="9405" y="773"/>
                </a:lnTo>
                <a:lnTo>
                  <a:pt x="9405" y="762"/>
                </a:lnTo>
                <a:lnTo>
                  <a:pt x="9463" y="762"/>
                </a:lnTo>
                <a:lnTo>
                  <a:pt x="9463" y="773"/>
                </a:lnTo>
                <a:moveTo>
                  <a:pt x="9370" y="773"/>
                </a:moveTo>
                <a:lnTo>
                  <a:pt x="9311" y="773"/>
                </a:lnTo>
                <a:lnTo>
                  <a:pt x="9311" y="762"/>
                </a:lnTo>
                <a:lnTo>
                  <a:pt x="9370" y="762"/>
                </a:lnTo>
                <a:lnTo>
                  <a:pt x="9370" y="773"/>
                </a:lnTo>
                <a:moveTo>
                  <a:pt x="9276" y="773"/>
                </a:moveTo>
                <a:lnTo>
                  <a:pt x="9217" y="773"/>
                </a:lnTo>
                <a:lnTo>
                  <a:pt x="9217" y="762"/>
                </a:lnTo>
                <a:lnTo>
                  <a:pt x="9276" y="762"/>
                </a:lnTo>
                <a:lnTo>
                  <a:pt x="9276" y="773"/>
                </a:lnTo>
                <a:moveTo>
                  <a:pt x="9182" y="773"/>
                </a:moveTo>
                <a:lnTo>
                  <a:pt x="9123" y="773"/>
                </a:lnTo>
                <a:lnTo>
                  <a:pt x="9123" y="762"/>
                </a:lnTo>
                <a:lnTo>
                  <a:pt x="9182" y="762"/>
                </a:lnTo>
                <a:lnTo>
                  <a:pt x="9182" y="773"/>
                </a:lnTo>
                <a:moveTo>
                  <a:pt x="9088" y="773"/>
                </a:moveTo>
                <a:lnTo>
                  <a:pt x="9030" y="773"/>
                </a:lnTo>
                <a:lnTo>
                  <a:pt x="9030" y="762"/>
                </a:lnTo>
                <a:lnTo>
                  <a:pt x="9088" y="762"/>
                </a:lnTo>
                <a:lnTo>
                  <a:pt x="9088" y="773"/>
                </a:lnTo>
                <a:moveTo>
                  <a:pt x="8995" y="773"/>
                </a:moveTo>
                <a:lnTo>
                  <a:pt x="8936" y="773"/>
                </a:lnTo>
                <a:lnTo>
                  <a:pt x="8936" y="762"/>
                </a:lnTo>
                <a:lnTo>
                  <a:pt x="8995" y="762"/>
                </a:lnTo>
                <a:lnTo>
                  <a:pt x="8995" y="773"/>
                </a:lnTo>
                <a:moveTo>
                  <a:pt x="8901" y="773"/>
                </a:moveTo>
                <a:lnTo>
                  <a:pt x="8842" y="773"/>
                </a:lnTo>
                <a:lnTo>
                  <a:pt x="8842" y="762"/>
                </a:lnTo>
                <a:lnTo>
                  <a:pt x="8901" y="762"/>
                </a:lnTo>
                <a:lnTo>
                  <a:pt x="8901" y="773"/>
                </a:lnTo>
                <a:moveTo>
                  <a:pt x="8807" y="773"/>
                </a:moveTo>
                <a:lnTo>
                  <a:pt x="8748" y="773"/>
                </a:lnTo>
                <a:lnTo>
                  <a:pt x="8748" y="762"/>
                </a:lnTo>
                <a:lnTo>
                  <a:pt x="8807" y="762"/>
                </a:lnTo>
                <a:lnTo>
                  <a:pt x="8807" y="773"/>
                </a:lnTo>
                <a:moveTo>
                  <a:pt x="8713" y="773"/>
                </a:moveTo>
                <a:lnTo>
                  <a:pt x="8655" y="773"/>
                </a:lnTo>
                <a:lnTo>
                  <a:pt x="8655" y="762"/>
                </a:lnTo>
                <a:lnTo>
                  <a:pt x="8713" y="762"/>
                </a:lnTo>
                <a:lnTo>
                  <a:pt x="8713" y="773"/>
                </a:lnTo>
                <a:moveTo>
                  <a:pt x="8620" y="773"/>
                </a:moveTo>
                <a:lnTo>
                  <a:pt x="8561" y="773"/>
                </a:lnTo>
                <a:lnTo>
                  <a:pt x="8561" y="762"/>
                </a:lnTo>
                <a:lnTo>
                  <a:pt x="8620" y="762"/>
                </a:lnTo>
                <a:lnTo>
                  <a:pt x="8620" y="773"/>
                </a:lnTo>
                <a:moveTo>
                  <a:pt x="8526" y="773"/>
                </a:moveTo>
                <a:lnTo>
                  <a:pt x="8467" y="773"/>
                </a:lnTo>
                <a:lnTo>
                  <a:pt x="8467" y="762"/>
                </a:lnTo>
                <a:lnTo>
                  <a:pt x="8526" y="762"/>
                </a:lnTo>
                <a:lnTo>
                  <a:pt x="8526" y="773"/>
                </a:lnTo>
                <a:moveTo>
                  <a:pt x="8432" y="773"/>
                </a:moveTo>
                <a:lnTo>
                  <a:pt x="8373" y="773"/>
                </a:lnTo>
                <a:lnTo>
                  <a:pt x="8373" y="762"/>
                </a:lnTo>
                <a:lnTo>
                  <a:pt x="8432" y="762"/>
                </a:lnTo>
                <a:lnTo>
                  <a:pt x="8432" y="773"/>
                </a:lnTo>
                <a:moveTo>
                  <a:pt x="8338" y="773"/>
                </a:moveTo>
                <a:lnTo>
                  <a:pt x="8280" y="773"/>
                </a:lnTo>
                <a:lnTo>
                  <a:pt x="8280" y="762"/>
                </a:lnTo>
                <a:lnTo>
                  <a:pt x="8338" y="762"/>
                </a:lnTo>
                <a:lnTo>
                  <a:pt x="8338" y="773"/>
                </a:lnTo>
                <a:moveTo>
                  <a:pt x="8245" y="773"/>
                </a:moveTo>
                <a:lnTo>
                  <a:pt x="8186" y="773"/>
                </a:lnTo>
                <a:lnTo>
                  <a:pt x="8186" y="762"/>
                </a:lnTo>
                <a:lnTo>
                  <a:pt x="8245" y="762"/>
                </a:lnTo>
                <a:lnTo>
                  <a:pt x="8245" y="773"/>
                </a:lnTo>
                <a:moveTo>
                  <a:pt x="8151" y="773"/>
                </a:moveTo>
                <a:lnTo>
                  <a:pt x="8092" y="773"/>
                </a:lnTo>
                <a:lnTo>
                  <a:pt x="8092" y="762"/>
                </a:lnTo>
                <a:lnTo>
                  <a:pt x="8151" y="762"/>
                </a:lnTo>
                <a:lnTo>
                  <a:pt x="8151" y="773"/>
                </a:lnTo>
                <a:moveTo>
                  <a:pt x="8057" y="773"/>
                </a:moveTo>
                <a:lnTo>
                  <a:pt x="7998" y="773"/>
                </a:lnTo>
                <a:lnTo>
                  <a:pt x="7998" y="762"/>
                </a:lnTo>
                <a:lnTo>
                  <a:pt x="8057" y="762"/>
                </a:lnTo>
                <a:lnTo>
                  <a:pt x="8057" y="773"/>
                </a:lnTo>
                <a:moveTo>
                  <a:pt x="7963" y="773"/>
                </a:moveTo>
                <a:lnTo>
                  <a:pt x="7905" y="773"/>
                </a:lnTo>
                <a:lnTo>
                  <a:pt x="7905" y="762"/>
                </a:lnTo>
                <a:lnTo>
                  <a:pt x="7963" y="762"/>
                </a:lnTo>
                <a:lnTo>
                  <a:pt x="7963" y="773"/>
                </a:lnTo>
                <a:moveTo>
                  <a:pt x="7870" y="773"/>
                </a:moveTo>
                <a:lnTo>
                  <a:pt x="7811" y="773"/>
                </a:lnTo>
                <a:lnTo>
                  <a:pt x="7811" y="762"/>
                </a:lnTo>
                <a:lnTo>
                  <a:pt x="7870" y="762"/>
                </a:lnTo>
                <a:lnTo>
                  <a:pt x="7870" y="773"/>
                </a:lnTo>
                <a:moveTo>
                  <a:pt x="7776" y="773"/>
                </a:moveTo>
                <a:lnTo>
                  <a:pt x="7717" y="773"/>
                </a:lnTo>
                <a:lnTo>
                  <a:pt x="7717" y="762"/>
                </a:lnTo>
                <a:lnTo>
                  <a:pt x="7776" y="762"/>
                </a:lnTo>
                <a:lnTo>
                  <a:pt x="7776" y="773"/>
                </a:lnTo>
                <a:moveTo>
                  <a:pt x="7682" y="773"/>
                </a:moveTo>
                <a:lnTo>
                  <a:pt x="7624" y="773"/>
                </a:lnTo>
                <a:lnTo>
                  <a:pt x="7624" y="762"/>
                </a:lnTo>
                <a:lnTo>
                  <a:pt x="7682" y="762"/>
                </a:lnTo>
                <a:lnTo>
                  <a:pt x="7682" y="773"/>
                </a:lnTo>
                <a:moveTo>
                  <a:pt x="7588" y="773"/>
                </a:moveTo>
                <a:lnTo>
                  <a:pt x="7530" y="773"/>
                </a:lnTo>
                <a:lnTo>
                  <a:pt x="7530" y="762"/>
                </a:lnTo>
                <a:lnTo>
                  <a:pt x="7588" y="762"/>
                </a:lnTo>
                <a:lnTo>
                  <a:pt x="7588" y="773"/>
                </a:lnTo>
                <a:moveTo>
                  <a:pt x="7495" y="773"/>
                </a:moveTo>
                <a:lnTo>
                  <a:pt x="7436" y="773"/>
                </a:lnTo>
                <a:lnTo>
                  <a:pt x="7436" y="762"/>
                </a:lnTo>
                <a:lnTo>
                  <a:pt x="7495" y="762"/>
                </a:lnTo>
                <a:lnTo>
                  <a:pt x="7495" y="773"/>
                </a:lnTo>
                <a:moveTo>
                  <a:pt x="7401" y="773"/>
                </a:moveTo>
                <a:lnTo>
                  <a:pt x="7342" y="773"/>
                </a:lnTo>
                <a:lnTo>
                  <a:pt x="7342" y="762"/>
                </a:lnTo>
                <a:lnTo>
                  <a:pt x="7401" y="762"/>
                </a:lnTo>
                <a:lnTo>
                  <a:pt x="7401" y="773"/>
                </a:lnTo>
                <a:moveTo>
                  <a:pt x="7307" y="773"/>
                </a:moveTo>
                <a:lnTo>
                  <a:pt x="7249" y="773"/>
                </a:lnTo>
                <a:lnTo>
                  <a:pt x="7249" y="762"/>
                </a:lnTo>
                <a:lnTo>
                  <a:pt x="7307" y="762"/>
                </a:lnTo>
                <a:lnTo>
                  <a:pt x="7307" y="773"/>
                </a:lnTo>
                <a:moveTo>
                  <a:pt x="7213" y="773"/>
                </a:moveTo>
                <a:lnTo>
                  <a:pt x="7155" y="773"/>
                </a:lnTo>
                <a:lnTo>
                  <a:pt x="7155" y="762"/>
                </a:lnTo>
                <a:lnTo>
                  <a:pt x="7213" y="762"/>
                </a:lnTo>
                <a:lnTo>
                  <a:pt x="7213" y="773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2"/>
                </a:lnTo>
                <a:lnTo>
                  <a:pt x="7120" y="762"/>
                </a:lnTo>
                <a:lnTo>
                  <a:pt x="7120" y="773"/>
                </a:lnTo>
                <a:moveTo>
                  <a:pt x="7025" y="773"/>
                </a:moveTo>
                <a:lnTo>
                  <a:pt x="6966" y="773"/>
                </a:lnTo>
                <a:lnTo>
                  <a:pt x="6966" y="762"/>
                </a:lnTo>
                <a:lnTo>
                  <a:pt x="7025" y="762"/>
                </a:lnTo>
                <a:lnTo>
                  <a:pt x="7025" y="773"/>
                </a:lnTo>
                <a:moveTo>
                  <a:pt x="6931" y="773"/>
                </a:moveTo>
                <a:lnTo>
                  <a:pt x="6873" y="773"/>
                </a:lnTo>
                <a:lnTo>
                  <a:pt x="6873" y="762"/>
                </a:lnTo>
                <a:lnTo>
                  <a:pt x="6931" y="762"/>
                </a:lnTo>
                <a:lnTo>
                  <a:pt x="6931" y="773"/>
                </a:lnTo>
                <a:moveTo>
                  <a:pt x="6837" y="773"/>
                </a:moveTo>
                <a:lnTo>
                  <a:pt x="6779" y="773"/>
                </a:lnTo>
                <a:lnTo>
                  <a:pt x="6779" y="762"/>
                </a:lnTo>
                <a:lnTo>
                  <a:pt x="6837" y="762"/>
                </a:lnTo>
                <a:lnTo>
                  <a:pt x="6837" y="773"/>
                </a:lnTo>
                <a:moveTo>
                  <a:pt x="6744" y="773"/>
                </a:moveTo>
                <a:lnTo>
                  <a:pt x="6685" y="773"/>
                </a:lnTo>
                <a:lnTo>
                  <a:pt x="6685" y="762"/>
                </a:lnTo>
                <a:lnTo>
                  <a:pt x="6744" y="762"/>
                </a:lnTo>
                <a:lnTo>
                  <a:pt x="6744" y="773"/>
                </a:lnTo>
                <a:moveTo>
                  <a:pt x="6650" y="773"/>
                </a:moveTo>
                <a:lnTo>
                  <a:pt x="6591" y="773"/>
                </a:lnTo>
                <a:lnTo>
                  <a:pt x="6591" y="762"/>
                </a:lnTo>
                <a:lnTo>
                  <a:pt x="6650" y="762"/>
                </a:lnTo>
                <a:lnTo>
                  <a:pt x="6650" y="773"/>
                </a:lnTo>
                <a:moveTo>
                  <a:pt x="6556" y="773"/>
                </a:moveTo>
                <a:lnTo>
                  <a:pt x="6498" y="773"/>
                </a:lnTo>
                <a:lnTo>
                  <a:pt x="6498" y="762"/>
                </a:lnTo>
                <a:lnTo>
                  <a:pt x="6556" y="762"/>
                </a:lnTo>
                <a:lnTo>
                  <a:pt x="6556" y="773"/>
                </a:lnTo>
                <a:moveTo>
                  <a:pt x="6462" y="773"/>
                </a:moveTo>
                <a:lnTo>
                  <a:pt x="6404" y="773"/>
                </a:lnTo>
                <a:lnTo>
                  <a:pt x="6404" y="762"/>
                </a:lnTo>
                <a:lnTo>
                  <a:pt x="6462" y="762"/>
                </a:lnTo>
                <a:lnTo>
                  <a:pt x="6462" y="773"/>
                </a:lnTo>
                <a:moveTo>
                  <a:pt x="6369" y="773"/>
                </a:moveTo>
                <a:lnTo>
                  <a:pt x="6310" y="773"/>
                </a:lnTo>
                <a:lnTo>
                  <a:pt x="6310" y="762"/>
                </a:lnTo>
                <a:lnTo>
                  <a:pt x="6369" y="762"/>
                </a:lnTo>
                <a:lnTo>
                  <a:pt x="6369" y="773"/>
                </a:lnTo>
                <a:moveTo>
                  <a:pt x="6275" y="773"/>
                </a:moveTo>
                <a:lnTo>
                  <a:pt x="6216" y="773"/>
                </a:lnTo>
                <a:lnTo>
                  <a:pt x="6216" y="762"/>
                </a:lnTo>
                <a:lnTo>
                  <a:pt x="6275" y="762"/>
                </a:lnTo>
                <a:lnTo>
                  <a:pt x="6275" y="773"/>
                </a:lnTo>
                <a:moveTo>
                  <a:pt x="6181" y="773"/>
                </a:moveTo>
                <a:lnTo>
                  <a:pt x="6123" y="773"/>
                </a:lnTo>
                <a:lnTo>
                  <a:pt x="6123" y="762"/>
                </a:lnTo>
                <a:lnTo>
                  <a:pt x="6181" y="762"/>
                </a:lnTo>
                <a:lnTo>
                  <a:pt x="6181" y="773"/>
                </a:lnTo>
                <a:moveTo>
                  <a:pt x="6087" y="773"/>
                </a:moveTo>
                <a:lnTo>
                  <a:pt x="6029" y="773"/>
                </a:lnTo>
                <a:lnTo>
                  <a:pt x="6029" y="762"/>
                </a:lnTo>
                <a:lnTo>
                  <a:pt x="6087" y="762"/>
                </a:lnTo>
                <a:lnTo>
                  <a:pt x="6087" y="773"/>
                </a:lnTo>
                <a:moveTo>
                  <a:pt x="5994" y="773"/>
                </a:moveTo>
                <a:lnTo>
                  <a:pt x="5935" y="773"/>
                </a:lnTo>
                <a:lnTo>
                  <a:pt x="5935" y="762"/>
                </a:lnTo>
                <a:lnTo>
                  <a:pt x="5994" y="762"/>
                </a:lnTo>
                <a:lnTo>
                  <a:pt x="5994" y="773"/>
                </a:lnTo>
                <a:moveTo>
                  <a:pt x="5900" y="773"/>
                </a:moveTo>
                <a:lnTo>
                  <a:pt x="5841" y="773"/>
                </a:lnTo>
                <a:lnTo>
                  <a:pt x="5841" y="762"/>
                </a:lnTo>
                <a:lnTo>
                  <a:pt x="5900" y="762"/>
                </a:lnTo>
                <a:lnTo>
                  <a:pt x="5900" y="773"/>
                </a:lnTo>
                <a:moveTo>
                  <a:pt x="5806" y="773"/>
                </a:moveTo>
                <a:lnTo>
                  <a:pt x="5748" y="773"/>
                </a:lnTo>
                <a:lnTo>
                  <a:pt x="5748" y="762"/>
                </a:lnTo>
                <a:lnTo>
                  <a:pt x="5806" y="762"/>
                </a:lnTo>
                <a:lnTo>
                  <a:pt x="5806" y="773"/>
                </a:lnTo>
                <a:moveTo>
                  <a:pt x="5712" y="773"/>
                </a:moveTo>
                <a:lnTo>
                  <a:pt x="5654" y="773"/>
                </a:lnTo>
                <a:lnTo>
                  <a:pt x="5654" y="762"/>
                </a:lnTo>
                <a:lnTo>
                  <a:pt x="5712" y="762"/>
                </a:lnTo>
                <a:lnTo>
                  <a:pt x="5712" y="773"/>
                </a:lnTo>
                <a:moveTo>
                  <a:pt x="5619" y="773"/>
                </a:moveTo>
                <a:lnTo>
                  <a:pt x="5560" y="773"/>
                </a:lnTo>
                <a:lnTo>
                  <a:pt x="5560" y="762"/>
                </a:lnTo>
                <a:lnTo>
                  <a:pt x="5619" y="762"/>
                </a:lnTo>
                <a:lnTo>
                  <a:pt x="5619" y="773"/>
                </a:lnTo>
                <a:moveTo>
                  <a:pt x="5525" y="773"/>
                </a:moveTo>
                <a:lnTo>
                  <a:pt x="5466" y="773"/>
                </a:lnTo>
                <a:lnTo>
                  <a:pt x="5466" y="762"/>
                </a:lnTo>
                <a:lnTo>
                  <a:pt x="5525" y="762"/>
                </a:lnTo>
                <a:lnTo>
                  <a:pt x="5525" y="773"/>
                </a:lnTo>
                <a:moveTo>
                  <a:pt x="5431" y="773"/>
                </a:moveTo>
                <a:lnTo>
                  <a:pt x="5373" y="773"/>
                </a:lnTo>
                <a:lnTo>
                  <a:pt x="5373" y="762"/>
                </a:lnTo>
                <a:lnTo>
                  <a:pt x="5431" y="762"/>
                </a:lnTo>
                <a:lnTo>
                  <a:pt x="5431" y="773"/>
                </a:lnTo>
                <a:moveTo>
                  <a:pt x="5337" y="773"/>
                </a:moveTo>
                <a:lnTo>
                  <a:pt x="5279" y="773"/>
                </a:lnTo>
                <a:lnTo>
                  <a:pt x="5279" y="762"/>
                </a:lnTo>
                <a:lnTo>
                  <a:pt x="5337" y="762"/>
                </a:lnTo>
                <a:lnTo>
                  <a:pt x="5337" y="773"/>
                </a:lnTo>
                <a:moveTo>
                  <a:pt x="5244" y="773"/>
                </a:moveTo>
                <a:lnTo>
                  <a:pt x="5185" y="773"/>
                </a:lnTo>
                <a:lnTo>
                  <a:pt x="5185" y="762"/>
                </a:lnTo>
                <a:lnTo>
                  <a:pt x="5244" y="762"/>
                </a:lnTo>
                <a:lnTo>
                  <a:pt x="5244" y="773"/>
                </a:lnTo>
                <a:moveTo>
                  <a:pt x="5150" y="773"/>
                </a:moveTo>
                <a:lnTo>
                  <a:pt x="5091" y="773"/>
                </a:lnTo>
                <a:lnTo>
                  <a:pt x="5091" y="762"/>
                </a:lnTo>
                <a:lnTo>
                  <a:pt x="5150" y="762"/>
                </a:lnTo>
                <a:lnTo>
                  <a:pt x="5150" y="773"/>
                </a:lnTo>
                <a:moveTo>
                  <a:pt x="5056" y="773"/>
                </a:moveTo>
                <a:lnTo>
                  <a:pt x="4998" y="773"/>
                </a:lnTo>
                <a:lnTo>
                  <a:pt x="4998" y="762"/>
                </a:lnTo>
                <a:lnTo>
                  <a:pt x="5056" y="762"/>
                </a:lnTo>
                <a:lnTo>
                  <a:pt x="5056" y="773"/>
                </a:lnTo>
                <a:moveTo>
                  <a:pt x="4962" y="773"/>
                </a:moveTo>
                <a:lnTo>
                  <a:pt x="4904" y="773"/>
                </a:lnTo>
                <a:lnTo>
                  <a:pt x="4904" y="762"/>
                </a:lnTo>
                <a:lnTo>
                  <a:pt x="4962" y="762"/>
                </a:lnTo>
                <a:lnTo>
                  <a:pt x="4962" y="773"/>
                </a:lnTo>
                <a:moveTo>
                  <a:pt x="4869" y="773"/>
                </a:moveTo>
                <a:lnTo>
                  <a:pt x="4810" y="773"/>
                </a:lnTo>
                <a:lnTo>
                  <a:pt x="4810" y="762"/>
                </a:lnTo>
                <a:lnTo>
                  <a:pt x="4869" y="762"/>
                </a:lnTo>
                <a:lnTo>
                  <a:pt x="4869" y="773"/>
                </a:lnTo>
                <a:moveTo>
                  <a:pt x="4775" y="773"/>
                </a:moveTo>
                <a:lnTo>
                  <a:pt x="4716" y="773"/>
                </a:lnTo>
                <a:lnTo>
                  <a:pt x="4716" y="762"/>
                </a:lnTo>
                <a:lnTo>
                  <a:pt x="4775" y="762"/>
                </a:lnTo>
                <a:lnTo>
                  <a:pt x="4775" y="773"/>
                </a:lnTo>
                <a:moveTo>
                  <a:pt x="4681" y="773"/>
                </a:moveTo>
                <a:lnTo>
                  <a:pt x="4623" y="773"/>
                </a:lnTo>
                <a:lnTo>
                  <a:pt x="4623" y="762"/>
                </a:lnTo>
                <a:lnTo>
                  <a:pt x="4681" y="762"/>
                </a:lnTo>
                <a:lnTo>
                  <a:pt x="4681" y="773"/>
                </a:lnTo>
                <a:moveTo>
                  <a:pt x="4588" y="773"/>
                </a:moveTo>
                <a:lnTo>
                  <a:pt x="4529" y="773"/>
                </a:lnTo>
                <a:lnTo>
                  <a:pt x="4529" y="762"/>
                </a:lnTo>
                <a:lnTo>
                  <a:pt x="4588" y="762"/>
                </a:lnTo>
                <a:lnTo>
                  <a:pt x="4588" y="773"/>
                </a:lnTo>
                <a:moveTo>
                  <a:pt x="4494" y="773"/>
                </a:moveTo>
                <a:lnTo>
                  <a:pt x="4435" y="773"/>
                </a:lnTo>
                <a:lnTo>
                  <a:pt x="4435" y="762"/>
                </a:lnTo>
                <a:lnTo>
                  <a:pt x="4494" y="762"/>
                </a:lnTo>
                <a:lnTo>
                  <a:pt x="4494" y="773"/>
                </a:lnTo>
                <a:moveTo>
                  <a:pt x="4400" y="773"/>
                </a:moveTo>
                <a:lnTo>
                  <a:pt x="4341" y="773"/>
                </a:lnTo>
                <a:lnTo>
                  <a:pt x="4341" y="762"/>
                </a:lnTo>
                <a:lnTo>
                  <a:pt x="4400" y="762"/>
                </a:lnTo>
                <a:lnTo>
                  <a:pt x="4400" y="773"/>
                </a:lnTo>
                <a:moveTo>
                  <a:pt x="4306" y="773"/>
                </a:moveTo>
                <a:lnTo>
                  <a:pt x="4248" y="773"/>
                </a:lnTo>
                <a:lnTo>
                  <a:pt x="4248" y="762"/>
                </a:lnTo>
                <a:lnTo>
                  <a:pt x="4306" y="762"/>
                </a:lnTo>
                <a:lnTo>
                  <a:pt x="4306" y="773"/>
                </a:lnTo>
                <a:moveTo>
                  <a:pt x="4213" y="773"/>
                </a:moveTo>
                <a:lnTo>
                  <a:pt x="4154" y="773"/>
                </a:lnTo>
                <a:lnTo>
                  <a:pt x="4154" y="762"/>
                </a:lnTo>
                <a:lnTo>
                  <a:pt x="4213" y="762"/>
                </a:lnTo>
                <a:lnTo>
                  <a:pt x="4213" y="773"/>
                </a:lnTo>
                <a:moveTo>
                  <a:pt x="4119" y="773"/>
                </a:moveTo>
                <a:lnTo>
                  <a:pt x="4060" y="773"/>
                </a:lnTo>
                <a:lnTo>
                  <a:pt x="4060" y="762"/>
                </a:lnTo>
                <a:lnTo>
                  <a:pt x="4119" y="762"/>
                </a:lnTo>
                <a:lnTo>
                  <a:pt x="4119" y="773"/>
                </a:lnTo>
                <a:moveTo>
                  <a:pt x="4025" y="773"/>
                </a:moveTo>
                <a:lnTo>
                  <a:pt x="3966" y="773"/>
                </a:lnTo>
                <a:lnTo>
                  <a:pt x="3966" y="762"/>
                </a:lnTo>
                <a:lnTo>
                  <a:pt x="4025" y="762"/>
                </a:lnTo>
                <a:lnTo>
                  <a:pt x="4025" y="773"/>
                </a:lnTo>
                <a:moveTo>
                  <a:pt x="3931" y="773"/>
                </a:moveTo>
                <a:lnTo>
                  <a:pt x="3873" y="773"/>
                </a:lnTo>
                <a:lnTo>
                  <a:pt x="3873" y="762"/>
                </a:lnTo>
                <a:lnTo>
                  <a:pt x="3931" y="762"/>
                </a:lnTo>
                <a:lnTo>
                  <a:pt x="3931" y="773"/>
                </a:lnTo>
                <a:moveTo>
                  <a:pt x="3838" y="773"/>
                </a:moveTo>
                <a:lnTo>
                  <a:pt x="3779" y="773"/>
                </a:lnTo>
                <a:lnTo>
                  <a:pt x="3779" y="762"/>
                </a:lnTo>
                <a:lnTo>
                  <a:pt x="3838" y="762"/>
                </a:lnTo>
                <a:lnTo>
                  <a:pt x="3838" y="773"/>
                </a:lnTo>
                <a:moveTo>
                  <a:pt x="3744" y="773"/>
                </a:moveTo>
                <a:lnTo>
                  <a:pt x="3685" y="773"/>
                </a:lnTo>
                <a:lnTo>
                  <a:pt x="3685" y="762"/>
                </a:lnTo>
                <a:lnTo>
                  <a:pt x="3744" y="762"/>
                </a:lnTo>
                <a:lnTo>
                  <a:pt x="3744" y="773"/>
                </a:lnTo>
                <a:moveTo>
                  <a:pt x="3650" y="773"/>
                </a:moveTo>
                <a:lnTo>
                  <a:pt x="3591" y="773"/>
                </a:lnTo>
                <a:lnTo>
                  <a:pt x="3591" y="762"/>
                </a:lnTo>
                <a:lnTo>
                  <a:pt x="3650" y="762"/>
                </a:lnTo>
                <a:lnTo>
                  <a:pt x="3650" y="773"/>
                </a:lnTo>
                <a:moveTo>
                  <a:pt x="3556" y="773"/>
                </a:moveTo>
                <a:lnTo>
                  <a:pt x="3498" y="773"/>
                </a:lnTo>
                <a:lnTo>
                  <a:pt x="3498" y="762"/>
                </a:lnTo>
                <a:lnTo>
                  <a:pt x="3556" y="762"/>
                </a:lnTo>
                <a:lnTo>
                  <a:pt x="3556" y="773"/>
                </a:lnTo>
                <a:moveTo>
                  <a:pt x="3463" y="773"/>
                </a:moveTo>
                <a:lnTo>
                  <a:pt x="3404" y="773"/>
                </a:lnTo>
                <a:lnTo>
                  <a:pt x="3404" y="762"/>
                </a:lnTo>
                <a:lnTo>
                  <a:pt x="3463" y="762"/>
                </a:lnTo>
                <a:lnTo>
                  <a:pt x="3463" y="773"/>
                </a:lnTo>
                <a:moveTo>
                  <a:pt x="3369" y="773"/>
                </a:moveTo>
                <a:lnTo>
                  <a:pt x="3310" y="773"/>
                </a:lnTo>
                <a:lnTo>
                  <a:pt x="3310" y="762"/>
                </a:lnTo>
                <a:lnTo>
                  <a:pt x="3369" y="762"/>
                </a:lnTo>
                <a:lnTo>
                  <a:pt x="3369" y="773"/>
                </a:lnTo>
                <a:moveTo>
                  <a:pt x="3275" y="773"/>
                </a:moveTo>
                <a:lnTo>
                  <a:pt x="3216" y="773"/>
                </a:lnTo>
                <a:lnTo>
                  <a:pt x="3216" y="762"/>
                </a:lnTo>
                <a:lnTo>
                  <a:pt x="3275" y="762"/>
                </a:lnTo>
                <a:lnTo>
                  <a:pt x="3275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2"/>
                </a:lnTo>
                <a:lnTo>
                  <a:pt x="3181" y="762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2"/>
                </a:lnTo>
                <a:lnTo>
                  <a:pt x="3088" y="762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2"/>
                </a:lnTo>
                <a:lnTo>
                  <a:pt x="2994" y="762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2"/>
                </a:lnTo>
                <a:lnTo>
                  <a:pt x="2900" y="762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2"/>
                </a:lnTo>
                <a:lnTo>
                  <a:pt x="2806" y="762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2"/>
                </a:lnTo>
                <a:lnTo>
                  <a:pt x="2713" y="762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2"/>
                </a:lnTo>
                <a:lnTo>
                  <a:pt x="2619" y="762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2"/>
                </a:lnTo>
                <a:lnTo>
                  <a:pt x="2525" y="762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2"/>
                </a:lnTo>
                <a:lnTo>
                  <a:pt x="2431" y="762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2"/>
                </a:lnTo>
                <a:lnTo>
                  <a:pt x="2338" y="762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2"/>
                </a:lnTo>
                <a:lnTo>
                  <a:pt x="2244" y="762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2"/>
                </a:lnTo>
                <a:lnTo>
                  <a:pt x="2150" y="762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2"/>
                </a:lnTo>
                <a:lnTo>
                  <a:pt x="2056" y="762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2"/>
                </a:lnTo>
                <a:lnTo>
                  <a:pt x="1963" y="762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2"/>
                </a:lnTo>
                <a:lnTo>
                  <a:pt x="1869" y="762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2"/>
                </a:lnTo>
                <a:lnTo>
                  <a:pt x="1775" y="762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2"/>
                </a:lnTo>
                <a:lnTo>
                  <a:pt x="1681" y="762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2"/>
                </a:lnTo>
                <a:lnTo>
                  <a:pt x="1588" y="762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2"/>
                </a:lnTo>
                <a:lnTo>
                  <a:pt x="1494" y="762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2"/>
                </a:lnTo>
                <a:lnTo>
                  <a:pt x="1400" y="762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2"/>
                </a:lnTo>
                <a:lnTo>
                  <a:pt x="1306" y="762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2"/>
                </a:lnTo>
                <a:lnTo>
                  <a:pt x="1213" y="762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2"/>
                </a:lnTo>
                <a:lnTo>
                  <a:pt x="1119" y="762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2"/>
                </a:lnTo>
                <a:lnTo>
                  <a:pt x="1025" y="762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2"/>
                </a:lnTo>
                <a:lnTo>
                  <a:pt x="931" y="762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2"/>
                </a:lnTo>
                <a:lnTo>
                  <a:pt x="838" y="762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2"/>
                </a:lnTo>
                <a:lnTo>
                  <a:pt x="744" y="762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2"/>
                </a:lnTo>
                <a:lnTo>
                  <a:pt x="650" y="762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2"/>
                </a:lnTo>
                <a:lnTo>
                  <a:pt x="556" y="762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2"/>
                </a:lnTo>
                <a:lnTo>
                  <a:pt x="463" y="762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2"/>
                </a:lnTo>
                <a:lnTo>
                  <a:pt x="369" y="762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2"/>
                </a:lnTo>
                <a:lnTo>
                  <a:pt x="275" y="762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2"/>
                </a:lnTo>
                <a:lnTo>
                  <a:pt x="181" y="762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2"/>
                </a:lnTo>
                <a:lnTo>
                  <a:pt x="88" y="762"/>
                </a:lnTo>
                <a:lnTo>
                  <a:pt x="88" y="773"/>
                </a:lnTo>
                <a:moveTo>
                  <a:pt x="0" y="756"/>
                </a:moveTo>
                <a:lnTo>
                  <a:pt x="0" y="697"/>
                </a:lnTo>
                <a:lnTo>
                  <a:pt x="12" y="697"/>
                </a:lnTo>
                <a:lnTo>
                  <a:pt x="12" y="756"/>
                </a:lnTo>
                <a:lnTo>
                  <a:pt x="0" y="756"/>
                </a:lnTo>
                <a:moveTo>
                  <a:pt x="0" y="662"/>
                </a:moveTo>
                <a:lnTo>
                  <a:pt x="0" y="603"/>
                </a:lnTo>
                <a:lnTo>
                  <a:pt x="12" y="603"/>
                </a:lnTo>
                <a:lnTo>
                  <a:pt x="12" y="662"/>
                </a:lnTo>
                <a:lnTo>
                  <a:pt x="0" y="662"/>
                </a:lnTo>
                <a:moveTo>
                  <a:pt x="0" y="568"/>
                </a:moveTo>
                <a:lnTo>
                  <a:pt x="0" y="509"/>
                </a:lnTo>
                <a:lnTo>
                  <a:pt x="12" y="509"/>
                </a:lnTo>
                <a:lnTo>
                  <a:pt x="12" y="568"/>
                </a:lnTo>
                <a:lnTo>
                  <a:pt x="0" y="568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116040" y="272952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116040" y="27442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2754000" y="2480400"/>
            <a:ext cx="2481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2754000" y="2724840"/>
            <a:ext cx="427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2754000" y="2792880"/>
            <a:ext cx="212976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2711880" y="3087360"/>
            <a:ext cx="2632680" cy="273960"/>
          </a:xfrm>
          <a:custGeom>
            <a:avLst/>
            <a:gdLst/>
            <a:ahLst/>
            <a:rect l="0" t="0" r="r" b="b"/>
            <a:pathLst>
              <a:path w="7313" h="761">
                <a:moveTo>
                  <a:pt x="0" y="0"/>
                </a:moveTo>
                <a:lnTo>
                  <a:pt x="7313" y="0"/>
                </a:lnTo>
                <a:lnTo>
                  <a:pt x="7313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2709720" y="3085200"/>
            <a:ext cx="2637000" cy="278280"/>
          </a:xfrm>
          <a:custGeom>
            <a:avLst/>
            <a:gdLst/>
            <a:ahLst/>
            <a:rect l="0" t="0" r="r" b="b"/>
            <a:pathLst>
              <a:path w="7325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25" y="6"/>
                </a:moveTo>
                <a:lnTo>
                  <a:pt x="7325" y="64"/>
                </a:lnTo>
                <a:lnTo>
                  <a:pt x="7313" y="64"/>
                </a:lnTo>
                <a:lnTo>
                  <a:pt x="7313" y="6"/>
                </a:lnTo>
                <a:lnTo>
                  <a:pt x="7325" y="6"/>
                </a:lnTo>
                <a:moveTo>
                  <a:pt x="7325" y="100"/>
                </a:moveTo>
                <a:lnTo>
                  <a:pt x="7325" y="158"/>
                </a:lnTo>
                <a:lnTo>
                  <a:pt x="7313" y="158"/>
                </a:lnTo>
                <a:lnTo>
                  <a:pt x="7313" y="100"/>
                </a:lnTo>
                <a:lnTo>
                  <a:pt x="7325" y="100"/>
                </a:lnTo>
                <a:moveTo>
                  <a:pt x="7325" y="193"/>
                </a:moveTo>
                <a:lnTo>
                  <a:pt x="7325" y="252"/>
                </a:lnTo>
                <a:lnTo>
                  <a:pt x="7313" y="252"/>
                </a:lnTo>
                <a:lnTo>
                  <a:pt x="7313" y="193"/>
                </a:lnTo>
                <a:lnTo>
                  <a:pt x="7325" y="193"/>
                </a:lnTo>
                <a:moveTo>
                  <a:pt x="7325" y="287"/>
                </a:moveTo>
                <a:lnTo>
                  <a:pt x="7325" y="346"/>
                </a:lnTo>
                <a:lnTo>
                  <a:pt x="7313" y="346"/>
                </a:lnTo>
                <a:lnTo>
                  <a:pt x="7313" y="287"/>
                </a:lnTo>
                <a:lnTo>
                  <a:pt x="7325" y="287"/>
                </a:lnTo>
                <a:moveTo>
                  <a:pt x="7325" y="381"/>
                </a:moveTo>
                <a:lnTo>
                  <a:pt x="7325" y="440"/>
                </a:lnTo>
                <a:lnTo>
                  <a:pt x="7313" y="440"/>
                </a:lnTo>
                <a:lnTo>
                  <a:pt x="7313" y="381"/>
                </a:lnTo>
                <a:lnTo>
                  <a:pt x="7325" y="381"/>
                </a:lnTo>
                <a:moveTo>
                  <a:pt x="7325" y="475"/>
                </a:moveTo>
                <a:lnTo>
                  <a:pt x="7325" y="533"/>
                </a:lnTo>
                <a:lnTo>
                  <a:pt x="7313" y="533"/>
                </a:lnTo>
                <a:lnTo>
                  <a:pt x="7313" y="475"/>
                </a:lnTo>
                <a:lnTo>
                  <a:pt x="7325" y="475"/>
                </a:lnTo>
                <a:moveTo>
                  <a:pt x="7325" y="569"/>
                </a:moveTo>
                <a:lnTo>
                  <a:pt x="7325" y="627"/>
                </a:lnTo>
                <a:lnTo>
                  <a:pt x="7313" y="627"/>
                </a:lnTo>
                <a:lnTo>
                  <a:pt x="7313" y="569"/>
                </a:lnTo>
                <a:lnTo>
                  <a:pt x="7325" y="569"/>
                </a:lnTo>
                <a:moveTo>
                  <a:pt x="7325" y="662"/>
                </a:moveTo>
                <a:lnTo>
                  <a:pt x="7325" y="721"/>
                </a:lnTo>
                <a:lnTo>
                  <a:pt x="7313" y="721"/>
                </a:lnTo>
                <a:lnTo>
                  <a:pt x="7313" y="662"/>
                </a:lnTo>
                <a:lnTo>
                  <a:pt x="7325" y="662"/>
                </a:lnTo>
                <a:moveTo>
                  <a:pt x="7325" y="756"/>
                </a:moveTo>
                <a:lnTo>
                  <a:pt x="7325" y="773"/>
                </a:lnTo>
                <a:lnTo>
                  <a:pt x="7272" y="773"/>
                </a:lnTo>
                <a:lnTo>
                  <a:pt x="7272" y="762"/>
                </a:lnTo>
                <a:lnTo>
                  <a:pt x="7319" y="762"/>
                </a:lnTo>
                <a:lnTo>
                  <a:pt x="7319" y="767"/>
                </a:lnTo>
                <a:lnTo>
                  <a:pt x="7313" y="767"/>
                </a:lnTo>
                <a:lnTo>
                  <a:pt x="7313" y="756"/>
                </a:lnTo>
                <a:lnTo>
                  <a:pt x="7325" y="756"/>
                </a:lnTo>
                <a:moveTo>
                  <a:pt x="7237" y="773"/>
                </a:moveTo>
                <a:lnTo>
                  <a:pt x="7178" y="773"/>
                </a:lnTo>
                <a:lnTo>
                  <a:pt x="7178" y="762"/>
                </a:lnTo>
                <a:lnTo>
                  <a:pt x="7237" y="762"/>
                </a:lnTo>
                <a:lnTo>
                  <a:pt x="7237" y="773"/>
                </a:lnTo>
                <a:moveTo>
                  <a:pt x="7143" y="773"/>
                </a:moveTo>
                <a:lnTo>
                  <a:pt x="7084" y="773"/>
                </a:lnTo>
                <a:lnTo>
                  <a:pt x="7084" y="762"/>
                </a:lnTo>
                <a:lnTo>
                  <a:pt x="7143" y="762"/>
                </a:lnTo>
                <a:lnTo>
                  <a:pt x="7143" y="773"/>
                </a:lnTo>
                <a:moveTo>
                  <a:pt x="7049" y="773"/>
                </a:moveTo>
                <a:lnTo>
                  <a:pt x="6991" y="773"/>
                </a:lnTo>
                <a:lnTo>
                  <a:pt x="6991" y="762"/>
                </a:lnTo>
                <a:lnTo>
                  <a:pt x="7049" y="762"/>
                </a:lnTo>
                <a:lnTo>
                  <a:pt x="7049" y="773"/>
                </a:lnTo>
                <a:moveTo>
                  <a:pt x="6956" y="773"/>
                </a:moveTo>
                <a:lnTo>
                  <a:pt x="6897" y="773"/>
                </a:lnTo>
                <a:lnTo>
                  <a:pt x="6897" y="762"/>
                </a:lnTo>
                <a:lnTo>
                  <a:pt x="6956" y="762"/>
                </a:lnTo>
                <a:lnTo>
                  <a:pt x="6956" y="773"/>
                </a:lnTo>
                <a:moveTo>
                  <a:pt x="6862" y="773"/>
                </a:moveTo>
                <a:lnTo>
                  <a:pt x="6803" y="773"/>
                </a:lnTo>
                <a:lnTo>
                  <a:pt x="6803" y="762"/>
                </a:lnTo>
                <a:lnTo>
                  <a:pt x="6862" y="762"/>
                </a:lnTo>
                <a:lnTo>
                  <a:pt x="6862" y="773"/>
                </a:lnTo>
                <a:moveTo>
                  <a:pt x="6768" y="773"/>
                </a:moveTo>
                <a:lnTo>
                  <a:pt x="6710" y="773"/>
                </a:lnTo>
                <a:lnTo>
                  <a:pt x="6710" y="762"/>
                </a:lnTo>
                <a:lnTo>
                  <a:pt x="6768" y="762"/>
                </a:lnTo>
                <a:lnTo>
                  <a:pt x="6768" y="773"/>
                </a:lnTo>
                <a:moveTo>
                  <a:pt x="6674" y="773"/>
                </a:moveTo>
                <a:lnTo>
                  <a:pt x="6616" y="773"/>
                </a:lnTo>
                <a:lnTo>
                  <a:pt x="6616" y="762"/>
                </a:lnTo>
                <a:lnTo>
                  <a:pt x="6674" y="762"/>
                </a:lnTo>
                <a:lnTo>
                  <a:pt x="6674" y="773"/>
                </a:lnTo>
                <a:moveTo>
                  <a:pt x="6581" y="773"/>
                </a:moveTo>
                <a:lnTo>
                  <a:pt x="6522" y="773"/>
                </a:lnTo>
                <a:lnTo>
                  <a:pt x="6522" y="762"/>
                </a:lnTo>
                <a:lnTo>
                  <a:pt x="6581" y="762"/>
                </a:lnTo>
                <a:lnTo>
                  <a:pt x="6581" y="773"/>
                </a:lnTo>
                <a:moveTo>
                  <a:pt x="6487" y="773"/>
                </a:moveTo>
                <a:lnTo>
                  <a:pt x="6428" y="773"/>
                </a:lnTo>
                <a:lnTo>
                  <a:pt x="6428" y="762"/>
                </a:lnTo>
                <a:lnTo>
                  <a:pt x="6487" y="762"/>
                </a:lnTo>
                <a:lnTo>
                  <a:pt x="6487" y="773"/>
                </a:lnTo>
                <a:moveTo>
                  <a:pt x="6393" y="773"/>
                </a:moveTo>
                <a:lnTo>
                  <a:pt x="6335" y="773"/>
                </a:lnTo>
                <a:lnTo>
                  <a:pt x="6335" y="762"/>
                </a:lnTo>
                <a:lnTo>
                  <a:pt x="6393" y="762"/>
                </a:lnTo>
                <a:lnTo>
                  <a:pt x="6393" y="773"/>
                </a:lnTo>
                <a:moveTo>
                  <a:pt x="6299" y="773"/>
                </a:moveTo>
                <a:lnTo>
                  <a:pt x="6241" y="773"/>
                </a:lnTo>
                <a:lnTo>
                  <a:pt x="6241" y="762"/>
                </a:lnTo>
                <a:lnTo>
                  <a:pt x="6299" y="762"/>
                </a:lnTo>
                <a:lnTo>
                  <a:pt x="6299" y="773"/>
                </a:lnTo>
                <a:moveTo>
                  <a:pt x="6206" y="773"/>
                </a:moveTo>
                <a:lnTo>
                  <a:pt x="6147" y="773"/>
                </a:lnTo>
                <a:lnTo>
                  <a:pt x="6147" y="762"/>
                </a:lnTo>
                <a:lnTo>
                  <a:pt x="6206" y="762"/>
                </a:lnTo>
                <a:lnTo>
                  <a:pt x="6206" y="773"/>
                </a:lnTo>
                <a:moveTo>
                  <a:pt x="6112" y="773"/>
                </a:moveTo>
                <a:lnTo>
                  <a:pt x="6053" y="773"/>
                </a:lnTo>
                <a:lnTo>
                  <a:pt x="6053" y="762"/>
                </a:lnTo>
                <a:lnTo>
                  <a:pt x="6112" y="762"/>
                </a:lnTo>
                <a:lnTo>
                  <a:pt x="6112" y="773"/>
                </a:lnTo>
                <a:moveTo>
                  <a:pt x="6018" y="773"/>
                </a:moveTo>
                <a:lnTo>
                  <a:pt x="5960" y="773"/>
                </a:lnTo>
                <a:lnTo>
                  <a:pt x="5960" y="762"/>
                </a:lnTo>
                <a:lnTo>
                  <a:pt x="6018" y="762"/>
                </a:lnTo>
                <a:lnTo>
                  <a:pt x="6018" y="773"/>
                </a:lnTo>
                <a:moveTo>
                  <a:pt x="5924" y="773"/>
                </a:moveTo>
                <a:lnTo>
                  <a:pt x="5866" y="773"/>
                </a:lnTo>
                <a:lnTo>
                  <a:pt x="5866" y="762"/>
                </a:lnTo>
                <a:lnTo>
                  <a:pt x="5924" y="762"/>
                </a:lnTo>
                <a:lnTo>
                  <a:pt x="5924" y="773"/>
                </a:lnTo>
                <a:moveTo>
                  <a:pt x="5831" y="773"/>
                </a:moveTo>
                <a:lnTo>
                  <a:pt x="5772" y="773"/>
                </a:lnTo>
                <a:lnTo>
                  <a:pt x="5772" y="762"/>
                </a:lnTo>
                <a:lnTo>
                  <a:pt x="5831" y="762"/>
                </a:lnTo>
                <a:lnTo>
                  <a:pt x="5831" y="773"/>
                </a:lnTo>
                <a:moveTo>
                  <a:pt x="5737" y="773"/>
                </a:moveTo>
                <a:lnTo>
                  <a:pt x="5678" y="773"/>
                </a:lnTo>
                <a:lnTo>
                  <a:pt x="5678" y="762"/>
                </a:lnTo>
                <a:lnTo>
                  <a:pt x="5737" y="762"/>
                </a:lnTo>
                <a:lnTo>
                  <a:pt x="5737" y="773"/>
                </a:lnTo>
                <a:moveTo>
                  <a:pt x="5643" y="773"/>
                </a:moveTo>
                <a:lnTo>
                  <a:pt x="5585" y="773"/>
                </a:lnTo>
                <a:lnTo>
                  <a:pt x="5585" y="762"/>
                </a:lnTo>
                <a:lnTo>
                  <a:pt x="5643" y="762"/>
                </a:lnTo>
                <a:lnTo>
                  <a:pt x="5643" y="773"/>
                </a:lnTo>
                <a:moveTo>
                  <a:pt x="5549" y="773"/>
                </a:moveTo>
                <a:lnTo>
                  <a:pt x="5491" y="773"/>
                </a:lnTo>
                <a:lnTo>
                  <a:pt x="5491" y="762"/>
                </a:lnTo>
                <a:lnTo>
                  <a:pt x="5549" y="762"/>
                </a:lnTo>
                <a:lnTo>
                  <a:pt x="5549" y="773"/>
                </a:lnTo>
                <a:moveTo>
                  <a:pt x="5456" y="773"/>
                </a:moveTo>
                <a:lnTo>
                  <a:pt x="5397" y="773"/>
                </a:lnTo>
                <a:lnTo>
                  <a:pt x="5397" y="762"/>
                </a:lnTo>
                <a:lnTo>
                  <a:pt x="5456" y="762"/>
                </a:lnTo>
                <a:lnTo>
                  <a:pt x="5456" y="773"/>
                </a:lnTo>
                <a:moveTo>
                  <a:pt x="5362" y="773"/>
                </a:moveTo>
                <a:lnTo>
                  <a:pt x="5303" y="773"/>
                </a:lnTo>
                <a:lnTo>
                  <a:pt x="5303" y="762"/>
                </a:lnTo>
                <a:lnTo>
                  <a:pt x="5362" y="762"/>
                </a:lnTo>
                <a:lnTo>
                  <a:pt x="5362" y="773"/>
                </a:lnTo>
                <a:moveTo>
                  <a:pt x="5268" y="773"/>
                </a:moveTo>
                <a:lnTo>
                  <a:pt x="5210" y="773"/>
                </a:lnTo>
                <a:lnTo>
                  <a:pt x="5210" y="762"/>
                </a:lnTo>
                <a:lnTo>
                  <a:pt x="5268" y="762"/>
                </a:lnTo>
                <a:lnTo>
                  <a:pt x="5268" y="773"/>
                </a:lnTo>
                <a:moveTo>
                  <a:pt x="5174" y="773"/>
                </a:moveTo>
                <a:lnTo>
                  <a:pt x="5116" y="773"/>
                </a:lnTo>
                <a:lnTo>
                  <a:pt x="5116" y="762"/>
                </a:lnTo>
                <a:lnTo>
                  <a:pt x="5174" y="762"/>
                </a:lnTo>
                <a:lnTo>
                  <a:pt x="5174" y="773"/>
                </a:lnTo>
                <a:moveTo>
                  <a:pt x="5081" y="773"/>
                </a:moveTo>
                <a:lnTo>
                  <a:pt x="5022" y="773"/>
                </a:lnTo>
                <a:lnTo>
                  <a:pt x="5022" y="762"/>
                </a:lnTo>
                <a:lnTo>
                  <a:pt x="5081" y="762"/>
                </a:lnTo>
                <a:lnTo>
                  <a:pt x="5081" y="773"/>
                </a:lnTo>
                <a:moveTo>
                  <a:pt x="4987" y="773"/>
                </a:moveTo>
                <a:lnTo>
                  <a:pt x="4928" y="773"/>
                </a:lnTo>
                <a:lnTo>
                  <a:pt x="4928" y="762"/>
                </a:lnTo>
                <a:lnTo>
                  <a:pt x="4987" y="762"/>
                </a:lnTo>
                <a:lnTo>
                  <a:pt x="4987" y="773"/>
                </a:lnTo>
                <a:moveTo>
                  <a:pt x="4893" y="773"/>
                </a:moveTo>
                <a:lnTo>
                  <a:pt x="4835" y="773"/>
                </a:lnTo>
                <a:lnTo>
                  <a:pt x="4835" y="762"/>
                </a:lnTo>
                <a:lnTo>
                  <a:pt x="4893" y="762"/>
                </a:lnTo>
                <a:lnTo>
                  <a:pt x="4893" y="773"/>
                </a:lnTo>
                <a:moveTo>
                  <a:pt x="4799" y="773"/>
                </a:moveTo>
                <a:lnTo>
                  <a:pt x="4741" y="773"/>
                </a:lnTo>
                <a:lnTo>
                  <a:pt x="4741" y="762"/>
                </a:lnTo>
                <a:lnTo>
                  <a:pt x="4799" y="762"/>
                </a:lnTo>
                <a:lnTo>
                  <a:pt x="4799" y="773"/>
                </a:lnTo>
                <a:moveTo>
                  <a:pt x="4706" y="773"/>
                </a:moveTo>
                <a:lnTo>
                  <a:pt x="4647" y="773"/>
                </a:lnTo>
                <a:lnTo>
                  <a:pt x="4647" y="762"/>
                </a:lnTo>
                <a:lnTo>
                  <a:pt x="4706" y="762"/>
                </a:lnTo>
                <a:lnTo>
                  <a:pt x="4706" y="773"/>
                </a:lnTo>
                <a:moveTo>
                  <a:pt x="4612" y="773"/>
                </a:moveTo>
                <a:lnTo>
                  <a:pt x="4553" y="773"/>
                </a:lnTo>
                <a:lnTo>
                  <a:pt x="4553" y="762"/>
                </a:lnTo>
                <a:lnTo>
                  <a:pt x="4612" y="762"/>
                </a:lnTo>
                <a:lnTo>
                  <a:pt x="4612" y="773"/>
                </a:lnTo>
                <a:moveTo>
                  <a:pt x="4518" y="773"/>
                </a:moveTo>
                <a:lnTo>
                  <a:pt x="4460" y="773"/>
                </a:lnTo>
                <a:lnTo>
                  <a:pt x="4460" y="762"/>
                </a:lnTo>
                <a:lnTo>
                  <a:pt x="4518" y="762"/>
                </a:lnTo>
                <a:lnTo>
                  <a:pt x="4518" y="773"/>
                </a:lnTo>
                <a:moveTo>
                  <a:pt x="4424" y="773"/>
                </a:moveTo>
                <a:lnTo>
                  <a:pt x="4366" y="773"/>
                </a:lnTo>
                <a:lnTo>
                  <a:pt x="4366" y="762"/>
                </a:lnTo>
                <a:lnTo>
                  <a:pt x="4424" y="762"/>
                </a:lnTo>
                <a:lnTo>
                  <a:pt x="4424" y="773"/>
                </a:lnTo>
                <a:moveTo>
                  <a:pt x="4331" y="773"/>
                </a:moveTo>
                <a:lnTo>
                  <a:pt x="4272" y="773"/>
                </a:lnTo>
                <a:lnTo>
                  <a:pt x="4272" y="762"/>
                </a:lnTo>
                <a:lnTo>
                  <a:pt x="4331" y="762"/>
                </a:lnTo>
                <a:lnTo>
                  <a:pt x="4331" y="773"/>
                </a:lnTo>
                <a:moveTo>
                  <a:pt x="4237" y="773"/>
                </a:moveTo>
                <a:lnTo>
                  <a:pt x="4178" y="773"/>
                </a:lnTo>
                <a:lnTo>
                  <a:pt x="4178" y="762"/>
                </a:lnTo>
                <a:lnTo>
                  <a:pt x="4237" y="762"/>
                </a:lnTo>
                <a:lnTo>
                  <a:pt x="4237" y="773"/>
                </a:lnTo>
                <a:moveTo>
                  <a:pt x="4143" y="773"/>
                </a:moveTo>
                <a:lnTo>
                  <a:pt x="4085" y="773"/>
                </a:lnTo>
                <a:lnTo>
                  <a:pt x="4085" y="762"/>
                </a:lnTo>
                <a:lnTo>
                  <a:pt x="4143" y="762"/>
                </a:lnTo>
                <a:lnTo>
                  <a:pt x="4143" y="773"/>
                </a:lnTo>
                <a:moveTo>
                  <a:pt x="4049" y="773"/>
                </a:moveTo>
                <a:lnTo>
                  <a:pt x="3991" y="773"/>
                </a:lnTo>
                <a:lnTo>
                  <a:pt x="3991" y="762"/>
                </a:lnTo>
                <a:lnTo>
                  <a:pt x="4049" y="762"/>
                </a:lnTo>
                <a:lnTo>
                  <a:pt x="4049" y="773"/>
                </a:lnTo>
                <a:moveTo>
                  <a:pt x="3956" y="773"/>
                </a:moveTo>
                <a:lnTo>
                  <a:pt x="3897" y="773"/>
                </a:lnTo>
                <a:lnTo>
                  <a:pt x="3897" y="762"/>
                </a:lnTo>
                <a:lnTo>
                  <a:pt x="3956" y="762"/>
                </a:lnTo>
                <a:lnTo>
                  <a:pt x="3956" y="773"/>
                </a:lnTo>
                <a:moveTo>
                  <a:pt x="3862" y="773"/>
                </a:moveTo>
                <a:lnTo>
                  <a:pt x="3803" y="773"/>
                </a:lnTo>
                <a:lnTo>
                  <a:pt x="3803" y="762"/>
                </a:lnTo>
                <a:lnTo>
                  <a:pt x="3862" y="762"/>
                </a:lnTo>
                <a:lnTo>
                  <a:pt x="3862" y="773"/>
                </a:lnTo>
                <a:moveTo>
                  <a:pt x="3768" y="773"/>
                </a:moveTo>
                <a:lnTo>
                  <a:pt x="3710" y="773"/>
                </a:lnTo>
                <a:lnTo>
                  <a:pt x="3710" y="762"/>
                </a:lnTo>
                <a:lnTo>
                  <a:pt x="3768" y="762"/>
                </a:lnTo>
                <a:lnTo>
                  <a:pt x="3768" y="773"/>
                </a:lnTo>
                <a:moveTo>
                  <a:pt x="3675" y="773"/>
                </a:moveTo>
                <a:lnTo>
                  <a:pt x="3616" y="773"/>
                </a:lnTo>
                <a:lnTo>
                  <a:pt x="3616" y="762"/>
                </a:lnTo>
                <a:lnTo>
                  <a:pt x="3675" y="762"/>
                </a:lnTo>
                <a:lnTo>
                  <a:pt x="3675" y="773"/>
                </a:lnTo>
                <a:moveTo>
                  <a:pt x="3581" y="773"/>
                </a:moveTo>
                <a:lnTo>
                  <a:pt x="3522" y="773"/>
                </a:lnTo>
                <a:lnTo>
                  <a:pt x="3522" y="762"/>
                </a:lnTo>
                <a:lnTo>
                  <a:pt x="3581" y="762"/>
                </a:lnTo>
                <a:lnTo>
                  <a:pt x="3581" y="773"/>
                </a:lnTo>
                <a:moveTo>
                  <a:pt x="3487" y="773"/>
                </a:moveTo>
                <a:lnTo>
                  <a:pt x="3427" y="773"/>
                </a:lnTo>
                <a:lnTo>
                  <a:pt x="3427" y="762"/>
                </a:lnTo>
                <a:lnTo>
                  <a:pt x="3487" y="762"/>
                </a:lnTo>
                <a:lnTo>
                  <a:pt x="3487" y="773"/>
                </a:lnTo>
                <a:moveTo>
                  <a:pt x="3392" y="773"/>
                </a:moveTo>
                <a:lnTo>
                  <a:pt x="3334" y="773"/>
                </a:lnTo>
                <a:lnTo>
                  <a:pt x="3334" y="762"/>
                </a:lnTo>
                <a:lnTo>
                  <a:pt x="3392" y="762"/>
                </a:lnTo>
                <a:lnTo>
                  <a:pt x="3392" y="773"/>
                </a:lnTo>
                <a:moveTo>
                  <a:pt x="3299" y="773"/>
                </a:moveTo>
                <a:lnTo>
                  <a:pt x="3240" y="773"/>
                </a:lnTo>
                <a:lnTo>
                  <a:pt x="3240" y="762"/>
                </a:lnTo>
                <a:lnTo>
                  <a:pt x="3299" y="762"/>
                </a:lnTo>
                <a:lnTo>
                  <a:pt x="3299" y="773"/>
                </a:lnTo>
                <a:moveTo>
                  <a:pt x="3205" y="773"/>
                </a:moveTo>
                <a:lnTo>
                  <a:pt x="3146" y="773"/>
                </a:lnTo>
                <a:lnTo>
                  <a:pt x="3146" y="762"/>
                </a:lnTo>
                <a:lnTo>
                  <a:pt x="3205" y="762"/>
                </a:lnTo>
                <a:lnTo>
                  <a:pt x="3205" y="773"/>
                </a:lnTo>
                <a:moveTo>
                  <a:pt x="3111" y="773"/>
                </a:moveTo>
                <a:lnTo>
                  <a:pt x="3052" y="773"/>
                </a:lnTo>
                <a:lnTo>
                  <a:pt x="3052" y="762"/>
                </a:lnTo>
                <a:lnTo>
                  <a:pt x="3111" y="762"/>
                </a:lnTo>
                <a:lnTo>
                  <a:pt x="3111" y="773"/>
                </a:lnTo>
                <a:moveTo>
                  <a:pt x="3017" y="773"/>
                </a:moveTo>
                <a:lnTo>
                  <a:pt x="2959" y="773"/>
                </a:lnTo>
                <a:lnTo>
                  <a:pt x="2959" y="762"/>
                </a:lnTo>
                <a:lnTo>
                  <a:pt x="3017" y="762"/>
                </a:lnTo>
                <a:lnTo>
                  <a:pt x="3017" y="773"/>
                </a:lnTo>
                <a:moveTo>
                  <a:pt x="2924" y="773"/>
                </a:moveTo>
                <a:lnTo>
                  <a:pt x="2865" y="773"/>
                </a:lnTo>
                <a:lnTo>
                  <a:pt x="2865" y="762"/>
                </a:lnTo>
                <a:lnTo>
                  <a:pt x="2924" y="762"/>
                </a:lnTo>
                <a:lnTo>
                  <a:pt x="2924" y="773"/>
                </a:lnTo>
                <a:moveTo>
                  <a:pt x="2830" y="773"/>
                </a:moveTo>
                <a:lnTo>
                  <a:pt x="2771" y="773"/>
                </a:lnTo>
                <a:lnTo>
                  <a:pt x="2771" y="762"/>
                </a:lnTo>
                <a:lnTo>
                  <a:pt x="2830" y="762"/>
                </a:lnTo>
                <a:lnTo>
                  <a:pt x="2830" y="773"/>
                </a:lnTo>
                <a:moveTo>
                  <a:pt x="2736" y="773"/>
                </a:moveTo>
                <a:lnTo>
                  <a:pt x="2677" y="773"/>
                </a:lnTo>
                <a:lnTo>
                  <a:pt x="2677" y="762"/>
                </a:lnTo>
                <a:lnTo>
                  <a:pt x="2736" y="762"/>
                </a:lnTo>
                <a:lnTo>
                  <a:pt x="2736" y="773"/>
                </a:lnTo>
                <a:moveTo>
                  <a:pt x="2642" y="773"/>
                </a:moveTo>
                <a:lnTo>
                  <a:pt x="2584" y="773"/>
                </a:lnTo>
                <a:lnTo>
                  <a:pt x="2584" y="762"/>
                </a:lnTo>
                <a:lnTo>
                  <a:pt x="2642" y="762"/>
                </a:lnTo>
                <a:lnTo>
                  <a:pt x="2642" y="773"/>
                </a:lnTo>
                <a:moveTo>
                  <a:pt x="2549" y="773"/>
                </a:moveTo>
                <a:lnTo>
                  <a:pt x="2490" y="773"/>
                </a:lnTo>
                <a:lnTo>
                  <a:pt x="2490" y="762"/>
                </a:lnTo>
                <a:lnTo>
                  <a:pt x="2549" y="762"/>
                </a:lnTo>
                <a:lnTo>
                  <a:pt x="2549" y="773"/>
                </a:lnTo>
                <a:moveTo>
                  <a:pt x="2455" y="773"/>
                </a:moveTo>
                <a:lnTo>
                  <a:pt x="2396" y="773"/>
                </a:lnTo>
                <a:lnTo>
                  <a:pt x="2396" y="762"/>
                </a:lnTo>
                <a:lnTo>
                  <a:pt x="2455" y="762"/>
                </a:lnTo>
                <a:lnTo>
                  <a:pt x="2455" y="773"/>
                </a:lnTo>
                <a:moveTo>
                  <a:pt x="2361" y="773"/>
                </a:moveTo>
                <a:lnTo>
                  <a:pt x="2302" y="773"/>
                </a:lnTo>
                <a:lnTo>
                  <a:pt x="2302" y="762"/>
                </a:lnTo>
                <a:lnTo>
                  <a:pt x="2361" y="762"/>
                </a:lnTo>
                <a:lnTo>
                  <a:pt x="2361" y="773"/>
                </a:lnTo>
                <a:moveTo>
                  <a:pt x="2267" y="773"/>
                </a:moveTo>
                <a:lnTo>
                  <a:pt x="2209" y="773"/>
                </a:lnTo>
                <a:lnTo>
                  <a:pt x="2209" y="762"/>
                </a:lnTo>
                <a:lnTo>
                  <a:pt x="2267" y="762"/>
                </a:lnTo>
                <a:lnTo>
                  <a:pt x="2267" y="773"/>
                </a:lnTo>
                <a:moveTo>
                  <a:pt x="2174" y="773"/>
                </a:moveTo>
                <a:lnTo>
                  <a:pt x="2115" y="773"/>
                </a:lnTo>
                <a:lnTo>
                  <a:pt x="2115" y="762"/>
                </a:lnTo>
                <a:lnTo>
                  <a:pt x="2174" y="762"/>
                </a:lnTo>
                <a:lnTo>
                  <a:pt x="2174" y="773"/>
                </a:lnTo>
                <a:moveTo>
                  <a:pt x="2080" y="773"/>
                </a:moveTo>
                <a:lnTo>
                  <a:pt x="2021" y="773"/>
                </a:lnTo>
                <a:lnTo>
                  <a:pt x="2021" y="762"/>
                </a:lnTo>
                <a:lnTo>
                  <a:pt x="2080" y="762"/>
                </a:lnTo>
                <a:lnTo>
                  <a:pt x="2080" y="773"/>
                </a:lnTo>
                <a:moveTo>
                  <a:pt x="1986" y="773"/>
                </a:moveTo>
                <a:lnTo>
                  <a:pt x="1927" y="773"/>
                </a:lnTo>
                <a:lnTo>
                  <a:pt x="1927" y="762"/>
                </a:lnTo>
                <a:lnTo>
                  <a:pt x="1986" y="762"/>
                </a:lnTo>
                <a:lnTo>
                  <a:pt x="1986" y="773"/>
                </a:lnTo>
                <a:moveTo>
                  <a:pt x="1892" y="773"/>
                </a:moveTo>
                <a:lnTo>
                  <a:pt x="1834" y="773"/>
                </a:lnTo>
                <a:lnTo>
                  <a:pt x="1834" y="762"/>
                </a:lnTo>
                <a:lnTo>
                  <a:pt x="1892" y="762"/>
                </a:lnTo>
                <a:lnTo>
                  <a:pt x="1892" y="773"/>
                </a:lnTo>
                <a:moveTo>
                  <a:pt x="1799" y="773"/>
                </a:moveTo>
                <a:lnTo>
                  <a:pt x="1740" y="773"/>
                </a:lnTo>
                <a:lnTo>
                  <a:pt x="1740" y="762"/>
                </a:lnTo>
                <a:lnTo>
                  <a:pt x="1799" y="762"/>
                </a:lnTo>
                <a:lnTo>
                  <a:pt x="1799" y="773"/>
                </a:lnTo>
                <a:moveTo>
                  <a:pt x="1705" y="773"/>
                </a:moveTo>
                <a:lnTo>
                  <a:pt x="1646" y="773"/>
                </a:lnTo>
                <a:lnTo>
                  <a:pt x="1646" y="762"/>
                </a:lnTo>
                <a:lnTo>
                  <a:pt x="1705" y="762"/>
                </a:lnTo>
                <a:lnTo>
                  <a:pt x="1705" y="773"/>
                </a:lnTo>
                <a:moveTo>
                  <a:pt x="1611" y="773"/>
                </a:moveTo>
                <a:lnTo>
                  <a:pt x="1553" y="773"/>
                </a:lnTo>
                <a:lnTo>
                  <a:pt x="1553" y="762"/>
                </a:lnTo>
                <a:lnTo>
                  <a:pt x="1611" y="762"/>
                </a:lnTo>
                <a:lnTo>
                  <a:pt x="1611" y="773"/>
                </a:lnTo>
                <a:moveTo>
                  <a:pt x="1517" y="773"/>
                </a:moveTo>
                <a:lnTo>
                  <a:pt x="1459" y="773"/>
                </a:lnTo>
                <a:lnTo>
                  <a:pt x="1459" y="762"/>
                </a:lnTo>
                <a:lnTo>
                  <a:pt x="1517" y="762"/>
                </a:lnTo>
                <a:lnTo>
                  <a:pt x="1517" y="773"/>
                </a:lnTo>
                <a:moveTo>
                  <a:pt x="1424" y="773"/>
                </a:moveTo>
                <a:lnTo>
                  <a:pt x="1365" y="773"/>
                </a:lnTo>
                <a:lnTo>
                  <a:pt x="1365" y="762"/>
                </a:lnTo>
                <a:lnTo>
                  <a:pt x="1424" y="762"/>
                </a:lnTo>
                <a:lnTo>
                  <a:pt x="1424" y="773"/>
                </a:lnTo>
                <a:moveTo>
                  <a:pt x="1330" y="773"/>
                </a:moveTo>
                <a:lnTo>
                  <a:pt x="1271" y="773"/>
                </a:lnTo>
                <a:lnTo>
                  <a:pt x="1271" y="762"/>
                </a:lnTo>
                <a:lnTo>
                  <a:pt x="1330" y="762"/>
                </a:lnTo>
                <a:lnTo>
                  <a:pt x="1330" y="773"/>
                </a:lnTo>
                <a:moveTo>
                  <a:pt x="1236" y="773"/>
                </a:moveTo>
                <a:lnTo>
                  <a:pt x="1178" y="773"/>
                </a:lnTo>
                <a:lnTo>
                  <a:pt x="1178" y="762"/>
                </a:lnTo>
                <a:lnTo>
                  <a:pt x="1236" y="762"/>
                </a:lnTo>
                <a:lnTo>
                  <a:pt x="1236" y="773"/>
                </a:lnTo>
                <a:moveTo>
                  <a:pt x="1142" y="773"/>
                </a:moveTo>
                <a:lnTo>
                  <a:pt x="1084" y="773"/>
                </a:lnTo>
                <a:lnTo>
                  <a:pt x="1084" y="762"/>
                </a:lnTo>
                <a:lnTo>
                  <a:pt x="1142" y="762"/>
                </a:lnTo>
                <a:lnTo>
                  <a:pt x="1142" y="773"/>
                </a:lnTo>
                <a:moveTo>
                  <a:pt x="1049" y="773"/>
                </a:moveTo>
                <a:lnTo>
                  <a:pt x="990" y="773"/>
                </a:lnTo>
                <a:lnTo>
                  <a:pt x="990" y="762"/>
                </a:lnTo>
                <a:lnTo>
                  <a:pt x="1049" y="762"/>
                </a:lnTo>
                <a:lnTo>
                  <a:pt x="1049" y="773"/>
                </a:lnTo>
                <a:moveTo>
                  <a:pt x="955" y="773"/>
                </a:moveTo>
                <a:lnTo>
                  <a:pt x="896" y="773"/>
                </a:lnTo>
                <a:lnTo>
                  <a:pt x="896" y="762"/>
                </a:lnTo>
                <a:lnTo>
                  <a:pt x="955" y="762"/>
                </a:lnTo>
                <a:lnTo>
                  <a:pt x="955" y="773"/>
                </a:lnTo>
                <a:moveTo>
                  <a:pt x="861" y="773"/>
                </a:moveTo>
                <a:lnTo>
                  <a:pt x="803" y="773"/>
                </a:lnTo>
                <a:lnTo>
                  <a:pt x="803" y="762"/>
                </a:lnTo>
                <a:lnTo>
                  <a:pt x="861" y="762"/>
                </a:lnTo>
                <a:lnTo>
                  <a:pt x="861" y="773"/>
                </a:lnTo>
                <a:moveTo>
                  <a:pt x="767" y="773"/>
                </a:moveTo>
                <a:lnTo>
                  <a:pt x="709" y="773"/>
                </a:lnTo>
                <a:lnTo>
                  <a:pt x="709" y="762"/>
                </a:lnTo>
                <a:lnTo>
                  <a:pt x="767" y="762"/>
                </a:lnTo>
                <a:lnTo>
                  <a:pt x="767" y="773"/>
                </a:lnTo>
                <a:moveTo>
                  <a:pt x="674" y="773"/>
                </a:moveTo>
                <a:lnTo>
                  <a:pt x="615" y="773"/>
                </a:lnTo>
                <a:lnTo>
                  <a:pt x="615" y="762"/>
                </a:lnTo>
                <a:lnTo>
                  <a:pt x="674" y="762"/>
                </a:lnTo>
                <a:lnTo>
                  <a:pt x="674" y="773"/>
                </a:lnTo>
                <a:moveTo>
                  <a:pt x="580" y="773"/>
                </a:moveTo>
                <a:lnTo>
                  <a:pt x="521" y="773"/>
                </a:lnTo>
                <a:lnTo>
                  <a:pt x="521" y="762"/>
                </a:lnTo>
                <a:lnTo>
                  <a:pt x="580" y="762"/>
                </a:lnTo>
                <a:lnTo>
                  <a:pt x="580" y="773"/>
                </a:lnTo>
                <a:moveTo>
                  <a:pt x="486" y="773"/>
                </a:moveTo>
                <a:lnTo>
                  <a:pt x="428" y="773"/>
                </a:lnTo>
                <a:lnTo>
                  <a:pt x="428" y="762"/>
                </a:lnTo>
                <a:lnTo>
                  <a:pt x="486" y="762"/>
                </a:lnTo>
                <a:lnTo>
                  <a:pt x="486" y="773"/>
                </a:lnTo>
                <a:moveTo>
                  <a:pt x="392" y="773"/>
                </a:moveTo>
                <a:lnTo>
                  <a:pt x="334" y="773"/>
                </a:lnTo>
                <a:lnTo>
                  <a:pt x="334" y="762"/>
                </a:lnTo>
                <a:lnTo>
                  <a:pt x="392" y="762"/>
                </a:lnTo>
                <a:lnTo>
                  <a:pt x="392" y="773"/>
                </a:lnTo>
                <a:moveTo>
                  <a:pt x="299" y="773"/>
                </a:moveTo>
                <a:lnTo>
                  <a:pt x="240" y="773"/>
                </a:lnTo>
                <a:lnTo>
                  <a:pt x="240" y="762"/>
                </a:lnTo>
                <a:lnTo>
                  <a:pt x="299" y="762"/>
                </a:lnTo>
                <a:lnTo>
                  <a:pt x="299" y="773"/>
                </a:lnTo>
                <a:moveTo>
                  <a:pt x="205" y="773"/>
                </a:moveTo>
                <a:lnTo>
                  <a:pt x="146" y="773"/>
                </a:lnTo>
                <a:lnTo>
                  <a:pt x="146" y="762"/>
                </a:lnTo>
                <a:lnTo>
                  <a:pt x="205" y="762"/>
                </a:lnTo>
                <a:lnTo>
                  <a:pt x="205" y="773"/>
                </a:lnTo>
                <a:moveTo>
                  <a:pt x="111" y="773"/>
                </a:moveTo>
                <a:lnTo>
                  <a:pt x="53" y="773"/>
                </a:lnTo>
                <a:lnTo>
                  <a:pt x="53" y="762"/>
                </a:lnTo>
                <a:lnTo>
                  <a:pt x="111" y="762"/>
                </a:lnTo>
                <a:lnTo>
                  <a:pt x="111" y="773"/>
                </a:lnTo>
                <a:moveTo>
                  <a:pt x="17" y="773"/>
                </a:moveTo>
                <a:lnTo>
                  <a:pt x="0" y="773"/>
                </a:lnTo>
                <a:lnTo>
                  <a:pt x="0" y="721"/>
                </a:lnTo>
                <a:lnTo>
                  <a:pt x="12" y="721"/>
                </a:lnTo>
                <a:lnTo>
                  <a:pt x="12" y="767"/>
                </a:lnTo>
                <a:lnTo>
                  <a:pt x="6" y="767"/>
                </a:lnTo>
                <a:lnTo>
                  <a:pt x="6" y="762"/>
                </a:lnTo>
                <a:lnTo>
                  <a:pt x="17" y="762"/>
                </a:lnTo>
                <a:lnTo>
                  <a:pt x="17" y="773"/>
                </a:lnTo>
                <a:moveTo>
                  <a:pt x="0" y="685"/>
                </a:moveTo>
                <a:lnTo>
                  <a:pt x="0" y="627"/>
                </a:lnTo>
                <a:lnTo>
                  <a:pt x="12" y="627"/>
                </a:lnTo>
                <a:lnTo>
                  <a:pt x="12" y="685"/>
                </a:lnTo>
                <a:lnTo>
                  <a:pt x="0" y="685"/>
                </a:lnTo>
                <a:moveTo>
                  <a:pt x="0" y="592"/>
                </a:moveTo>
                <a:lnTo>
                  <a:pt x="0" y="533"/>
                </a:lnTo>
                <a:lnTo>
                  <a:pt x="12" y="533"/>
                </a:lnTo>
                <a:lnTo>
                  <a:pt x="12" y="592"/>
                </a:lnTo>
                <a:lnTo>
                  <a:pt x="0" y="592"/>
                </a:lnTo>
                <a:moveTo>
                  <a:pt x="0" y="498"/>
                </a:moveTo>
                <a:lnTo>
                  <a:pt x="0" y="440"/>
                </a:lnTo>
                <a:lnTo>
                  <a:pt x="12" y="440"/>
                </a:lnTo>
                <a:lnTo>
                  <a:pt x="12" y="498"/>
                </a:lnTo>
                <a:lnTo>
                  <a:pt x="0" y="498"/>
                </a:lnTo>
                <a:moveTo>
                  <a:pt x="0" y="405"/>
                </a:moveTo>
                <a:lnTo>
                  <a:pt x="0" y="346"/>
                </a:lnTo>
                <a:lnTo>
                  <a:pt x="12" y="346"/>
                </a:lnTo>
                <a:lnTo>
                  <a:pt x="12" y="405"/>
                </a:lnTo>
                <a:lnTo>
                  <a:pt x="0" y="405"/>
                </a:lnTo>
                <a:moveTo>
                  <a:pt x="0" y="311"/>
                </a:moveTo>
                <a:lnTo>
                  <a:pt x="0" y="252"/>
                </a:lnTo>
                <a:lnTo>
                  <a:pt x="12" y="252"/>
                </a:lnTo>
                <a:lnTo>
                  <a:pt x="12" y="311"/>
                </a:lnTo>
                <a:lnTo>
                  <a:pt x="0" y="311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4"/>
                </a:lnTo>
                <a:lnTo>
                  <a:pt x="12" y="64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5259600" y="312120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5259600" y="313596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2754000" y="2872080"/>
            <a:ext cx="2741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2754000" y="3116520"/>
            <a:ext cx="544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2754000" y="3184560"/>
            <a:ext cx="21420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2711880" y="3479040"/>
            <a:ext cx="2577960" cy="273960"/>
          </a:xfrm>
          <a:custGeom>
            <a:avLst/>
            <a:gdLst/>
            <a:ahLst/>
            <a:rect l="0" t="0" r="r" b="b"/>
            <a:pathLst>
              <a:path w="7161" h="761">
                <a:moveTo>
                  <a:pt x="0" y="0"/>
                </a:moveTo>
                <a:lnTo>
                  <a:pt x="7161" y="0"/>
                </a:lnTo>
                <a:lnTo>
                  <a:pt x="7161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2709720" y="3476880"/>
            <a:ext cx="2581920" cy="278280"/>
          </a:xfrm>
          <a:custGeom>
            <a:avLst/>
            <a:gdLst/>
            <a:ahLst/>
            <a:rect l="0" t="0" r="r" b="b"/>
            <a:pathLst>
              <a:path w="7172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3" y="0"/>
                </a:lnTo>
                <a:lnTo>
                  <a:pt x="3253" y="12"/>
                </a:lnTo>
                <a:lnTo>
                  <a:pt x="3193" y="12"/>
                </a:lnTo>
                <a:lnTo>
                  <a:pt x="3193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72" y="0"/>
                </a:lnTo>
                <a:lnTo>
                  <a:pt x="7172" y="29"/>
                </a:lnTo>
                <a:lnTo>
                  <a:pt x="7161" y="29"/>
                </a:lnTo>
                <a:lnTo>
                  <a:pt x="7161" y="6"/>
                </a:lnTo>
                <a:lnTo>
                  <a:pt x="7167" y="6"/>
                </a:lnTo>
                <a:lnTo>
                  <a:pt x="7167" y="12"/>
                </a:lnTo>
                <a:lnTo>
                  <a:pt x="7131" y="12"/>
                </a:lnTo>
                <a:lnTo>
                  <a:pt x="7131" y="0"/>
                </a:lnTo>
                <a:moveTo>
                  <a:pt x="7172" y="64"/>
                </a:moveTo>
                <a:lnTo>
                  <a:pt x="7172" y="123"/>
                </a:lnTo>
                <a:lnTo>
                  <a:pt x="7161" y="123"/>
                </a:lnTo>
                <a:lnTo>
                  <a:pt x="7161" y="64"/>
                </a:lnTo>
                <a:lnTo>
                  <a:pt x="7172" y="64"/>
                </a:lnTo>
                <a:moveTo>
                  <a:pt x="7172" y="158"/>
                </a:moveTo>
                <a:lnTo>
                  <a:pt x="7172" y="217"/>
                </a:lnTo>
                <a:lnTo>
                  <a:pt x="7161" y="217"/>
                </a:lnTo>
                <a:lnTo>
                  <a:pt x="7161" y="158"/>
                </a:lnTo>
                <a:lnTo>
                  <a:pt x="7172" y="158"/>
                </a:lnTo>
                <a:moveTo>
                  <a:pt x="7172" y="252"/>
                </a:moveTo>
                <a:lnTo>
                  <a:pt x="7172" y="310"/>
                </a:lnTo>
                <a:lnTo>
                  <a:pt x="7161" y="310"/>
                </a:lnTo>
                <a:lnTo>
                  <a:pt x="7161" y="252"/>
                </a:lnTo>
                <a:lnTo>
                  <a:pt x="7172" y="252"/>
                </a:lnTo>
                <a:moveTo>
                  <a:pt x="7172" y="345"/>
                </a:moveTo>
                <a:lnTo>
                  <a:pt x="7172" y="404"/>
                </a:lnTo>
                <a:lnTo>
                  <a:pt x="7161" y="404"/>
                </a:lnTo>
                <a:lnTo>
                  <a:pt x="7161" y="345"/>
                </a:lnTo>
                <a:lnTo>
                  <a:pt x="7172" y="345"/>
                </a:lnTo>
                <a:moveTo>
                  <a:pt x="7172" y="439"/>
                </a:moveTo>
                <a:lnTo>
                  <a:pt x="7172" y="497"/>
                </a:lnTo>
                <a:lnTo>
                  <a:pt x="7161" y="497"/>
                </a:lnTo>
                <a:lnTo>
                  <a:pt x="7161" y="439"/>
                </a:lnTo>
                <a:lnTo>
                  <a:pt x="7172" y="439"/>
                </a:lnTo>
                <a:moveTo>
                  <a:pt x="7172" y="532"/>
                </a:moveTo>
                <a:lnTo>
                  <a:pt x="7172" y="591"/>
                </a:lnTo>
                <a:lnTo>
                  <a:pt x="7161" y="591"/>
                </a:lnTo>
                <a:lnTo>
                  <a:pt x="7161" y="532"/>
                </a:lnTo>
                <a:lnTo>
                  <a:pt x="7172" y="532"/>
                </a:lnTo>
                <a:moveTo>
                  <a:pt x="7172" y="626"/>
                </a:moveTo>
                <a:lnTo>
                  <a:pt x="7172" y="684"/>
                </a:lnTo>
                <a:lnTo>
                  <a:pt x="7161" y="684"/>
                </a:lnTo>
                <a:lnTo>
                  <a:pt x="7161" y="626"/>
                </a:lnTo>
                <a:lnTo>
                  <a:pt x="7172" y="626"/>
                </a:lnTo>
                <a:moveTo>
                  <a:pt x="7172" y="720"/>
                </a:moveTo>
                <a:lnTo>
                  <a:pt x="7172" y="773"/>
                </a:lnTo>
                <a:lnTo>
                  <a:pt x="7155" y="773"/>
                </a:lnTo>
                <a:lnTo>
                  <a:pt x="7155" y="760"/>
                </a:lnTo>
                <a:lnTo>
                  <a:pt x="7167" y="760"/>
                </a:lnTo>
                <a:lnTo>
                  <a:pt x="7167" y="767"/>
                </a:lnTo>
                <a:lnTo>
                  <a:pt x="7161" y="767"/>
                </a:lnTo>
                <a:lnTo>
                  <a:pt x="7161" y="720"/>
                </a:lnTo>
                <a:lnTo>
                  <a:pt x="7172" y="720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0"/>
                </a:lnTo>
                <a:lnTo>
                  <a:pt x="7120" y="760"/>
                </a:lnTo>
                <a:lnTo>
                  <a:pt x="7120" y="773"/>
                </a:lnTo>
                <a:moveTo>
                  <a:pt x="7026" y="773"/>
                </a:moveTo>
                <a:lnTo>
                  <a:pt x="6967" y="773"/>
                </a:lnTo>
                <a:lnTo>
                  <a:pt x="6967" y="760"/>
                </a:lnTo>
                <a:lnTo>
                  <a:pt x="7026" y="760"/>
                </a:lnTo>
                <a:lnTo>
                  <a:pt x="7026" y="773"/>
                </a:lnTo>
                <a:moveTo>
                  <a:pt x="6932" y="773"/>
                </a:moveTo>
                <a:lnTo>
                  <a:pt x="6874" y="773"/>
                </a:lnTo>
                <a:lnTo>
                  <a:pt x="6874" y="760"/>
                </a:lnTo>
                <a:lnTo>
                  <a:pt x="6932" y="760"/>
                </a:lnTo>
                <a:lnTo>
                  <a:pt x="6932" y="773"/>
                </a:lnTo>
                <a:moveTo>
                  <a:pt x="6838" y="773"/>
                </a:moveTo>
                <a:lnTo>
                  <a:pt x="6780" y="773"/>
                </a:lnTo>
                <a:lnTo>
                  <a:pt x="6780" y="760"/>
                </a:lnTo>
                <a:lnTo>
                  <a:pt x="6838" y="760"/>
                </a:lnTo>
                <a:lnTo>
                  <a:pt x="6838" y="773"/>
                </a:lnTo>
                <a:moveTo>
                  <a:pt x="6745" y="773"/>
                </a:moveTo>
                <a:lnTo>
                  <a:pt x="6686" y="773"/>
                </a:lnTo>
                <a:lnTo>
                  <a:pt x="6686" y="760"/>
                </a:lnTo>
                <a:lnTo>
                  <a:pt x="6745" y="760"/>
                </a:lnTo>
                <a:lnTo>
                  <a:pt x="6745" y="773"/>
                </a:lnTo>
                <a:moveTo>
                  <a:pt x="6651" y="773"/>
                </a:moveTo>
                <a:lnTo>
                  <a:pt x="6592" y="773"/>
                </a:lnTo>
                <a:lnTo>
                  <a:pt x="6592" y="760"/>
                </a:lnTo>
                <a:lnTo>
                  <a:pt x="6651" y="760"/>
                </a:lnTo>
                <a:lnTo>
                  <a:pt x="6651" y="773"/>
                </a:lnTo>
                <a:moveTo>
                  <a:pt x="6557" y="773"/>
                </a:moveTo>
                <a:lnTo>
                  <a:pt x="6499" y="773"/>
                </a:lnTo>
                <a:lnTo>
                  <a:pt x="6499" y="760"/>
                </a:lnTo>
                <a:lnTo>
                  <a:pt x="6557" y="760"/>
                </a:lnTo>
                <a:lnTo>
                  <a:pt x="6557" y="773"/>
                </a:lnTo>
                <a:moveTo>
                  <a:pt x="6463" y="773"/>
                </a:moveTo>
                <a:lnTo>
                  <a:pt x="6405" y="773"/>
                </a:lnTo>
                <a:lnTo>
                  <a:pt x="6405" y="760"/>
                </a:lnTo>
                <a:lnTo>
                  <a:pt x="6463" y="760"/>
                </a:lnTo>
                <a:lnTo>
                  <a:pt x="6463" y="773"/>
                </a:lnTo>
                <a:moveTo>
                  <a:pt x="6370" y="773"/>
                </a:moveTo>
                <a:lnTo>
                  <a:pt x="6311" y="773"/>
                </a:lnTo>
                <a:lnTo>
                  <a:pt x="6311" y="760"/>
                </a:lnTo>
                <a:lnTo>
                  <a:pt x="6370" y="760"/>
                </a:lnTo>
                <a:lnTo>
                  <a:pt x="6370" y="773"/>
                </a:lnTo>
                <a:moveTo>
                  <a:pt x="6276" y="773"/>
                </a:moveTo>
                <a:lnTo>
                  <a:pt x="6217" y="773"/>
                </a:lnTo>
                <a:lnTo>
                  <a:pt x="6217" y="760"/>
                </a:lnTo>
                <a:lnTo>
                  <a:pt x="6276" y="760"/>
                </a:lnTo>
                <a:lnTo>
                  <a:pt x="6276" y="773"/>
                </a:lnTo>
                <a:moveTo>
                  <a:pt x="6182" y="773"/>
                </a:moveTo>
                <a:lnTo>
                  <a:pt x="6124" y="773"/>
                </a:lnTo>
                <a:lnTo>
                  <a:pt x="6124" y="760"/>
                </a:lnTo>
                <a:lnTo>
                  <a:pt x="6182" y="760"/>
                </a:lnTo>
                <a:lnTo>
                  <a:pt x="6182" y="773"/>
                </a:lnTo>
                <a:moveTo>
                  <a:pt x="6088" y="773"/>
                </a:moveTo>
                <a:lnTo>
                  <a:pt x="6030" y="773"/>
                </a:lnTo>
                <a:lnTo>
                  <a:pt x="6030" y="760"/>
                </a:lnTo>
                <a:lnTo>
                  <a:pt x="6088" y="760"/>
                </a:lnTo>
                <a:lnTo>
                  <a:pt x="6088" y="773"/>
                </a:lnTo>
                <a:moveTo>
                  <a:pt x="5995" y="773"/>
                </a:moveTo>
                <a:lnTo>
                  <a:pt x="5936" y="773"/>
                </a:lnTo>
                <a:lnTo>
                  <a:pt x="5936" y="760"/>
                </a:lnTo>
                <a:lnTo>
                  <a:pt x="5995" y="760"/>
                </a:lnTo>
                <a:lnTo>
                  <a:pt x="5995" y="773"/>
                </a:lnTo>
                <a:moveTo>
                  <a:pt x="5901" y="773"/>
                </a:moveTo>
                <a:lnTo>
                  <a:pt x="5842" y="773"/>
                </a:lnTo>
                <a:lnTo>
                  <a:pt x="5842" y="760"/>
                </a:lnTo>
                <a:lnTo>
                  <a:pt x="5901" y="760"/>
                </a:lnTo>
                <a:lnTo>
                  <a:pt x="5901" y="773"/>
                </a:lnTo>
                <a:moveTo>
                  <a:pt x="5807" y="773"/>
                </a:moveTo>
                <a:lnTo>
                  <a:pt x="5749" y="773"/>
                </a:lnTo>
                <a:lnTo>
                  <a:pt x="5749" y="760"/>
                </a:lnTo>
                <a:lnTo>
                  <a:pt x="5807" y="760"/>
                </a:lnTo>
                <a:lnTo>
                  <a:pt x="5807" y="773"/>
                </a:lnTo>
                <a:moveTo>
                  <a:pt x="5713" y="773"/>
                </a:moveTo>
                <a:lnTo>
                  <a:pt x="5655" y="773"/>
                </a:lnTo>
                <a:lnTo>
                  <a:pt x="5655" y="760"/>
                </a:lnTo>
                <a:lnTo>
                  <a:pt x="5713" y="760"/>
                </a:lnTo>
                <a:lnTo>
                  <a:pt x="5713" y="773"/>
                </a:lnTo>
                <a:moveTo>
                  <a:pt x="5620" y="773"/>
                </a:moveTo>
                <a:lnTo>
                  <a:pt x="5561" y="773"/>
                </a:lnTo>
                <a:lnTo>
                  <a:pt x="5561" y="760"/>
                </a:lnTo>
                <a:lnTo>
                  <a:pt x="5620" y="760"/>
                </a:lnTo>
                <a:lnTo>
                  <a:pt x="5620" y="773"/>
                </a:lnTo>
                <a:moveTo>
                  <a:pt x="5526" y="773"/>
                </a:moveTo>
                <a:lnTo>
                  <a:pt x="5467" y="773"/>
                </a:lnTo>
                <a:lnTo>
                  <a:pt x="5467" y="760"/>
                </a:lnTo>
                <a:lnTo>
                  <a:pt x="5526" y="760"/>
                </a:lnTo>
                <a:lnTo>
                  <a:pt x="5526" y="773"/>
                </a:lnTo>
                <a:moveTo>
                  <a:pt x="5432" y="773"/>
                </a:moveTo>
                <a:lnTo>
                  <a:pt x="5374" y="773"/>
                </a:lnTo>
                <a:lnTo>
                  <a:pt x="5374" y="760"/>
                </a:lnTo>
                <a:lnTo>
                  <a:pt x="5432" y="760"/>
                </a:lnTo>
                <a:lnTo>
                  <a:pt x="5432" y="773"/>
                </a:lnTo>
                <a:moveTo>
                  <a:pt x="5338" y="773"/>
                </a:moveTo>
                <a:lnTo>
                  <a:pt x="5280" y="773"/>
                </a:lnTo>
                <a:lnTo>
                  <a:pt x="5280" y="760"/>
                </a:lnTo>
                <a:lnTo>
                  <a:pt x="5338" y="760"/>
                </a:lnTo>
                <a:lnTo>
                  <a:pt x="5338" y="773"/>
                </a:lnTo>
                <a:moveTo>
                  <a:pt x="5245" y="773"/>
                </a:moveTo>
                <a:lnTo>
                  <a:pt x="5186" y="773"/>
                </a:lnTo>
                <a:lnTo>
                  <a:pt x="5186" y="760"/>
                </a:lnTo>
                <a:lnTo>
                  <a:pt x="5245" y="760"/>
                </a:lnTo>
                <a:lnTo>
                  <a:pt x="5245" y="773"/>
                </a:lnTo>
                <a:moveTo>
                  <a:pt x="5151" y="773"/>
                </a:moveTo>
                <a:lnTo>
                  <a:pt x="5092" y="773"/>
                </a:lnTo>
                <a:lnTo>
                  <a:pt x="5092" y="760"/>
                </a:lnTo>
                <a:lnTo>
                  <a:pt x="5151" y="760"/>
                </a:lnTo>
                <a:lnTo>
                  <a:pt x="5151" y="773"/>
                </a:lnTo>
                <a:moveTo>
                  <a:pt x="5057" y="773"/>
                </a:moveTo>
                <a:lnTo>
                  <a:pt x="4999" y="773"/>
                </a:lnTo>
                <a:lnTo>
                  <a:pt x="4999" y="760"/>
                </a:lnTo>
                <a:lnTo>
                  <a:pt x="5057" y="760"/>
                </a:lnTo>
                <a:lnTo>
                  <a:pt x="5057" y="773"/>
                </a:lnTo>
                <a:moveTo>
                  <a:pt x="4963" y="773"/>
                </a:moveTo>
                <a:lnTo>
                  <a:pt x="4905" y="773"/>
                </a:lnTo>
                <a:lnTo>
                  <a:pt x="4905" y="760"/>
                </a:lnTo>
                <a:lnTo>
                  <a:pt x="4963" y="760"/>
                </a:lnTo>
                <a:lnTo>
                  <a:pt x="4963" y="773"/>
                </a:lnTo>
                <a:moveTo>
                  <a:pt x="4870" y="773"/>
                </a:moveTo>
                <a:lnTo>
                  <a:pt x="4811" y="773"/>
                </a:lnTo>
                <a:lnTo>
                  <a:pt x="4811" y="760"/>
                </a:lnTo>
                <a:lnTo>
                  <a:pt x="4870" y="760"/>
                </a:lnTo>
                <a:lnTo>
                  <a:pt x="4870" y="773"/>
                </a:lnTo>
                <a:moveTo>
                  <a:pt x="4776" y="773"/>
                </a:moveTo>
                <a:lnTo>
                  <a:pt x="4717" y="773"/>
                </a:lnTo>
                <a:lnTo>
                  <a:pt x="4717" y="760"/>
                </a:lnTo>
                <a:lnTo>
                  <a:pt x="4776" y="760"/>
                </a:lnTo>
                <a:lnTo>
                  <a:pt x="4776" y="773"/>
                </a:lnTo>
                <a:moveTo>
                  <a:pt x="4682" y="773"/>
                </a:moveTo>
                <a:lnTo>
                  <a:pt x="4624" y="773"/>
                </a:lnTo>
                <a:lnTo>
                  <a:pt x="4624" y="760"/>
                </a:lnTo>
                <a:lnTo>
                  <a:pt x="4682" y="760"/>
                </a:lnTo>
                <a:lnTo>
                  <a:pt x="4682" y="773"/>
                </a:lnTo>
                <a:moveTo>
                  <a:pt x="4589" y="773"/>
                </a:moveTo>
                <a:lnTo>
                  <a:pt x="4530" y="773"/>
                </a:lnTo>
                <a:lnTo>
                  <a:pt x="4530" y="760"/>
                </a:lnTo>
                <a:lnTo>
                  <a:pt x="4589" y="760"/>
                </a:lnTo>
                <a:lnTo>
                  <a:pt x="4589" y="773"/>
                </a:lnTo>
                <a:moveTo>
                  <a:pt x="4495" y="773"/>
                </a:moveTo>
                <a:lnTo>
                  <a:pt x="4436" y="773"/>
                </a:lnTo>
                <a:lnTo>
                  <a:pt x="4436" y="760"/>
                </a:lnTo>
                <a:lnTo>
                  <a:pt x="4495" y="760"/>
                </a:lnTo>
                <a:lnTo>
                  <a:pt x="4495" y="773"/>
                </a:lnTo>
                <a:moveTo>
                  <a:pt x="4401" y="773"/>
                </a:moveTo>
                <a:lnTo>
                  <a:pt x="4342" y="773"/>
                </a:lnTo>
                <a:lnTo>
                  <a:pt x="4342" y="760"/>
                </a:lnTo>
                <a:lnTo>
                  <a:pt x="4401" y="760"/>
                </a:lnTo>
                <a:lnTo>
                  <a:pt x="4401" y="773"/>
                </a:lnTo>
                <a:moveTo>
                  <a:pt x="4307" y="773"/>
                </a:moveTo>
                <a:lnTo>
                  <a:pt x="4249" y="773"/>
                </a:lnTo>
                <a:lnTo>
                  <a:pt x="4249" y="760"/>
                </a:lnTo>
                <a:lnTo>
                  <a:pt x="4307" y="760"/>
                </a:lnTo>
                <a:lnTo>
                  <a:pt x="4307" y="773"/>
                </a:lnTo>
                <a:moveTo>
                  <a:pt x="4214" y="773"/>
                </a:moveTo>
                <a:lnTo>
                  <a:pt x="4155" y="773"/>
                </a:lnTo>
                <a:lnTo>
                  <a:pt x="4155" y="760"/>
                </a:lnTo>
                <a:lnTo>
                  <a:pt x="4214" y="760"/>
                </a:lnTo>
                <a:lnTo>
                  <a:pt x="4214" y="773"/>
                </a:lnTo>
                <a:moveTo>
                  <a:pt x="4120" y="773"/>
                </a:moveTo>
                <a:lnTo>
                  <a:pt x="4061" y="773"/>
                </a:lnTo>
                <a:lnTo>
                  <a:pt x="4061" y="760"/>
                </a:lnTo>
                <a:lnTo>
                  <a:pt x="4120" y="760"/>
                </a:lnTo>
                <a:lnTo>
                  <a:pt x="4120" y="773"/>
                </a:lnTo>
                <a:moveTo>
                  <a:pt x="4026" y="773"/>
                </a:moveTo>
                <a:lnTo>
                  <a:pt x="3967" y="773"/>
                </a:lnTo>
                <a:lnTo>
                  <a:pt x="3967" y="760"/>
                </a:lnTo>
                <a:lnTo>
                  <a:pt x="4026" y="760"/>
                </a:lnTo>
                <a:lnTo>
                  <a:pt x="4026" y="773"/>
                </a:lnTo>
                <a:moveTo>
                  <a:pt x="3932" y="773"/>
                </a:moveTo>
                <a:lnTo>
                  <a:pt x="3874" y="773"/>
                </a:lnTo>
                <a:lnTo>
                  <a:pt x="3874" y="760"/>
                </a:lnTo>
                <a:lnTo>
                  <a:pt x="3932" y="760"/>
                </a:lnTo>
                <a:lnTo>
                  <a:pt x="3932" y="773"/>
                </a:lnTo>
                <a:moveTo>
                  <a:pt x="3839" y="773"/>
                </a:moveTo>
                <a:lnTo>
                  <a:pt x="3780" y="773"/>
                </a:lnTo>
                <a:lnTo>
                  <a:pt x="3780" y="760"/>
                </a:lnTo>
                <a:lnTo>
                  <a:pt x="3839" y="760"/>
                </a:lnTo>
                <a:lnTo>
                  <a:pt x="3839" y="773"/>
                </a:lnTo>
                <a:moveTo>
                  <a:pt x="3745" y="773"/>
                </a:moveTo>
                <a:lnTo>
                  <a:pt x="3686" y="773"/>
                </a:lnTo>
                <a:lnTo>
                  <a:pt x="3686" y="760"/>
                </a:lnTo>
                <a:lnTo>
                  <a:pt x="3745" y="760"/>
                </a:lnTo>
                <a:lnTo>
                  <a:pt x="3745" y="773"/>
                </a:lnTo>
                <a:moveTo>
                  <a:pt x="3651" y="773"/>
                </a:moveTo>
                <a:lnTo>
                  <a:pt x="3592" y="773"/>
                </a:lnTo>
                <a:lnTo>
                  <a:pt x="3592" y="760"/>
                </a:lnTo>
                <a:lnTo>
                  <a:pt x="3651" y="760"/>
                </a:lnTo>
                <a:lnTo>
                  <a:pt x="3651" y="773"/>
                </a:lnTo>
                <a:moveTo>
                  <a:pt x="3557" y="773"/>
                </a:moveTo>
                <a:lnTo>
                  <a:pt x="3499" y="773"/>
                </a:lnTo>
                <a:lnTo>
                  <a:pt x="3499" y="760"/>
                </a:lnTo>
                <a:lnTo>
                  <a:pt x="3557" y="760"/>
                </a:lnTo>
                <a:lnTo>
                  <a:pt x="3557" y="773"/>
                </a:lnTo>
                <a:moveTo>
                  <a:pt x="3464" y="773"/>
                </a:moveTo>
                <a:lnTo>
                  <a:pt x="3405" y="773"/>
                </a:lnTo>
                <a:lnTo>
                  <a:pt x="3405" y="760"/>
                </a:lnTo>
                <a:lnTo>
                  <a:pt x="3464" y="760"/>
                </a:lnTo>
                <a:lnTo>
                  <a:pt x="3464" y="773"/>
                </a:lnTo>
                <a:moveTo>
                  <a:pt x="3370" y="773"/>
                </a:moveTo>
                <a:lnTo>
                  <a:pt x="3311" y="773"/>
                </a:lnTo>
                <a:lnTo>
                  <a:pt x="3311" y="760"/>
                </a:lnTo>
                <a:lnTo>
                  <a:pt x="3370" y="760"/>
                </a:lnTo>
                <a:lnTo>
                  <a:pt x="3370" y="773"/>
                </a:lnTo>
                <a:moveTo>
                  <a:pt x="3276" y="773"/>
                </a:moveTo>
                <a:lnTo>
                  <a:pt x="3216" y="773"/>
                </a:lnTo>
                <a:lnTo>
                  <a:pt x="3216" y="760"/>
                </a:lnTo>
                <a:lnTo>
                  <a:pt x="3276" y="760"/>
                </a:lnTo>
                <a:lnTo>
                  <a:pt x="3276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0"/>
                </a:lnTo>
                <a:lnTo>
                  <a:pt x="3181" y="760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0"/>
                </a:lnTo>
                <a:lnTo>
                  <a:pt x="3088" y="760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0"/>
                </a:lnTo>
                <a:lnTo>
                  <a:pt x="2994" y="760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0"/>
                </a:lnTo>
                <a:lnTo>
                  <a:pt x="2900" y="760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0"/>
                </a:lnTo>
                <a:lnTo>
                  <a:pt x="2806" y="760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0"/>
                </a:lnTo>
                <a:lnTo>
                  <a:pt x="2713" y="760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0"/>
                </a:lnTo>
                <a:lnTo>
                  <a:pt x="2619" y="760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0"/>
                </a:lnTo>
                <a:lnTo>
                  <a:pt x="2525" y="760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0"/>
                </a:lnTo>
                <a:lnTo>
                  <a:pt x="2431" y="760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0"/>
                </a:lnTo>
                <a:lnTo>
                  <a:pt x="2338" y="760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0"/>
                </a:lnTo>
                <a:lnTo>
                  <a:pt x="2244" y="760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0"/>
                </a:lnTo>
                <a:lnTo>
                  <a:pt x="2150" y="760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0"/>
                </a:lnTo>
                <a:lnTo>
                  <a:pt x="2056" y="760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0"/>
                </a:lnTo>
                <a:lnTo>
                  <a:pt x="1963" y="760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0"/>
                </a:lnTo>
                <a:lnTo>
                  <a:pt x="1869" y="760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0"/>
                </a:lnTo>
                <a:lnTo>
                  <a:pt x="1775" y="760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0"/>
                </a:lnTo>
                <a:lnTo>
                  <a:pt x="1681" y="760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0"/>
                </a:lnTo>
                <a:lnTo>
                  <a:pt x="1588" y="760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0"/>
                </a:lnTo>
                <a:lnTo>
                  <a:pt x="1494" y="760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0"/>
                </a:lnTo>
                <a:lnTo>
                  <a:pt x="1400" y="760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0"/>
                </a:lnTo>
                <a:lnTo>
                  <a:pt x="1306" y="760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0"/>
                </a:lnTo>
                <a:lnTo>
                  <a:pt x="1213" y="760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0"/>
                </a:lnTo>
                <a:lnTo>
                  <a:pt x="1119" y="760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0"/>
                </a:lnTo>
                <a:lnTo>
                  <a:pt x="1025" y="760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0"/>
                </a:lnTo>
                <a:lnTo>
                  <a:pt x="931" y="760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0"/>
                </a:lnTo>
                <a:lnTo>
                  <a:pt x="838" y="760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0"/>
                </a:lnTo>
                <a:lnTo>
                  <a:pt x="744" y="760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0"/>
                </a:lnTo>
                <a:lnTo>
                  <a:pt x="650" y="760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0"/>
                </a:lnTo>
                <a:lnTo>
                  <a:pt x="556" y="760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0"/>
                </a:lnTo>
                <a:lnTo>
                  <a:pt x="463" y="760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0"/>
                </a:lnTo>
                <a:lnTo>
                  <a:pt x="369" y="760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0"/>
                </a:lnTo>
                <a:lnTo>
                  <a:pt x="275" y="760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0"/>
                </a:lnTo>
                <a:lnTo>
                  <a:pt x="181" y="760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0"/>
                </a:lnTo>
                <a:lnTo>
                  <a:pt x="88" y="760"/>
                </a:lnTo>
                <a:lnTo>
                  <a:pt x="88" y="773"/>
                </a:lnTo>
                <a:moveTo>
                  <a:pt x="0" y="755"/>
                </a:moveTo>
                <a:lnTo>
                  <a:pt x="0" y="696"/>
                </a:lnTo>
                <a:lnTo>
                  <a:pt x="12" y="696"/>
                </a:lnTo>
                <a:lnTo>
                  <a:pt x="12" y="755"/>
                </a:lnTo>
                <a:lnTo>
                  <a:pt x="0" y="755"/>
                </a:lnTo>
                <a:moveTo>
                  <a:pt x="0" y="661"/>
                </a:moveTo>
                <a:lnTo>
                  <a:pt x="0" y="603"/>
                </a:lnTo>
                <a:lnTo>
                  <a:pt x="12" y="603"/>
                </a:lnTo>
                <a:lnTo>
                  <a:pt x="12" y="661"/>
                </a:lnTo>
                <a:lnTo>
                  <a:pt x="0" y="661"/>
                </a:lnTo>
                <a:moveTo>
                  <a:pt x="0" y="567"/>
                </a:moveTo>
                <a:lnTo>
                  <a:pt x="0" y="509"/>
                </a:lnTo>
                <a:lnTo>
                  <a:pt x="12" y="509"/>
                </a:lnTo>
                <a:lnTo>
                  <a:pt x="12" y="567"/>
                </a:lnTo>
                <a:lnTo>
                  <a:pt x="0" y="567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5204880" y="351288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5204880" y="35272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2754000" y="3263760"/>
            <a:ext cx="1014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754000" y="3507840"/>
            <a:ext cx="1041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2754000" y="3576240"/>
            <a:ext cx="17395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2711880" y="3870720"/>
            <a:ext cx="2868840" cy="657360"/>
          </a:xfrm>
          <a:custGeom>
            <a:avLst/>
            <a:gdLst/>
            <a:ahLst/>
            <a:rect l="0" t="0" r="r" b="b"/>
            <a:pathLst>
              <a:path w="7969" h="1826">
                <a:moveTo>
                  <a:pt x="0" y="0"/>
                </a:moveTo>
                <a:lnTo>
                  <a:pt x="7969" y="0"/>
                </a:lnTo>
                <a:lnTo>
                  <a:pt x="7969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2709720" y="3868560"/>
            <a:ext cx="2873160" cy="661680"/>
          </a:xfrm>
          <a:custGeom>
            <a:avLst/>
            <a:gdLst/>
            <a:ahLst/>
            <a:rect l="0" t="0" r="r" b="b"/>
            <a:pathLst>
              <a:path w="7981" h="1838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1" y="0"/>
                </a:lnTo>
                <a:lnTo>
                  <a:pt x="4471" y="12"/>
                </a:lnTo>
                <a:lnTo>
                  <a:pt x="4412" y="12"/>
                </a:lnTo>
                <a:lnTo>
                  <a:pt x="4412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81" y="6"/>
                </a:moveTo>
                <a:lnTo>
                  <a:pt x="7981" y="64"/>
                </a:lnTo>
                <a:lnTo>
                  <a:pt x="7969" y="64"/>
                </a:lnTo>
                <a:lnTo>
                  <a:pt x="7969" y="6"/>
                </a:lnTo>
                <a:lnTo>
                  <a:pt x="7981" y="6"/>
                </a:lnTo>
                <a:moveTo>
                  <a:pt x="7981" y="99"/>
                </a:moveTo>
                <a:lnTo>
                  <a:pt x="7981" y="158"/>
                </a:lnTo>
                <a:lnTo>
                  <a:pt x="7969" y="158"/>
                </a:lnTo>
                <a:lnTo>
                  <a:pt x="7969" y="99"/>
                </a:lnTo>
                <a:lnTo>
                  <a:pt x="7981" y="99"/>
                </a:lnTo>
                <a:moveTo>
                  <a:pt x="7981" y="193"/>
                </a:moveTo>
                <a:lnTo>
                  <a:pt x="7981" y="252"/>
                </a:lnTo>
                <a:lnTo>
                  <a:pt x="7969" y="252"/>
                </a:lnTo>
                <a:lnTo>
                  <a:pt x="7969" y="193"/>
                </a:lnTo>
                <a:lnTo>
                  <a:pt x="7981" y="193"/>
                </a:lnTo>
                <a:moveTo>
                  <a:pt x="7981" y="287"/>
                </a:moveTo>
                <a:lnTo>
                  <a:pt x="7981" y="345"/>
                </a:lnTo>
                <a:lnTo>
                  <a:pt x="7969" y="345"/>
                </a:lnTo>
                <a:lnTo>
                  <a:pt x="7969" y="287"/>
                </a:lnTo>
                <a:lnTo>
                  <a:pt x="7981" y="287"/>
                </a:lnTo>
                <a:moveTo>
                  <a:pt x="7981" y="380"/>
                </a:moveTo>
                <a:lnTo>
                  <a:pt x="7981" y="439"/>
                </a:lnTo>
                <a:lnTo>
                  <a:pt x="7969" y="439"/>
                </a:lnTo>
                <a:lnTo>
                  <a:pt x="7969" y="380"/>
                </a:lnTo>
                <a:lnTo>
                  <a:pt x="7981" y="380"/>
                </a:lnTo>
                <a:moveTo>
                  <a:pt x="7981" y="474"/>
                </a:moveTo>
                <a:lnTo>
                  <a:pt x="7981" y="532"/>
                </a:lnTo>
                <a:lnTo>
                  <a:pt x="7969" y="532"/>
                </a:lnTo>
                <a:lnTo>
                  <a:pt x="7969" y="474"/>
                </a:lnTo>
                <a:lnTo>
                  <a:pt x="7981" y="474"/>
                </a:lnTo>
                <a:moveTo>
                  <a:pt x="7981" y="567"/>
                </a:moveTo>
                <a:lnTo>
                  <a:pt x="7981" y="626"/>
                </a:lnTo>
                <a:lnTo>
                  <a:pt x="7969" y="626"/>
                </a:lnTo>
                <a:lnTo>
                  <a:pt x="7969" y="567"/>
                </a:lnTo>
                <a:lnTo>
                  <a:pt x="7981" y="567"/>
                </a:lnTo>
                <a:moveTo>
                  <a:pt x="7981" y="661"/>
                </a:moveTo>
                <a:lnTo>
                  <a:pt x="7981" y="719"/>
                </a:lnTo>
                <a:lnTo>
                  <a:pt x="7969" y="719"/>
                </a:lnTo>
                <a:lnTo>
                  <a:pt x="7969" y="661"/>
                </a:lnTo>
                <a:lnTo>
                  <a:pt x="7981" y="661"/>
                </a:lnTo>
                <a:moveTo>
                  <a:pt x="7981" y="755"/>
                </a:moveTo>
                <a:lnTo>
                  <a:pt x="7981" y="813"/>
                </a:lnTo>
                <a:lnTo>
                  <a:pt x="7969" y="813"/>
                </a:lnTo>
                <a:lnTo>
                  <a:pt x="7969" y="755"/>
                </a:lnTo>
                <a:lnTo>
                  <a:pt x="7981" y="755"/>
                </a:lnTo>
                <a:moveTo>
                  <a:pt x="7981" y="848"/>
                </a:moveTo>
                <a:lnTo>
                  <a:pt x="7981" y="907"/>
                </a:lnTo>
                <a:lnTo>
                  <a:pt x="7969" y="907"/>
                </a:lnTo>
                <a:lnTo>
                  <a:pt x="7969" y="848"/>
                </a:lnTo>
                <a:lnTo>
                  <a:pt x="7981" y="848"/>
                </a:lnTo>
                <a:moveTo>
                  <a:pt x="7981" y="942"/>
                </a:moveTo>
                <a:lnTo>
                  <a:pt x="7981" y="1000"/>
                </a:lnTo>
                <a:lnTo>
                  <a:pt x="7969" y="1000"/>
                </a:lnTo>
                <a:lnTo>
                  <a:pt x="7969" y="942"/>
                </a:lnTo>
                <a:lnTo>
                  <a:pt x="7981" y="942"/>
                </a:lnTo>
                <a:moveTo>
                  <a:pt x="7981" y="1035"/>
                </a:moveTo>
                <a:lnTo>
                  <a:pt x="7981" y="1094"/>
                </a:lnTo>
                <a:lnTo>
                  <a:pt x="7969" y="1094"/>
                </a:lnTo>
                <a:lnTo>
                  <a:pt x="7969" y="1035"/>
                </a:lnTo>
                <a:lnTo>
                  <a:pt x="7981" y="1035"/>
                </a:lnTo>
                <a:moveTo>
                  <a:pt x="7981" y="1129"/>
                </a:moveTo>
                <a:lnTo>
                  <a:pt x="7981" y="1187"/>
                </a:lnTo>
                <a:lnTo>
                  <a:pt x="7969" y="1187"/>
                </a:lnTo>
                <a:lnTo>
                  <a:pt x="7969" y="1129"/>
                </a:lnTo>
                <a:lnTo>
                  <a:pt x="7981" y="1129"/>
                </a:lnTo>
                <a:moveTo>
                  <a:pt x="7981" y="1224"/>
                </a:moveTo>
                <a:lnTo>
                  <a:pt x="7981" y="1282"/>
                </a:lnTo>
                <a:lnTo>
                  <a:pt x="7969" y="1282"/>
                </a:lnTo>
                <a:lnTo>
                  <a:pt x="7969" y="1224"/>
                </a:lnTo>
                <a:lnTo>
                  <a:pt x="7981" y="1224"/>
                </a:lnTo>
                <a:moveTo>
                  <a:pt x="7981" y="1317"/>
                </a:moveTo>
                <a:lnTo>
                  <a:pt x="7981" y="1376"/>
                </a:lnTo>
                <a:lnTo>
                  <a:pt x="7969" y="1376"/>
                </a:lnTo>
                <a:lnTo>
                  <a:pt x="7969" y="1317"/>
                </a:lnTo>
                <a:lnTo>
                  <a:pt x="7981" y="1317"/>
                </a:lnTo>
                <a:moveTo>
                  <a:pt x="7981" y="1411"/>
                </a:moveTo>
                <a:lnTo>
                  <a:pt x="7981" y="1469"/>
                </a:lnTo>
                <a:lnTo>
                  <a:pt x="7969" y="1469"/>
                </a:lnTo>
                <a:lnTo>
                  <a:pt x="7969" y="1411"/>
                </a:lnTo>
                <a:lnTo>
                  <a:pt x="7981" y="1411"/>
                </a:lnTo>
                <a:moveTo>
                  <a:pt x="7981" y="1504"/>
                </a:moveTo>
                <a:lnTo>
                  <a:pt x="7981" y="1563"/>
                </a:lnTo>
                <a:lnTo>
                  <a:pt x="7969" y="1563"/>
                </a:lnTo>
                <a:lnTo>
                  <a:pt x="7969" y="1504"/>
                </a:lnTo>
                <a:lnTo>
                  <a:pt x="7981" y="1504"/>
                </a:lnTo>
                <a:moveTo>
                  <a:pt x="7981" y="1598"/>
                </a:moveTo>
                <a:lnTo>
                  <a:pt x="7981" y="1656"/>
                </a:lnTo>
                <a:lnTo>
                  <a:pt x="7969" y="1656"/>
                </a:lnTo>
                <a:lnTo>
                  <a:pt x="7969" y="1598"/>
                </a:lnTo>
                <a:lnTo>
                  <a:pt x="7981" y="1598"/>
                </a:lnTo>
                <a:moveTo>
                  <a:pt x="7981" y="1691"/>
                </a:moveTo>
                <a:lnTo>
                  <a:pt x="7981" y="1750"/>
                </a:lnTo>
                <a:lnTo>
                  <a:pt x="7969" y="1750"/>
                </a:lnTo>
                <a:lnTo>
                  <a:pt x="7969" y="1691"/>
                </a:lnTo>
                <a:lnTo>
                  <a:pt x="7981" y="1691"/>
                </a:lnTo>
                <a:moveTo>
                  <a:pt x="7981" y="1785"/>
                </a:moveTo>
                <a:lnTo>
                  <a:pt x="7981" y="1838"/>
                </a:lnTo>
                <a:lnTo>
                  <a:pt x="7963" y="1838"/>
                </a:lnTo>
                <a:lnTo>
                  <a:pt x="7963" y="1826"/>
                </a:lnTo>
                <a:lnTo>
                  <a:pt x="7975" y="1826"/>
                </a:lnTo>
                <a:lnTo>
                  <a:pt x="7975" y="1832"/>
                </a:lnTo>
                <a:lnTo>
                  <a:pt x="7969" y="1832"/>
                </a:lnTo>
                <a:lnTo>
                  <a:pt x="7969" y="1785"/>
                </a:lnTo>
                <a:lnTo>
                  <a:pt x="7981" y="1785"/>
                </a:lnTo>
                <a:moveTo>
                  <a:pt x="7928" y="1838"/>
                </a:moveTo>
                <a:lnTo>
                  <a:pt x="7870" y="1838"/>
                </a:lnTo>
                <a:lnTo>
                  <a:pt x="7870" y="1826"/>
                </a:lnTo>
                <a:lnTo>
                  <a:pt x="7928" y="1826"/>
                </a:lnTo>
                <a:lnTo>
                  <a:pt x="7928" y="1838"/>
                </a:lnTo>
                <a:moveTo>
                  <a:pt x="7834" y="1838"/>
                </a:moveTo>
                <a:lnTo>
                  <a:pt x="7776" y="1838"/>
                </a:lnTo>
                <a:lnTo>
                  <a:pt x="7776" y="1826"/>
                </a:lnTo>
                <a:lnTo>
                  <a:pt x="7834" y="1826"/>
                </a:lnTo>
                <a:lnTo>
                  <a:pt x="7834" y="1838"/>
                </a:lnTo>
                <a:moveTo>
                  <a:pt x="7741" y="1838"/>
                </a:moveTo>
                <a:lnTo>
                  <a:pt x="7682" y="1838"/>
                </a:lnTo>
                <a:lnTo>
                  <a:pt x="7682" y="1826"/>
                </a:lnTo>
                <a:lnTo>
                  <a:pt x="7741" y="1826"/>
                </a:lnTo>
                <a:lnTo>
                  <a:pt x="7741" y="1838"/>
                </a:lnTo>
                <a:moveTo>
                  <a:pt x="7647" y="1838"/>
                </a:moveTo>
                <a:lnTo>
                  <a:pt x="7588" y="1838"/>
                </a:lnTo>
                <a:lnTo>
                  <a:pt x="7588" y="1826"/>
                </a:lnTo>
                <a:lnTo>
                  <a:pt x="7647" y="1826"/>
                </a:lnTo>
                <a:lnTo>
                  <a:pt x="7647" y="1838"/>
                </a:lnTo>
                <a:moveTo>
                  <a:pt x="7553" y="1838"/>
                </a:moveTo>
                <a:lnTo>
                  <a:pt x="7495" y="1838"/>
                </a:lnTo>
                <a:lnTo>
                  <a:pt x="7495" y="1826"/>
                </a:lnTo>
                <a:lnTo>
                  <a:pt x="7553" y="1826"/>
                </a:lnTo>
                <a:lnTo>
                  <a:pt x="7553" y="1838"/>
                </a:lnTo>
                <a:moveTo>
                  <a:pt x="7459" y="1838"/>
                </a:moveTo>
                <a:lnTo>
                  <a:pt x="7401" y="1838"/>
                </a:lnTo>
                <a:lnTo>
                  <a:pt x="7401" y="1826"/>
                </a:lnTo>
                <a:lnTo>
                  <a:pt x="7459" y="1826"/>
                </a:lnTo>
                <a:lnTo>
                  <a:pt x="7459" y="1838"/>
                </a:lnTo>
                <a:moveTo>
                  <a:pt x="7366" y="1838"/>
                </a:moveTo>
                <a:lnTo>
                  <a:pt x="7307" y="1838"/>
                </a:lnTo>
                <a:lnTo>
                  <a:pt x="7307" y="1826"/>
                </a:lnTo>
                <a:lnTo>
                  <a:pt x="7366" y="1826"/>
                </a:lnTo>
                <a:lnTo>
                  <a:pt x="7366" y="1838"/>
                </a:lnTo>
                <a:moveTo>
                  <a:pt x="7272" y="1838"/>
                </a:moveTo>
                <a:lnTo>
                  <a:pt x="7213" y="1838"/>
                </a:lnTo>
                <a:lnTo>
                  <a:pt x="7213" y="1826"/>
                </a:lnTo>
                <a:lnTo>
                  <a:pt x="7272" y="1826"/>
                </a:lnTo>
                <a:lnTo>
                  <a:pt x="7272" y="1838"/>
                </a:lnTo>
                <a:moveTo>
                  <a:pt x="7178" y="1838"/>
                </a:moveTo>
                <a:lnTo>
                  <a:pt x="7120" y="1838"/>
                </a:lnTo>
                <a:lnTo>
                  <a:pt x="7120" y="1826"/>
                </a:lnTo>
                <a:lnTo>
                  <a:pt x="7178" y="1826"/>
                </a:lnTo>
                <a:lnTo>
                  <a:pt x="7178" y="1838"/>
                </a:lnTo>
                <a:moveTo>
                  <a:pt x="7084" y="1838"/>
                </a:moveTo>
                <a:lnTo>
                  <a:pt x="7026" y="1838"/>
                </a:lnTo>
                <a:lnTo>
                  <a:pt x="7026" y="1826"/>
                </a:lnTo>
                <a:lnTo>
                  <a:pt x="7084" y="1826"/>
                </a:lnTo>
                <a:lnTo>
                  <a:pt x="7084" y="1838"/>
                </a:lnTo>
                <a:moveTo>
                  <a:pt x="6991" y="1838"/>
                </a:moveTo>
                <a:lnTo>
                  <a:pt x="6932" y="1838"/>
                </a:lnTo>
                <a:lnTo>
                  <a:pt x="6932" y="1826"/>
                </a:lnTo>
                <a:lnTo>
                  <a:pt x="6991" y="1826"/>
                </a:lnTo>
                <a:lnTo>
                  <a:pt x="6991" y="1838"/>
                </a:lnTo>
                <a:moveTo>
                  <a:pt x="6897" y="1838"/>
                </a:moveTo>
                <a:lnTo>
                  <a:pt x="6838" y="1838"/>
                </a:lnTo>
                <a:lnTo>
                  <a:pt x="6838" y="1826"/>
                </a:lnTo>
                <a:lnTo>
                  <a:pt x="6897" y="1826"/>
                </a:lnTo>
                <a:lnTo>
                  <a:pt x="6897" y="1838"/>
                </a:lnTo>
                <a:moveTo>
                  <a:pt x="6803" y="1838"/>
                </a:moveTo>
                <a:lnTo>
                  <a:pt x="6745" y="1838"/>
                </a:lnTo>
                <a:lnTo>
                  <a:pt x="6745" y="1826"/>
                </a:lnTo>
                <a:lnTo>
                  <a:pt x="6803" y="1826"/>
                </a:lnTo>
                <a:lnTo>
                  <a:pt x="6803" y="1838"/>
                </a:lnTo>
                <a:moveTo>
                  <a:pt x="6710" y="1838"/>
                </a:moveTo>
                <a:lnTo>
                  <a:pt x="6651" y="1838"/>
                </a:lnTo>
                <a:lnTo>
                  <a:pt x="6651" y="1826"/>
                </a:lnTo>
                <a:lnTo>
                  <a:pt x="6710" y="1826"/>
                </a:lnTo>
                <a:lnTo>
                  <a:pt x="6710" y="1838"/>
                </a:lnTo>
                <a:moveTo>
                  <a:pt x="6616" y="1838"/>
                </a:moveTo>
                <a:lnTo>
                  <a:pt x="6557" y="1838"/>
                </a:lnTo>
                <a:lnTo>
                  <a:pt x="6557" y="1826"/>
                </a:lnTo>
                <a:lnTo>
                  <a:pt x="6616" y="1826"/>
                </a:lnTo>
                <a:lnTo>
                  <a:pt x="6616" y="1838"/>
                </a:lnTo>
                <a:moveTo>
                  <a:pt x="6522" y="1838"/>
                </a:moveTo>
                <a:lnTo>
                  <a:pt x="6463" y="1838"/>
                </a:lnTo>
                <a:lnTo>
                  <a:pt x="6463" y="1826"/>
                </a:lnTo>
                <a:lnTo>
                  <a:pt x="6522" y="1826"/>
                </a:lnTo>
                <a:lnTo>
                  <a:pt x="6522" y="1838"/>
                </a:lnTo>
                <a:moveTo>
                  <a:pt x="6428" y="1838"/>
                </a:moveTo>
                <a:lnTo>
                  <a:pt x="6370" y="1838"/>
                </a:lnTo>
                <a:lnTo>
                  <a:pt x="6370" y="1826"/>
                </a:lnTo>
                <a:lnTo>
                  <a:pt x="6428" y="1826"/>
                </a:lnTo>
                <a:lnTo>
                  <a:pt x="6428" y="1838"/>
                </a:lnTo>
                <a:moveTo>
                  <a:pt x="6335" y="1838"/>
                </a:moveTo>
                <a:lnTo>
                  <a:pt x="6276" y="1838"/>
                </a:lnTo>
                <a:lnTo>
                  <a:pt x="6276" y="1826"/>
                </a:lnTo>
                <a:lnTo>
                  <a:pt x="6335" y="1826"/>
                </a:lnTo>
                <a:lnTo>
                  <a:pt x="6335" y="1838"/>
                </a:lnTo>
                <a:moveTo>
                  <a:pt x="6241" y="1838"/>
                </a:moveTo>
                <a:lnTo>
                  <a:pt x="6182" y="1838"/>
                </a:lnTo>
                <a:lnTo>
                  <a:pt x="6182" y="1826"/>
                </a:lnTo>
                <a:lnTo>
                  <a:pt x="6241" y="1826"/>
                </a:lnTo>
                <a:lnTo>
                  <a:pt x="6241" y="1838"/>
                </a:lnTo>
                <a:moveTo>
                  <a:pt x="6147" y="1838"/>
                </a:moveTo>
                <a:lnTo>
                  <a:pt x="6088" y="1838"/>
                </a:lnTo>
                <a:lnTo>
                  <a:pt x="6088" y="1826"/>
                </a:lnTo>
                <a:lnTo>
                  <a:pt x="6147" y="1826"/>
                </a:lnTo>
                <a:lnTo>
                  <a:pt x="6147" y="1838"/>
                </a:lnTo>
                <a:moveTo>
                  <a:pt x="6053" y="1838"/>
                </a:moveTo>
                <a:lnTo>
                  <a:pt x="5995" y="1838"/>
                </a:lnTo>
                <a:lnTo>
                  <a:pt x="5995" y="1826"/>
                </a:lnTo>
                <a:lnTo>
                  <a:pt x="6053" y="1826"/>
                </a:lnTo>
                <a:lnTo>
                  <a:pt x="6053" y="1838"/>
                </a:lnTo>
                <a:moveTo>
                  <a:pt x="5960" y="1838"/>
                </a:moveTo>
                <a:lnTo>
                  <a:pt x="5901" y="1838"/>
                </a:lnTo>
                <a:lnTo>
                  <a:pt x="5901" y="1826"/>
                </a:lnTo>
                <a:lnTo>
                  <a:pt x="5960" y="1826"/>
                </a:lnTo>
                <a:lnTo>
                  <a:pt x="5960" y="1838"/>
                </a:lnTo>
                <a:moveTo>
                  <a:pt x="5866" y="1838"/>
                </a:moveTo>
                <a:lnTo>
                  <a:pt x="5807" y="1838"/>
                </a:lnTo>
                <a:lnTo>
                  <a:pt x="5807" y="1826"/>
                </a:lnTo>
                <a:lnTo>
                  <a:pt x="5866" y="1826"/>
                </a:lnTo>
                <a:lnTo>
                  <a:pt x="5866" y="1838"/>
                </a:lnTo>
                <a:moveTo>
                  <a:pt x="5772" y="1838"/>
                </a:moveTo>
                <a:lnTo>
                  <a:pt x="5713" y="1838"/>
                </a:lnTo>
                <a:lnTo>
                  <a:pt x="5713" y="1826"/>
                </a:lnTo>
                <a:lnTo>
                  <a:pt x="5772" y="1826"/>
                </a:lnTo>
                <a:lnTo>
                  <a:pt x="5772" y="1838"/>
                </a:lnTo>
                <a:moveTo>
                  <a:pt x="5678" y="1838"/>
                </a:moveTo>
                <a:lnTo>
                  <a:pt x="5620" y="1838"/>
                </a:lnTo>
                <a:lnTo>
                  <a:pt x="5620" y="1826"/>
                </a:lnTo>
                <a:lnTo>
                  <a:pt x="5678" y="1826"/>
                </a:lnTo>
                <a:lnTo>
                  <a:pt x="5678" y="1838"/>
                </a:lnTo>
                <a:moveTo>
                  <a:pt x="5585" y="1838"/>
                </a:moveTo>
                <a:lnTo>
                  <a:pt x="5526" y="1838"/>
                </a:lnTo>
                <a:lnTo>
                  <a:pt x="5526" y="1826"/>
                </a:lnTo>
                <a:lnTo>
                  <a:pt x="5585" y="1826"/>
                </a:lnTo>
                <a:lnTo>
                  <a:pt x="5585" y="1838"/>
                </a:lnTo>
                <a:moveTo>
                  <a:pt x="5491" y="1838"/>
                </a:moveTo>
                <a:lnTo>
                  <a:pt x="5432" y="1838"/>
                </a:lnTo>
                <a:lnTo>
                  <a:pt x="5432" y="1826"/>
                </a:lnTo>
                <a:lnTo>
                  <a:pt x="5491" y="1826"/>
                </a:lnTo>
                <a:lnTo>
                  <a:pt x="5491" y="1838"/>
                </a:lnTo>
                <a:moveTo>
                  <a:pt x="5397" y="1838"/>
                </a:moveTo>
                <a:lnTo>
                  <a:pt x="5338" y="1838"/>
                </a:lnTo>
                <a:lnTo>
                  <a:pt x="5338" y="1826"/>
                </a:lnTo>
                <a:lnTo>
                  <a:pt x="5397" y="1826"/>
                </a:lnTo>
                <a:lnTo>
                  <a:pt x="5397" y="1838"/>
                </a:lnTo>
                <a:moveTo>
                  <a:pt x="5303" y="1838"/>
                </a:moveTo>
                <a:lnTo>
                  <a:pt x="5245" y="1838"/>
                </a:lnTo>
                <a:lnTo>
                  <a:pt x="5245" y="1826"/>
                </a:lnTo>
                <a:lnTo>
                  <a:pt x="5303" y="1826"/>
                </a:lnTo>
                <a:lnTo>
                  <a:pt x="5303" y="1838"/>
                </a:lnTo>
                <a:moveTo>
                  <a:pt x="5210" y="1838"/>
                </a:moveTo>
                <a:lnTo>
                  <a:pt x="5151" y="1838"/>
                </a:lnTo>
                <a:lnTo>
                  <a:pt x="5151" y="1826"/>
                </a:lnTo>
                <a:lnTo>
                  <a:pt x="5210" y="1826"/>
                </a:lnTo>
                <a:lnTo>
                  <a:pt x="5210" y="1838"/>
                </a:lnTo>
                <a:moveTo>
                  <a:pt x="5116" y="1838"/>
                </a:moveTo>
                <a:lnTo>
                  <a:pt x="5057" y="1838"/>
                </a:lnTo>
                <a:lnTo>
                  <a:pt x="5057" y="1826"/>
                </a:lnTo>
                <a:lnTo>
                  <a:pt x="5116" y="1826"/>
                </a:lnTo>
                <a:lnTo>
                  <a:pt x="5116" y="1838"/>
                </a:lnTo>
                <a:moveTo>
                  <a:pt x="5022" y="1838"/>
                </a:moveTo>
                <a:lnTo>
                  <a:pt x="4963" y="1838"/>
                </a:lnTo>
                <a:lnTo>
                  <a:pt x="4963" y="1826"/>
                </a:lnTo>
                <a:lnTo>
                  <a:pt x="5022" y="1826"/>
                </a:lnTo>
                <a:lnTo>
                  <a:pt x="5022" y="1838"/>
                </a:lnTo>
                <a:moveTo>
                  <a:pt x="4928" y="1838"/>
                </a:moveTo>
                <a:lnTo>
                  <a:pt x="4870" y="1838"/>
                </a:lnTo>
                <a:lnTo>
                  <a:pt x="4870" y="1826"/>
                </a:lnTo>
                <a:lnTo>
                  <a:pt x="4928" y="1826"/>
                </a:lnTo>
                <a:lnTo>
                  <a:pt x="4928" y="1838"/>
                </a:lnTo>
                <a:moveTo>
                  <a:pt x="4835" y="1838"/>
                </a:moveTo>
                <a:lnTo>
                  <a:pt x="4776" y="1838"/>
                </a:lnTo>
                <a:lnTo>
                  <a:pt x="4776" y="1826"/>
                </a:lnTo>
                <a:lnTo>
                  <a:pt x="4835" y="1826"/>
                </a:lnTo>
                <a:lnTo>
                  <a:pt x="4835" y="1838"/>
                </a:lnTo>
                <a:moveTo>
                  <a:pt x="4741" y="1838"/>
                </a:moveTo>
                <a:lnTo>
                  <a:pt x="4682" y="1838"/>
                </a:lnTo>
                <a:lnTo>
                  <a:pt x="4682" y="1826"/>
                </a:lnTo>
                <a:lnTo>
                  <a:pt x="4741" y="1826"/>
                </a:lnTo>
                <a:lnTo>
                  <a:pt x="4741" y="1838"/>
                </a:lnTo>
                <a:moveTo>
                  <a:pt x="4647" y="1838"/>
                </a:moveTo>
                <a:lnTo>
                  <a:pt x="4589" y="1838"/>
                </a:lnTo>
                <a:lnTo>
                  <a:pt x="4589" y="1826"/>
                </a:lnTo>
                <a:lnTo>
                  <a:pt x="4647" y="1826"/>
                </a:lnTo>
                <a:lnTo>
                  <a:pt x="4647" y="1838"/>
                </a:lnTo>
                <a:moveTo>
                  <a:pt x="4553" y="1838"/>
                </a:moveTo>
                <a:lnTo>
                  <a:pt x="4495" y="1838"/>
                </a:lnTo>
                <a:lnTo>
                  <a:pt x="4495" y="1826"/>
                </a:lnTo>
                <a:lnTo>
                  <a:pt x="4553" y="1826"/>
                </a:lnTo>
                <a:lnTo>
                  <a:pt x="4553" y="1838"/>
                </a:lnTo>
                <a:moveTo>
                  <a:pt x="4460" y="1838"/>
                </a:moveTo>
                <a:lnTo>
                  <a:pt x="4400" y="1838"/>
                </a:lnTo>
                <a:lnTo>
                  <a:pt x="4400" y="1826"/>
                </a:lnTo>
                <a:lnTo>
                  <a:pt x="4460" y="1826"/>
                </a:lnTo>
                <a:lnTo>
                  <a:pt x="4460" y="1838"/>
                </a:lnTo>
                <a:moveTo>
                  <a:pt x="4365" y="1838"/>
                </a:moveTo>
                <a:lnTo>
                  <a:pt x="4306" y="1838"/>
                </a:lnTo>
                <a:lnTo>
                  <a:pt x="4306" y="1826"/>
                </a:lnTo>
                <a:lnTo>
                  <a:pt x="4365" y="1826"/>
                </a:lnTo>
                <a:lnTo>
                  <a:pt x="4365" y="1838"/>
                </a:lnTo>
                <a:moveTo>
                  <a:pt x="4271" y="1838"/>
                </a:moveTo>
                <a:lnTo>
                  <a:pt x="4213" y="1838"/>
                </a:lnTo>
                <a:lnTo>
                  <a:pt x="4213" y="1826"/>
                </a:lnTo>
                <a:lnTo>
                  <a:pt x="4271" y="1826"/>
                </a:lnTo>
                <a:lnTo>
                  <a:pt x="4271" y="1838"/>
                </a:lnTo>
                <a:moveTo>
                  <a:pt x="4177" y="1838"/>
                </a:moveTo>
                <a:lnTo>
                  <a:pt x="4119" y="1838"/>
                </a:lnTo>
                <a:lnTo>
                  <a:pt x="4119" y="1826"/>
                </a:lnTo>
                <a:lnTo>
                  <a:pt x="4177" y="1826"/>
                </a:lnTo>
                <a:lnTo>
                  <a:pt x="4177" y="1838"/>
                </a:lnTo>
                <a:moveTo>
                  <a:pt x="4084" y="1838"/>
                </a:moveTo>
                <a:lnTo>
                  <a:pt x="4025" y="1838"/>
                </a:lnTo>
                <a:lnTo>
                  <a:pt x="4025" y="1826"/>
                </a:lnTo>
                <a:lnTo>
                  <a:pt x="4084" y="1826"/>
                </a:lnTo>
                <a:lnTo>
                  <a:pt x="4084" y="1838"/>
                </a:lnTo>
                <a:moveTo>
                  <a:pt x="3990" y="1838"/>
                </a:moveTo>
                <a:lnTo>
                  <a:pt x="3931" y="1838"/>
                </a:lnTo>
                <a:lnTo>
                  <a:pt x="3931" y="1826"/>
                </a:lnTo>
                <a:lnTo>
                  <a:pt x="3990" y="1826"/>
                </a:lnTo>
                <a:lnTo>
                  <a:pt x="3990" y="1838"/>
                </a:lnTo>
                <a:moveTo>
                  <a:pt x="3896" y="1838"/>
                </a:moveTo>
                <a:lnTo>
                  <a:pt x="3838" y="1838"/>
                </a:lnTo>
                <a:lnTo>
                  <a:pt x="3838" y="1826"/>
                </a:lnTo>
                <a:lnTo>
                  <a:pt x="3896" y="1826"/>
                </a:lnTo>
                <a:lnTo>
                  <a:pt x="3896" y="1838"/>
                </a:lnTo>
                <a:moveTo>
                  <a:pt x="3802" y="1838"/>
                </a:moveTo>
                <a:lnTo>
                  <a:pt x="3744" y="1838"/>
                </a:lnTo>
                <a:lnTo>
                  <a:pt x="3744" y="1826"/>
                </a:lnTo>
                <a:lnTo>
                  <a:pt x="3802" y="1826"/>
                </a:lnTo>
                <a:lnTo>
                  <a:pt x="3802" y="1838"/>
                </a:lnTo>
                <a:moveTo>
                  <a:pt x="3709" y="1838"/>
                </a:moveTo>
                <a:lnTo>
                  <a:pt x="3650" y="1838"/>
                </a:lnTo>
                <a:lnTo>
                  <a:pt x="3650" y="1826"/>
                </a:lnTo>
                <a:lnTo>
                  <a:pt x="3709" y="1826"/>
                </a:lnTo>
                <a:lnTo>
                  <a:pt x="3709" y="1838"/>
                </a:lnTo>
                <a:moveTo>
                  <a:pt x="3615" y="1838"/>
                </a:moveTo>
                <a:lnTo>
                  <a:pt x="3556" y="1838"/>
                </a:lnTo>
                <a:lnTo>
                  <a:pt x="3556" y="1826"/>
                </a:lnTo>
                <a:lnTo>
                  <a:pt x="3615" y="1826"/>
                </a:lnTo>
                <a:lnTo>
                  <a:pt x="3615" y="1838"/>
                </a:lnTo>
                <a:moveTo>
                  <a:pt x="3521" y="1838"/>
                </a:moveTo>
                <a:lnTo>
                  <a:pt x="3463" y="1838"/>
                </a:lnTo>
                <a:lnTo>
                  <a:pt x="3463" y="1826"/>
                </a:lnTo>
                <a:lnTo>
                  <a:pt x="3521" y="1826"/>
                </a:lnTo>
                <a:lnTo>
                  <a:pt x="3521" y="1838"/>
                </a:lnTo>
                <a:moveTo>
                  <a:pt x="3427" y="1838"/>
                </a:moveTo>
                <a:lnTo>
                  <a:pt x="3369" y="1838"/>
                </a:lnTo>
                <a:lnTo>
                  <a:pt x="3369" y="1826"/>
                </a:lnTo>
                <a:lnTo>
                  <a:pt x="3427" y="1826"/>
                </a:lnTo>
                <a:lnTo>
                  <a:pt x="3427" y="1838"/>
                </a:lnTo>
                <a:moveTo>
                  <a:pt x="3334" y="1838"/>
                </a:moveTo>
                <a:lnTo>
                  <a:pt x="3275" y="1838"/>
                </a:lnTo>
                <a:lnTo>
                  <a:pt x="3275" y="1826"/>
                </a:lnTo>
                <a:lnTo>
                  <a:pt x="3334" y="1826"/>
                </a:lnTo>
                <a:lnTo>
                  <a:pt x="3334" y="1838"/>
                </a:lnTo>
                <a:moveTo>
                  <a:pt x="3240" y="1838"/>
                </a:moveTo>
                <a:lnTo>
                  <a:pt x="3181" y="1838"/>
                </a:lnTo>
                <a:lnTo>
                  <a:pt x="3181" y="1826"/>
                </a:lnTo>
                <a:lnTo>
                  <a:pt x="3240" y="1826"/>
                </a:lnTo>
                <a:lnTo>
                  <a:pt x="3240" y="1838"/>
                </a:lnTo>
                <a:moveTo>
                  <a:pt x="3146" y="1838"/>
                </a:moveTo>
                <a:lnTo>
                  <a:pt x="3088" y="1838"/>
                </a:lnTo>
                <a:lnTo>
                  <a:pt x="3088" y="1826"/>
                </a:lnTo>
                <a:lnTo>
                  <a:pt x="3146" y="1826"/>
                </a:lnTo>
                <a:lnTo>
                  <a:pt x="3146" y="1838"/>
                </a:lnTo>
                <a:moveTo>
                  <a:pt x="3052" y="1838"/>
                </a:moveTo>
                <a:lnTo>
                  <a:pt x="2994" y="1838"/>
                </a:lnTo>
                <a:lnTo>
                  <a:pt x="2994" y="1826"/>
                </a:lnTo>
                <a:lnTo>
                  <a:pt x="3052" y="1826"/>
                </a:lnTo>
                <a:lnTo>
                  <a:pt x="3052" y="1838"/>
                </a:lnTo>
                <a:moveTo>
                  <a:pt x="2959" y="1838"/>
                </a:moveTo>
                <a:lnTo>
                  <a:pt x="2900" y="1838"/>
                </a:lnTo>
                <a:lnTo>
                  <a:pt x="2900" y="1826"/>
                </a:lnTo>
                <a:lnTo>
                  <a:pt x="2959" y="1826"/>
                </a:lnTo>
                <a:lnTo>
                  <a:pt x="2959" y="1838"/>
                </a:lnTo>
                <a:moveTo>
                  <a:pt x="2865" y="1838"/>
                </a:moveTo>
                <a:lnTo>
                  <a:pt x="2806" y="1838"/>
                </a:lnTo>
                <a:lnTo>
                  <a:pt x="2806" y="1826"/>
                </a:lnTo>
                <a:lnTo>
                  <a:pt x="2865" y="1826"/>
                </a:lnTo>
                <a:lnTo>
                  <a:pt x="2865" y="1838"/>
                </a:lnTo>
                <a:moveTo>
                  <a:pt x="2771" y="1838"/>
                </a:moveTo>
                <a:lnTo>
                  <a:pt x="2713" y="1838"/>
                </a:lnTo>
                <a:lnTo>
                  <a:pt x="2713" y="1826"/>
                </a:lnTo>
                <a:lnTo>
                  <a:pt x="2771" y="1826"/>
                </a:lnTo>
                <a:lnTo>
                  <a:pt x="2771" y="1838"/>
                </a:lnTo>
                <a:moveTo>
                  <a:pt x="2677" y="1838"/>
                </a:moveTo>
                <a:lnTo>
                  <a:pt x="2619" y="1838"/>
                </a:lnTo>
                <a:lnTo>
                  <a:pt x="2619" y="1826"/>
                </a:lnTo>
                <a:lnTo>
                  <a:pt x="2677" y="1826"/>
                </a:lnTo>
                <a:lnTo>
                  <a:pt x="2677" y="1838"/>
                </a:lnTo>
                <a:moveTo>
                  <a:pt x="2584" y="1838"/>
                </a:moveTo>
                <a:lnTo>
                  <a:pt x="2525" y="1838"/>
                </a:lnTo>
                <a:lnTo>
                  <a:pt x="2525" y="1826"/>
                </a:lnTo>
                <a:lnTo>
                  <a:pt x="2584" y="1826"/>
                </a:lnTo>
                <a:lnTo>
                  <a:pt x="2584" y="1838"/>
                </a:lnTo>
                <a:moveTo>
                  <a:pt x="2490" y="1838"/>
                </a:moveTo>
                <a:lnTo>
                  <a:pt x="2431" y="1838"/>
                </a:lnTo>
                <a:lnTo>
                  <a:pt x="2431" y="1826"/>
                </a:lnTo>
                <a:lnTo>
                  <a:pt x="2490" y="1826"/>
                </a:lnTo>
                <a:lnTo>
                  <a:pt x="2490" y="1838"/>
                </a:lnTo>
                <a:moveTo>
                  <a:pt x="2396" y="1838"/>
                </a:moveTo>
                <a:lnTo>
                  <a:pt x="2338" y="1838"/>
                </a:lnTo>
                <a:lnTo>
                  <a:pt x="2338" y="1826"/>
                </a:lnTo>
                <a:lnTo>
                  <a:pt x="2396" y="1826"/>
                </a:lnTo>
                <a:lnTo>
                  <a:pt x="2396" y="1838"/>
                </a:lnTo>
                <a:moveTo>
                  <a:pt x="2302" y="1838"/>
                </a:moveTo>
                <a:lnTo>
                  <a:pt x="2244" y="1838"/>
                </a:lnTo>
                <a:lnTo>
                  <a:pt x="2244" y="1826"/>
                </a:lnTo>
                <a:lnTo>
                  <a:pt x="2302" y="1826"/>
                </a:lnTo>
                <a:lnTo>
                  <a:pt x="2302" y="1838"/>
                </a:lnTo>
                <a:moveTo>
                  <a:pt x="2209" y="1838"/>
                </a:moveTo>
                <a:lnTo>
                  <a:pt x="2150" y="1838"/>
                </a:lnTo>
                <a:lnTo>
                  <a:pt x="2150" y="1826"/>
                </a:lnTo>
                <a:lnTo>
                  <a:pt x="2209" y="1826"/>
                </a:lnTo>
                <a:lnTo>
                  <a:pt x="2209" y="1838"/>
                </a:lnTo>
                <a:moveTo>
                  <a:pt x="2115" y="1838"/>
                </a:moveTo>
                <a:lnTo>
                  <a:pt x="2056" y="1838"/>
                </a:lnTo>
                <a:lnTo>
                  <a:pt x="2056" y="1826"/>
                </a:lnTo>
                <a:lnTo>
                  <a:pt x="2115" y="1826"/>
                </a:lnTo>
                <a:lnTo>
                  <a:pt x="2115" y="1838"/>
                </a:lnTo>
                <a:moveTo>
                  <a:pt x="2021" y="1838"/>
                </a:moveTo>
                <a:lnTo>
                  <a:pt x="1963" y="1838"/>
                </a:lnTo>
                <a:lnTo>
                  <a:pt x="1963" y="1826"/>
                </a:lnTo>
                <a:lnTo>
                  <a:pt x="2021" y="1826"/>
                </a:lnTo>
                <a:lnTo>
                  <a:pt x="2021" y="1838"/>
                </a:lnTo>
                <a:moveTo>
                  <a:pt x="1927" y="1838"/>
                </a:moveTo>
                <a:lnTo>
                  <a:pt x="1869" y="1838"/>
                </a:lnTo>
                <a:lnTo>
                  <a:pt x="1869" y="1826"/>
                </a:lnTo>
                <a:lnTo>
                  <a:pt x="1927" y="1826"/>
                </a:lnTo>
                <a:lnTo>
                  <a:pt x="1927" y="1838"/>
                </a:lnTo>
                <a:moveTo>
                  <a:pt x="1834" y="1838"/>
                </a:moveTo>
                <a:lnTo>
                  <a:pt x="1775" y="1838"/>
                </a:lnTo>
                <a:lnTo>
                  <a:pt x="1775" y="1826"/>
                </a:lnTo>
                <a:lnTo>
                  <a:pt x="1834" y="1826"/>
                </a:lnTo>
                <a:lnTo>
                  <a:pt x="1834" y="1838"/>
                </a:lnTo>
                <a:moveTo>
                  <a:pt x="1740" y="1838"/>
                </a:moveTo>
                <a:lnTo>
                  <a:pt x="1681" y="1838"/>
                </a:lnTo>
                <a:lnTo>
                  <a:pt x="1681" y="1826"/>
                </a:lnTo>
                <a:lnTo>
                  <a:pt x="1740" y="1826"/>
                </a:lnTo>
                <a:lnTo>
                  <a:pt x="1740" y="1838"/>
                </a:lnTo>
                <a:moveTo>
                  <a:pt x="1646" y="1838"/>
                </a:moveTo>
                <a:lnTo>
                  <a:pt x="1588" y="1838"/>
                </a:lnTo>
                <a:lnTo>
                  <a:pt x="1588" y="1826"/>
                </a:lnTo>
                <a:lnTo>
                  <a:pt x="1646" y="1826"/>
                </a:lnTo>
                <a:lnTo>
                  <a:pt x="1646" y="1838"/>
                </a:lnTo>
                <a:moveTo>
                  <a:pt x="1553" y="1838"/>
                </a:moveTo>
                <a:lnTo>
                  <a:pt x="1494" y="1838"/>
                </a:lnTo>
                <a:lnTo>
                  <a:pt x="1494" y="1826"/>
                </a:lnTo>
                <a:lnTo>
                  <a:pt x="1553" y="1826"/>
                </a:lnTo>
                <a:lnTo>
                  <a:pt x="1553" y="1838"/>
                </a:lnTo>
                <a:moveTo>
                  <a:pt x="1459" y="1838"/>
                </a:moveTo>
                <a:lnTo>
                  <a:pt x="1400" y="1838"/>
                </a:lnTo>
                <a:lnTo>
                  <a:pt x="1400" y="1826"/>
                </a:lnTo>
                <a:lnTo>
                  <a:pt x="1459" y="1826"/>
                </a:lnTo>
                <a:lnTo>
                  <a:pt x="1459" y="1838"/>
                </a:lnTo>
                <a:moveTo>
                  <a:pt x="1365" y="1838"/>
                </a:moveTo>
                <a:lnTo>
                  <a:pt x="1306" y="1838"/>
                </a:lnTo>
                <a:lnTo>
                  <a:pt x="1306" y="1826"/>
                </a:lnTo>
                <a:lnTo>
                  <a:pt x="1365" y="1826"/>
                </a:lnTo>
                <a:lnTo>
                  <a:pt x="1365" y="1838"/>
                </a:lnTo>
                <a:moveTo>
                  <a:pt x="1271" y="1838"/>
                </a:moveTo>
                <a:lnTo>
                  <a:pt x="1213" y="1838"/>
                </a:lnTo>
                <a:lnTo>
                  <a:pt x="1213" y="1826"/>
                </a:lnTo>
                <a:lnTo>
                  <a:pt x="1271" y="1826"/>
                </a:lnTo>
                <a:lnTo>
                  <a:pt x="1271" y="1838"/>
                </a:lnTo>
                <a:moveTo>
                  <a:pt x="1178" y="1838"/>
                </a:moveTo>
                <a:lnTo>
                  <a:pt x="1119" y="1838"/>
                </a:lnTo>
                <a:lnTo>
                  <a:pt x="1119" y="1826"/>
                </a:lnTo>
                <a:lnTo>
                  <a:pt x="1178" y="1826"/>
                </a:lnTo>
                <a:lnTo>
                  <a:pt x="1178" y="1838"/>
                </a:lnTo>
                <a:moveTo>
                  <a:pt x="1084" y="1838"/>
                </a:moveTo>
                <a:lnTo>
                  <a:pt x="1025" y="1838"/>
                </a:lnTo>
                <a:lnTo>
                  <a:pt x="1025" y="1826"/>
                </a:lnTo>
                <a:lnTo>
                  <a:pt x="1084" y="1826"/>
                </a:lnTo>
                <a:lnTo>
                  <a:pt x="1084" y="1838"/>
                </a:lnTo>
                <a:moveTo>
                  <a:pt x="990" y="1838"/>
                </a:moveTo>
                <a:lnTo>
                  <a:pt x="931" y="1838"/>
                </a:lnTo>
                <a:lnTo>
                  <a:pt x="931" y="1826"/>
                </a:lnTo>
                <a:lnTo>
                  <a:pt x="990" y="1826"/>
                </a:lnTo>
                <a:lnTo>
                  <a:pt x="990" y="1838"/>
                </a:lnTo>
                <a:moveTo>
                  <a:pt x="896" y="1838"/>
                </a:moveTo>
                <a:lnTo>
                  <a:pt x="838" y="1838"/>
                </a:lnTo>
                <a:lnTo>
                  <a:pt x="838" y="1826"/>
                </a:lnTo>
                <a:lnTo>
                  <a:pt x="896" y="1826"/>
                </a:lnTo>
                <a:lnTo>
                  <a:pt x="896" y="1838"/>
                </a:lnTo>
                <a:moveTo>
                  <a:pt x="803" y="1838"/>
                </a:moveTo>
                <a:lnTo>
                  <a:pt x="744" y="1838"/>
                </a:lnTo>
                <a:lnTo>
                  <a:pt x="744" y="1826"/>
                </a:lnTo>
                <a:lnTo>
                  <a:pt x="803" y="1826"/>
                </a:lnTo>
                <a:lnTo>
                  <a:pt x="803" y="1838"/>
                </a:lnTo>
                <a:moveTo>
                  <a:pt x="709" y="1838"/>
                </a:moveTo>
                <a:lnTo>
                  <a:pt x="650" y="1838"/>
                </a:lnTo>
                <a:lnTo>
                  <a:pt x="650" y="1826"/>
                </a:lnTo>
                <a:lnTo>
                  <a:pt x="709" y="1826"/>
                </a:lnTo>
                <a:lnTo>
                  <a:pt x="709" y="1838"/>
                </a:lnTo>
                <a:moveTo>
                  <a:pt x="615" y="1838"/>
                </a:moveTo>
                <a:lnTo>
                  <a:pt x="556" y="1838"/>
                </a:lnTo>
                <a:lnTo>
                  <a:pt x="556" y="1826"/>
                </a:lnTo>
                <a:lnTo>
                  <a:pt x="615" y="1826"/>
                </a:lnTo>
                <a:lnTo>
                  <a:pt x="615" y="1838"/>
                </a:lnTo>
                <a:moveTo>
                  <a:pt x="521" y="1838"/>
                </a:moveTo>
                <a:lnTo>
                  <a:pt x="463" y="1838"/>
                </a:lnTo>
                <a:lnTo>
                  <a:pt x="463" y="1826"/>
                </a:lnTo>
                <a:lnTo>
                  <a:pt x="521" y="1826"/>
                </a:lnTo>
                <a:lnTo>
                  <a:pt x="521" y="1838"/>
                </a:lnTo>
                <a:moveTo>
                  <a:pt x="428" y="1838"/>
                </a:moveTo>
                <a:lnTo>
                  <a:pt x="369" y="1838"/>
                </a:lnTo>
                <a:lnTo>
                  <a:pt x="369" y="1826"/>
                </a:lnTo>
                <a:lnTo>
                  <a:pt x="428" y="1826"/>
                </a:lnTo>
                <a:lnTo>
                  <a:pt x="428" y="1838"/>
                </a:lnTo>
                <a:moveTo>
                  <a:pt x="334" y="1838"/>
                </a:moveTo>
                <a:lnTo>
                  <a:pt x="275" y="1838"/>
                </a:lnTo>
                <a:lnTo>
                  <a:pt x="275" y="1826"/>
                </a:lnTo>
                <a:lnTo>
                  <a:pt x="334" y="1826"/>
                </a:lnTo>
                <a:lnTo>
                  <a:pt x="334" y="1838"/>
                </a:lnTo>
                <a:moveTo>
                  <a:pt x="240" y="1838"/>
                </a:moveTo>
                <a:lnTo>
                  <a:pt x="181" y="1838"/>
                </a:lnTo>
                <a:lnTo>
                  <a:pt x="181" y="1826"/>
                </a:lnTo>
                <a:lnTo>
                  <a:pt x="240" y="1826"/>
                </a:lnTo>
                <a:lnTo>
                  <a:pt x="240" y="1838"/>
                </a:lnTo>
                <a:moveTo>
                  <a:pt x="146" y="1838"/>
                </a:moveTo>
                <a:lnTo>
                  <a:pt x="88" y="1838"/>
                </a:lnTo>
                <a:lnTo>
                  <a:pt x="88" y="1826"/>
                </a:lnTo>
                <a:lnTo>
                  <a:pt x="146" y="1826"/>
                </a:lnTo>
                <a:lnTo>
                  <a:pt x="146" y="1838"/>
                </a:lnTo>
                <a:moveTo>
                  <a:pt x="53" y="1838"/>
                </a:moveTo>
                <a:lnTo>
                  <a:pt x="0" y="1838"/>
                </a:lnTo>
                <a:lnTo>
                  <a:pt x="0" y="1820"/>
                </a:lnTo>
                <a:lnTo>
                  <a:pt x="12" y="1820"/>
                </a:lnTo>
                <a:lnTo>
                  <a:pt x="12" y="1832"/>
                </a:lnTo>
                <a:lnTo>
                  <a:pt x="6" y="1832"/>
                </a:lnTo>
                <a:lnTo>
                  <a:pt x="6" y="1826"/>
                </a:lnTo>
                <a:lnTo>
                  <a:pt x="53" y="1826"/>
                </a:lnTo>
                <a:lnTo>
                  <a:pt x="53" y="1838"/>
                </a:lnTo>
                <a:moveTo>
                  <a:pt x="0" y="1785"/>
                </a:moveTo>
                <a:lnTo>
                  <a:pt x="0" y="1727"/>
                </a:lnTo>
                <a:lnTo>
                  <a:pt x="12" y="1727"/>
                </a:lnTo>
                <a:lnTo>
                  <a:pt x="12" y="1785"/>
                </a:lnTo>
                <a:lnTo>
                  <a:pt x="0" y="1785"/>
                </a:lnTo>
                <a:moveTo>
                  <a:pt x="0" y="1691"/>
                </a:moveTo>
                <a:lnTo>
                  <a:pt x="0" y="1633"/>
                </a:lnTo>
                <a:lnTo>
                  <a:pt x="12" y="1633"/>
                </a:lnTo>
                <a:lnTo>
                  <a:pt x="12" y="1691"/>
                </a:lnTo>
                <a:lnTo>
                  <a:pt x="0" y="1691"/>
                </a:lnTo>
                <a:moveTo>
                  <a:pt x="0" y="1598"/>
                </a:moveTo>
                <a:lnTo>
                  <a:pt x="0" y="1539"/>
                </a:lnTo>
                <a:lnTo>
                  <a:pt x="12" y="1539"/>
                </a:lnTo>
                <a:lnTo>
                  <a:pt x="12" y="1598"/>
                </a:lnTo>
                <a:lnTo>
                  <a:pt x="0" y="1598"/>
                </a:lnTo>
                <a:moveTo>
                  <a:pt x="0" y="1504"/>
                </a:moveTo>
                <a:lnTo>
                  <a:pt x="0" y="1446"/>
                </a:lnTo>
                <a:lnTo>
                  <a:pt x="12" y="1446"/>
                </a:lnTo>
                <a:lnTo>
                  <a:pt x="12" y="1504"/>
                </a:lnTo>
                <a:lnTo>
                  <a:pt x="0" y="1504"/>
                </a:lnTo>
                <a:moveTo>
                  <a:pt x="0" y="1411"/>
                </a:moveTo>
                <a:lnTo>
                  <a:pt x="0" y="1352"/>
                </a:lnTo>
                <a:lnTo>
                  <a:pt x="12" y="1352"/>
                </a:lnTo>
                <a:lnTo>
                  <a:pt x="12" y="1411"/>
                </a:lnTo>
                <a:lnTo>
                  <a:pt x="0" y="1411"/>
                </a:lnTo>
                <a:moveTo>
                  <a:pt x="0" y="1317"/>
                </a:moveTo>
                <a:lnTo>
                  <a:pt x="0" y="1259"/>
                </a:lnTo>
                <a:lnTo>
                  <a:pt x="12" y="1259"/>
                </a:lnTo>
                <a:lnTo>
                  <a:pt x="12" y="1317"/>
                </a:lnTo>
                <a:lnTo>
                  <a:pt x="0" y="1317"/>
                </a:lnTo>
                <a:moveTo>
                  <a:pt x="0" y="1224"/>
                </a:moveTo>
                <a:lnTo>
                  <a:pt x="0" y="1164"/>
                </a:lnTo>
                <a:lnTo>
                  <a:pt x="12" y="1164"/>
                </a:lnTo>
                <a:lnTo>
                  <a:pt x="12" y="1224"/>
                </a:lnTo>
                <a:lnTo>
                  <a:pt x="0" y="1224"/>
                </a:lnTo>
                <a:moveTo>
                  <a:pt x="0" y="1129"/>
                </a:moveTo>
                <a:lnTo>
                  <a:pt x="0" y="1070"/>
                </a:lnTo>
                <a:lnTo>
                  <a:pt x="12" y="1070"/>
                </a:lnTo>
                <a:lnTo>
                  <a:pt x="12" y="1129"/>
                </a:lnTo>
                <a:lnTo>
                  <a:pt x="0" y="1129"/>
                </a:lnTo>
                <a:moveTo>
                  <a:pt x="0" y="1035"/>
                </a:moveTo>
                <a:lnTo>
                  <a:pt x="0" y="977"/>
                </a:lnTo>
                <a:lnTo>
                  <a:pt x="12" y="977"/>
                </a:lnTo>
                <a:lnTo>
                  <a:pt x="12" y="1035"/>
                </a:lnTo>
                <a:lnTo>
                  <a:pt x="0" y="1035"/>
                </a:lnTo>
                <a:moveTo>
                  <a:pt x="0" y="942"/>
                </a:moveTo>
                <a:lnTo>
                  <a:pt x="0" y="883"/>
                </a:lnTo>
                <a:lnTo>
                  <a:pt x="12" y="883"/>
                </a:lnTo>
                <a:lnTo>
                  <a:pt x="12" y="942"/>
                </a:lnTo>
                <a:lnTo>
                  <a:pt x="0" y="942"/>
                </a:lnTo>
                <a:moveTo>
                  <a:pt x="0" y="848"/>
                </a:moveTo>
                <a:lnTo>
                  <a:pt x="0" y="790"/>
                </a:lnTo>
                <a:lnTo>
                  <a:pt x="12" y="790"/>
                </a:lnTo>
                <a:lnTo>
                  <a:pt x="12" y="848"/>
                </a:lnTo>
                <a:lnTo>
                  <a:pt x="0" y="848"/>
                </a:lnTo>
                <a:moveTo>
                  <a:pt x="0" y="755"/>
                </a:moveTo>
                <a:lnTo>
                  <a:pt x="0" y="696"/>
                </a:lnTo>
                <a:lnTo>
                  <a:pt x="12" y="696"/>
                </a:lnTo>
                <a:lnTo>
                  <a:pt x="12" y="755"/>
                </a:lnTo>
                <a:lnTo>
                  <a:pt x="0" y="755"/>
                </a:lnTo>
                <a:moveTo>
                  <a:pt x="0" y="661"/>
                </a:moveTo>
                <a:lnTo>
                  <a:pt x="0" y="603"/>
                </a:lnTo>
                <a:lnTo>
                  <a:pt x="12" y="603"/>
                </a:lnTo>
                <a:lnTo>
                  <a:pt x="12" y="661"/>
                </a:lnTo>
                <a:lnTo>
                  <a:pt x="0" y="661"/>
                </a:lnTo>
                <a:moveTo>
                  <a:pt x="0" y="567"/>
                </a:moveTo>
                <a:lnTo>
                  <a:pt x="0" y="509"/>
                </a:lnTo>
                <a:lnTo>
                  <a:pt x="12" y="509"/>
                </a:lnTo>
                <a:lnTo>
                  <a:pt x="12" y="567"/>
                </a:lnTo>
                <a:lnTo>
                  <a:pt x="0" y="567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99"/>
                </a:moveTo>
                <a:lnTo>
                  <a:pt x="0" y="41"/>
                </a:lnTo>
                <a:lnTo>
                  <a:pt x="12" y="41"/>
                </a:lnTo>
                <a:lnTo>
                  <a:pt x="12" y="99"/>
                </a:lnTo>
                <a:lnTo>
                  <a:pt x="0" y="99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5496120" y="390420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0"/>
                </a:moveTo>
                <a:lnTo>
                  <a:pt x="141" y="0"/>
                </a:lnTo>
                <a:lnTo>
                  <a:pt x="141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5496120" y="391896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2754000" y="3655440"/>
            <a:ext cx="2118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754000" y="3899880"/>
            <a:ext cx="5187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2770920" y="4047480"/>
            <a:ext cx="2088360" cy="202680"/>
          </a:xfrm>
          <a:custGeom>
            <a:avLst/>
            <a:gdLst/>
            <a:ahLst/>
            <a:rect l="0" t="0" r="r" b="b"/>
            <a:pathLst>
              <a:path w="5801" h="563">
                <a:moveTo>
                  <a:pt x="0" y="0"/>
                </a:moveTo>
                <a:lnTo>
                  <a:pt x="5801" y="0"/>
                </a:lnTo>
                <a:lnTo>
                  <a:pt x="5801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2768760" y="4045320"/>
            <a:ext cx="2092680" cy="207000"/>
          </a:xfrm>
          <a:custGeom>
            <a:avLst/>
            <a:gdLst/>
            <a:ahLst/>
            <a:rect l="0" t="0" r="r" b="b"/>
            <a:pathLst>
              <a:path w="5813" h="575">
                <a:moveTo>
                  <a:pt x="100" y="0"/>
                </a:moveTo>
                <a:lnTo>
                  <a:pt x="158" y="0"/>
                </a:lnTo>
                <a:lnTo>
                  <a:pt x="158" y="12"/>
                </a:lnTo>
                <a:lnTo>
                  <a:pt x="100" y="12"/>
                </a:lnTo>
                <a:lnTo>
                  <a:pt x="100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3" y="0"/>
                </a:lnTo>
                <a:lnTo>
                  <a:pt x="533" y="12"/>
                </a:lnTo>
                <a:lnTo>
                  <a:pt x="475" y="12"/>
                </a:lnTo>
                <a:lnTo>
                  <a:pt x="475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8" y="0"/>
                </a:moveTo>
                <a:lnTo>
                  <a:pt x="1097" y="0"/>
                </a:lnTo>
                <a:lnTo>
                  <a:pt x="1097" y="12"/>
                </a:lnTo>
                <a:lnTo>
                  <a:pt x="1038" y="12"/>
                </a:lnTo>
                <a:lnTo>
                  <a:pt x="1038" y="0"/>
                </a:lnTo>
                <a:moveTo>
                  <a:pt x="1132" y="0"/>
                </a:moveTo>
                <a:lnTo>
                  <a:pt x="1190" y="0"/>
                </a:lnTo>
                <a:lnTo>
                  <a:pt x="1190" y="12"/>
                </a:lnTo>
                <a:lnTo>
                  <a:pt x="1132" y="12"/>
                </a:lnTo>
                <a:lnTo>
                  <a:pt x="1132" y="0"/>
                </a:lnTo>
                <a:moveTo>
                  <a:pt x="1225" y="0"/>
                </a:moveTo>
                <a:lnTo>
                  <a:pt x="1284" y="0"/>
                </a:lnTo>
                <a:lnTo>
                  <a:pt x="1284" y="12"/>
                </a:lnTo>
                <a:lnTo>
                  <a:pt x="1225" y="12"/>
                </a:lnTo>
                <a:lnTo>
                  <a:pt x="1225" y="0"/>
                </a:lnTo>
                <a:moveTo>
                  <a:pt x="1319" y="0"/>
                </a:moveTo>
                <a:lnTo>
                  <a:pt x="1378" y="0"/>
                </a:lnTo>
                <a:lnTo>
                  <a:pt x="1378" y="12"/>
                </a:lnTo>
                <a:lnTo>
                  <a:pt x="1319" y="12"/>
                </a:lnTo>
                <a:lnTo>
                  <a:pt x="1319" y="0"/>
                </a:lnTo>
                <a:moveTo>
                  <a:pt x="1413" y="0"/>
                </a:moveTo>
                <a:lnTo>
                  <a:pt x="1472" y="0"/>
                </a:lnTo>
                <a:lnTo>
                  <a:pt x="1472" y="12"/>
                </a:lnTo>
                <a:lnTo>
                  <a:pt x="1413" y="12"/>
                </a:lnTo>
                <a:lnTo>
                  <a:pt x="1413" y="0"/>
                </a:lnTo>
                <a:moveTo>
                  <a:pt x="1507" y="0"/>
                </a:moveTo>
                <a:lnTo>
                  <a:pt x="1565" y="0"/>
                </a:lnTo>
                <a:lnTo>
                  <a:pt x="1565" y="12"/>
                </a:lnTo>
                <a:lnTo>
                  <a:pt x="1507" y="12"/>
                </a:lnTo>
                <a:lnTo>
                  <a:pt x="1507" y="0"/>
                </a:lnTo>
                <a:moveTo>
                  <a:pt x="1600" y="0"/>
                </a:moveTo>
                <a:lnTo>
                  <a:pt x="1659" y="0"/>
                </a:lnTo>
                <a:lnTo>
                  <a:pt x="1659" y="12"/>
                </a:lnTo>
                <a:lnTo>
                  <a:pt x="1600" y="12"/>
                </a:lnTo>
                <a:lnTo>
                  <a:pt x="1600" y="0"/>
                </a:lnTo>
                <a:moveTo>
                  <a:pt x="1694" y="0"/>
                </a:moveTo>
                <a:lnTo>
                  <a:pt x="1753" y="0"/>
                </a:lnTo>
                <a:lnTo>
                  <a:pt x="1753" y="12"/>
                </a:lnTo>
                <a:lnTo>
                  <a:pt x="1694" y="12"/>
                </a:lnTo>
                <a:lnTo>
                  <a:pt x="1694" y="0"/>
                </a:lnTo>
                <a:moveTo>
                  <a:pt x="1788" y="0"/>
                </a:moveTo>
                <a:lnTo>
                  <a:pt x="1847" y="0"/>
                </a:lnTo>
                <a:lnTo>
                  <a:pt x="1847" y="12"/>
                </a:lnTo>
                <a:lnTo>
                  <a:pt x="1788" y="12"/>
                </a:lnTo>
                <a:lnTo>
                  <a:pt x="1788" y="0"/>
                </a:lnTo>
                <a:moveTo>
                  <a:pt x="1882" y="0"/>
                </a:moveTo>
                <a:lnTo>
                  <a:pt x="1940" y="0"/>
                </a:lnTo>
                <a:lnTo>
                  <a:pt x="1940" y="12"/>
                </a:lnTo>
                <a:lnTo>
                  <a:pt x="1882" y="12"/>
                </a:lnTo>
                <a:lnTo>
                  <a:pt x="1882" y="0"/>
                </a:lnTo>
                <a:moveTo>
                  <a:pt x="1975" y="0"/>
                </a:moveTo>
                <a:lnTo>
                  <a:pt x="2034" y="0"/>
                </a:lnTo>
                <a:lnTo>
                  <a:pt x="2034" y="12"/>
                </a:lnTo>
                <a:lnTo>
                  <a:pt x="1975" y="12"/>
                </a:lnTo>
                <a:lnTo>
                  <a:pt x="1975" y="0"/>
                </a:lnTo>
                <a:moveTo>
                  <a:pt x="2069" y="0"/>
                </a:moveTo>
                <a:lnTo>
                  <a:pt x="2128" y="0"/>
                </a:lnTo>
                <a:lnTo>
                  <a:pt x="2128" y="12"/>
                </a:lnTo>
                <a:lnTo>
                  <a:pt x="2069" y="12"/>
                </a:lnTo>
                <a:lnTo>
                  <a:pt x="2069" y="0"/>
                </a:lnTo>
                <a:moveTo>
                  <a:pt x="2163" y="0"/>
                </a:moveTo>
                <a:lnTo>
                  <a:pt x="2222" y="0"/>
                </a:lnTo>
                <a:lnTo>
                  <a:pt x="2222" y="12"/>
                </a:lnTo>
                <a:lnTo>
                  <a:pt x="2163" y="12"/>
                </a:lnTo>
                <a:lnTo>
                  <a:pt x="2163" y="0"/>
                </a:lnTo>
                <a:moveTo>
                  <a:pt x="2257" y="0"/>
                </a:moveTo>
                <a:lnTo>
                  <a:pt x="2315" y="0"/>
                </a:lnTo>
                <a:lnTo>
                  <a:pt x="2315" y="12"/>
                </a:lnTo>
                <a:lnTo>
                  <a:pt x="2257" y="12"/>
                </a:lnTo>
                <a:lnTo>
                  <a:pt x="2257" y="0"/>
                </a:lnTo>
                <a:moveTo>
                  <a:pt x="2350" y="0"/>
                </a:moveTo>
                <a:lnTo>
                  <a:pt x="2409" y="0"/>
                </a:lnTo>
                <a:lnTo>
                  <a:pt x="2409" y="12"/>
                </a:lnTo>
                <a:lnTo>
                  <a:pt x="2350" y="12"/>
                </a:lnTo>
                <a:lnTo>
                  <a:pt x="2350" y="0"/>
                </a:lnTo>
                <a:moveTo>
                  <a:pt x="2444" y="0"/>
                </a:moveTo>
                <a:lnTo>
                  <a:pt x="2503" y="0"/>
                </a:lnTo>
                <a:lnTo>
                  <a:pt x="2503" y="12"/>
                </a:lnTo>
                <a:lnTo>
                  <a:pt x="2444" y="12"/>
                </a:lnTo>
                <a:lnTo>
                  <a:pt x="2444" y="0"/>
                </a:lnTo>
                <a:moveTo>
                  <a:pt x="2538" y="0"/>
                </a:moveTo>
                <a:lnTo>
                  <a:pt x="2596" y="0"/>
                </a:lnTo>
                <a:lnTo>
                  <a:pt x="2596" y="12"/>
                </a:lnTo>
                <a:lnTo>
                  <a:pt x="2538" y="12"/>
                </a:lnTo>
                <a:lnTo>
                  <a:pt x="2538" y="0"/>
                </a:lnTo>
                <a:moveTo>
                  <a:pt x="2632" y="0"/>
                </a:moveTo>
                <a:lnTo>
                  <a:pt x="2690" y="0"/>
                </a:lnTo>
                <a:lnTo>
                  <a:pt x="2690" y="12"/>
                </a:lnTo>
                <a:lnTo>
                  <a:pt x="2632" y="12"/>
                </a:lnTo>
                <a:lnTo>
                  <a:pt x="2632" y="0"/>
                </a:lnTo>
                <a:moveTo>
                  <a:pt x="2725" y="0"/>
                </a:moveTo>
                <a:lnTo>
                  <a:pt x="2784" y="0"/>
                </a:lnTo>
                <a:lnTo>
                  <a:pt x="2784" y="12"/>
                </a:lnTo>
                <a:lnTo>
                  <a:pt x="2725" y="12"/>
                </a:lnTo>
                <a:lnTo>
                  <a:pt x="2725" y="0"/>
                </a:lnTo>
                <a:moveTo>
                  <a:pt x="2819" y="0"/>
                </a:moveTo>
                <a:lnTo>
                  <a:pt x="2878" y="0"/>
                </a:lnTo>
                <a:lnTo>
                  <a:pt x="2878" y="12"/>
                </a:lnTo>
                <a:lnTo>
                  <a:pt x="2819" y="12"/>
                </a:lnTo>
                <a:lnTo>
                  <a:pt x="2819" y="0"/>
                </a:lnTo>
                <a:moveTo>
                  <a:pt x="2913" y="0"/>
                </a:moveTo>
                <a:lnTo>
                  <a:pt x="2971" y="0"/>
                </a:lnTo>
                <a:lnTo>
                  <a:pt x="2971" y="12"/>
                </a:lnTo>
                <a:lnTo>
                  <a:pt x="2913" y="12"/>
                </a:lnTo>
                <a:lnTo>
                  <a:pt x="2913" y="0"/>
                </a:lnTo>
                <a:moveTo>
                  <a:pt x="3007" y="0"/>
                </a:moveTo>
                <a:lnTo>
                  <a:pt x="3065" y="0"/>
                </a:lnTo>
                <a:lnTo>
                  <a:pt x="3065" y="12"/>
                </a:lnTo>
                <a:lnTo>
                  <a:pt x="3007" y="12"/>
                </a:lnTo>
                <a:lnTo>
                  <a:pt x="3007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7" y="0"/>
                </a:moveTo>
                <a:lnTo>
                  <a:pt x="4565" y="0"/>
                </a:lnTo>
                <a:lnTo>
                  <a:pt x="4565" y="12"/>
                </a:lnTo>
                <a:lnTo>
                  <a:pt x="4507" y="12"/>
                </a:lnTo>
                <a:lnTo>
                  <a:pt x="4507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2" y="0"/>
                </a:moveTo>
                <a:lnTo>
                  <a:pt x="4940" y="0"/>
                </a:lnTo>
                <a:lnTo>
                  <a:pt x="4940" y="12"/>
                </a:lnTo>
                <a:lnTo>
                  <a:pt x="4882" y="12"/>
                </a:lnTo>
                <a:lnTo>
                  <a:pt x="4882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7" y="0"/>
                </a:moveTo>
                <a:lnTo>
                  <a:pt x="5315" y="0"/>
                </a:lnTo>
                <a:lnTo>
                  <a:pt x="5315" y="12"/>
                </a:lnTo>
                <a:lnTo>
                  <a:pt x="5257" y="12"/>
                </a:lnTo>
                <a:lnTo>
                  <a:pt x="5257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3" y="18"/>
                </a:moveTo>
                <a:lnTo>
                  <a:pt x="5813" y="76"/>
                </a:lnTo>
                <a:lnTo>
                  <a:pt x="5801" y="76"/>
                </a:lnTo>
                <a:lnTo>
                  <a:pt x="5801" y="18"/>
                </a:lnTo>
                <a:lnTo>
                  <a:pt x="5813" y="18"/>
                </a:lnTo>
                <a:moveTo>
                  <a:pt x="5813" y="112"/>
                </a:moveTo>
                <a:lnTo>
                  <a:pt x="5813" y="170"/>
                </a:lnTo>
                <a:lnTo>
                  <a:pt x="5801" y="170"/>
                </a:lnTo>
                <a:lnTo>
                  <a:pt x="5801" y="112"/>
                </a:lnTo>
                <a:lnTo>
                  <a:pt x="5813" y="112"/>
                </a:lnTo>
                <a:moveTo>
                  <a:pt x="5813" y="205"/>
                </a:moveTo>
                <a:lnTo>
                  <a:pt x="5813" y="264"/>
                </a:lnTo>
                <a:lnTo>
                  <a:pt x="5801" y="264"/>
                </a:lnTo>
                <a:lnTo>
                  <a:pt x="5801" y="205"/>
                </a:lnTo>
                <a:lnTo>
                  <a:pt x="5813" y="205"/>
                </a:lnTo>
                <a:moveTo>
                  <a:pt x="5813" y="299"/>
                </a:moveTo>
                <a:lnTo>
                  <a:pt x="5813" y="357"/>
                </a:lnTo>
                <a:lnTo>
                  <a:pt x="5801" y="357"/>
                </a:lnTo>
                <a:lnTo>
                  <a:pt x="5801" y="299"/>
                </a:lnTo>
                <a:lnTo>
                  <a:pt x="5813" y="299"/>
                </a:lnTo>
                <a:moveTo>
                  <a:pt x="5813" y="392"/>
                </a:moveTo>
                <a:lnTo>
                  <a:pt x="5813" y="451"/>
                </a:lnTo>
                <a:lnTo>
                  <a:pt x="5801" y="451"/>
                </a:lnTo>
                <a:lnTo>
                  <a:pt x="5801" y="392"/>
                </a:lnTo>
                <a:lnTo>
                  <a:pt x="5813" y="392"/>
                </a:lnTo>
                <a:moveTo>
                  <a:pt x="5813" y="486"/>
                </a:moveTo>
                <a:lnTo>
                  <a:pt x="5813" y="545"/>
                </a:lnTo>
                <a:lnTo>
                  <a:pt x="5801" y="545"/>
                </a:lnTo>
                <a:lnTo>
                  <a:pt x="5801" y="486"/>
                </a:lnTo>
                <a:lnTo>
                  <a:pt x="5813" y="486"/>
                </a:lnTo>
                <a:moveTo>
                  <a:pt x="5796" y="575"/>
                </a:moveTo>
                <a:lnTo>
                  <a:pt x="5737" y="575"/>
                </a:lnTo>
                <a:lnTo>
                  <a:pt x="5737" y="563"/>
                </a:lnTo>
                <a:lnTo>
                  <a:pt x="5796" y="563"/>
                </a:lnTo>
                <a:lnTo>
                  <a:pt x="5796" y="575"/>
                </a:lnTo>
                <a:moveTo>
                  <a:pt x="5702" y="575"/>
                </a:moveTo>
                <a:lnTo>
                  <a:pt x="5643" y="575"/>
                </a:lnTo>
                <a:lnTo>
                  <a:pt x="5643" y="563"/>
                </a:lnTo>
                <a:lnTo>
                  <a:pt x="5702" y="563"/>
                </a:lnTo>
                <a:lnTo>
                  <a:pt x="5702" y="575"/>
                </a:lnTo>
                <a:moveTo>
                  <a:pt x="5608" y="575"/>
                </a:moveTo>
                <a:lnTo>
                  <a:pt x="5549" y="575"/>
                </a:lnTo>
                <a:lnTo>
                  <a:pt x="5549" y="563"/>
                </a:lnTo>
                <a:lnTo>
                  <a:pt x="5608" y="563"/>
                </a:lnTo>
                <a:lnTo>
                  <a:pt x="5608" y="575"/>
                </a:lnTo>
                <a:moveTo>
                  <a:pt x="5514" y="575"/>
                </a:moveTo>
                <a:lnTo>
                  <a:pt x="5456" y="575"/>
                </a:lnTo>
                <a:lnTo>
                  <a:pt x="5456" y="563"/>
                </a:lnTo>
                <a:lnTo>
                  <a:pt x="5514" y="563"/>
                </a:lnTo>
                <a:lnTo>
                  <a:pt x="5514" y="575"/>
                </a:lnTo>
                <a:moveTo>
                  <a:pt x="5421" y="575"/>
                </a:moveTo>
                <a:lnTo>
                  <a:pt x="5362" y="575"/>
                </a:lnTo>
                <a:lnTo>
                  <a:pt x="5362" y="563"/>
                </a:lnTo>
                <a:lnTo>
                  <a:pt x="5421" y="563"/>
                </a:lnTo>
                <a:lnTo>
                  <a:pt x="5421" y="575"/>
                </a:lnTo>
                <a:moveTo>
                  <a:pt x="5327" y="575"/>
                </a:moveTo>
                <a:lnTo>
                  <a:pt x="5268" y="575"/>
                </a:lnTo>
                <a:lnTo>
                  <a:pt x="5268" y="563"/>
                </a:lnTo>
                <a:lnTo>
                  <a:pt x="5327" y="563"/>
                </a:lnTo>
                <a:lnTo>
                  <a:pt x="5327" y="575"/>
                </a:lnTo>
                <a:moveTo>
                  <a:pt x="5233" y="575"/>
                </a:moveTo>
                <a:lnTo>
                  <a:pt x="5174" y="575"/>
                </a:lnTo>
                <a:lnTo>
                  <a:pt x="5174" y="563"/>
                </a:lnTo>
                <a:lnTo>
                  <a:pt x="5233" y="563"/>
                </a:lnTo>
                <a:lnTo>
                  <a:pt x="5233" y="575"/>
                </a:lnTo>
                <a:moveTo>
                  <a:pt x="5139" y="575"/>
                </a:moveTo>
                <a:lnTo>
                  <a:pt x="5081" y="575"/>
                </a:lnTo>
                <a:lnTo>
                  <a:pt x="5081" y="563"/>
                </a:lnTo>
                <a:lnTo>
                  <a:pt x="5139" y="563"/>
                </a:lnTo>
                <a:lnTo>
                  <a:pt x="5139" y="575"/>
                </a:lnTo>
                <a:moveTo>
                  <a:pt x="5046" y="575"/>
                </a:moveTo>
                <a:lnTo>
                  <a:pt x="4987" y="575"/>
                </a:lnTo>
                <a:lnTo>
                  <a:pt x="4987" y="563"/>
                </a:lnTo>
                <a:lnTo>
                  <a:pt x="5046" y="563"/>
                </a:lnTo>
                <a:lnTo>
                  <a:pt x="5046" y="575"/>
                </a:lnTo>
                <a:moveTo>
                  <a:pt x="4952" y="575"/>
                </a:moveTo>
                <a:lnTo>
                  <a:pt x="4893" y="575"/>
                </a:lnTo>
                <a:lnTo>
                  <a:pt x="4893" y="563"/>
                </a:lnTo>
                <a:lnTo>
                  <a:pt x="4952" y="563"/>
                </a:lnTo>
                <a:lnTo>
                  <a:pt x="4952" y="575"/>
                </a:lnTo>
                <a:moveTo>
                  <a:pt x="4858" y="575"/>
                </a:moveTo>
                <a:lnTo>
                  <a:pt x="4799" y="575"/>
                </a:lnTo>
                <a:lnTo>
                  <a:pt x="4799" y="563"/>
                </a:lnTo>
                <a:lnTo>
                  <a:pt x="4858" y="563"/>
                </a:lnTo>
                <a:lnTo>
                  <a:pt x="4858" y="575"/>
                </a:lnTo>
                <a:moveTo>
                  <a:pt x="4764" y="575"/>
                </a:moveTo>
                <a:lnTo>
                  <a:pt x="4706" y="575"/>
                </a:lnTo>
                <a:lnTo>
                  <a:pt x="4706" y="563"/>
                </a:lnTo>
                <a:lnTo>
                  <a:pt x="4764" y="563"/>
                </a:lnTo>
                <a:lnTo>
                  <a:pt x="4764" y="575"/>
                </a:lnTo>
                <a:moveTo>
                  <a:pt x="4671" y="575"/>
                </a:moveTo>
                <a:lnTo>
                  <a:pt x="4612" y="575"/>
                </a:lnTo>
                <a:lnTo>
                  <a:pt x="4612" y="563"/>
                </a:lnTo>
                <a:lnTo>
                  <a:pt x="4671" y="563"/>
                </a:lnTo>
                <a:lnTo>
                  <a:pt x="4671" y="575"/>
                </a:lnTo>
                <a:moveTo>
                  <a:pt x="4577" y="575"/>
                </a:moveTo>
                <a:lnTo>
                  <a:pt x="4518" y="575"/>
                </a:lnTo>
                <a:lnTo>
                  <a:pt x="4518" y="563"/>
                </a:lnTo>
                <a:lnTo>
                  <a:pt x="4577" y="563"/>
                </a:lnTo>
                <a:lnTo>
                  <a:pt x="4577" y="575"/>
                </a:lnTo>
                <a:moveTo>
                  <a:pt x="4483" y="575"/>
                </a:moveTo>
                <a:lnTo>
                  <a:pt x="4425" y="575"/>
                </a:lnTo>
                <a:lnTo>
                  <a:pt x="4425" y="563"/>
                </a:lnTo>
                <a:lnTo>
                  <a:pt x="4483" y="563"/>
                </a:lnTo>
                <a:lnTo>
                  <a:pt x="4483" y="575"/>
                </a:lnTo>
                <a:moveTo>
                  <a:pt x="4389" y="575"/>
                </a:moveTo>
                <a:lnTo>
                  <a:pt x="4331" y="575"/>
                </a:lnTo>
                <a:lnTo>
                  <a:pt x="4331" y="563"/>
                </a:lnTo>
                <a:lnTo>
                  <a:pt x="4389" y="563"/>
                </a:lnTo>
                <a:lnTo>
                  <a:pt x="4389" y="575"/>
                </a:lnTo>
                <a:moveTo>
                  <a:pt x="4296" y="575"/>
                </a:moveTo>
                <a:lnTo>
                  <a:pt x="4237" y="575"/>
                </a:lnTo>
                <a:lnTo>
                  <a:pt x="4237" y="563"/>
                </a:lnTo>
                <a:lnTo>
                  <a:pt x="4296" y="563"/>
                </a:lnTo>
                <a:lnTo>
                  <a:pt x="4296" y="575"/>
                </a:lnTo>
                <a:moveTo>
                  <a:pt x="4202" y="575"/>
                </a:moveTo>
                <a:lnTo>
                  <a:pt x="4143" y="575"/>
                </a:lnTo>
                <a:lnTo>
                  <a:pt x="4143" y="563"/>
                </a:lnTo>
                <a:lnTo>
                  <a:pt x="4202" y="563"/>
                </a:lnTo>
                <a:lnTo>
                  <a:pt x="4202" y="575"/>
                </a:lnTo>
                <a:moveTo>
                  <a:pt x="4108" y="575"/>
                </a:moveTo>
                <a:lnTo>
                  <a:pt x="4050" y="575"/>
                </a:lnTo>
                <a:lnTo>
                  <a:pt x="4050" y="563"/>
                </a:lnTo>
                <a:lnTo>
                  <a:pt x="4108" y="563"/>
                </a:lnTo>
                <a:lnTo>
                  <a:pt x="4108" y="575"/>
                </a:lnTo>
                <a:moveTo>
                  <a:pt x="4014" y="575"/>
                </a:moveTo>
                <a:lnTo>
                  <a:pt x="3956" y="575"/>
                </a:lnTo>
                <a:lnTo>
                  <a:pt x="3956" y="563"/>
                </a:lnTo>
                <a:lnTo>
                  <a:pt x="4014" y="563"/>
                </a:lnTo>
                <a:lnTo>
                  <a:pt x="4014" y="575"/>
                </a:lnTo>
                <a:moveTo>
                  <a:pt x="3921" y="575"/>
                </a:moveTo>
                <a:lnTo>
                  <a:pt x="3862" y="575"/>
                </a:lnTo>
                <a:lnTo>
                  <a:pt x="3862" y="563"/>
                </a:lnTo>
                <a:lnTo>
                  <a:pt x="3921" y="563"/>
                </a:lnTo>
                <a:lnTo>
                  <a:pt x="3921" y="575"/>
                </a:lnTo>
                <a:moveTo>
                  <a:pt x="3827" y="575"/>
                </a:moveTo>
                <a:lnTo>
                  <a:pt x="3768" y="575"/>
                </a:lnTo>
                <a:lnTo>
                  <a:pt x="3768" y="563"/>
                </a:lnTo>
                <a:lnTo>
                  <a:pt x="3827" y="563"/>
                </a:lnTo>
                <a:lnTo>
                  <a:pt x="3827" y="575"/>
                </a:lnTo>
                <a:moveTo>
                  <a:pt x="3733" y="575"/>
                </a:moveTo>
                <a:lnTo>
                  <a:pt x="3675" y="575"/>
                </a:lnTo>
                <a:lnTo>
                  <a:pt x="3675" y="563"/>
                </a:lnTo>
                <a:lnTo>
                  <a:pt x="3733" y="563"/>
                </a:lnTo>
                <a:lnTo>
                  <a:pt x="3733" y="575"/>
                </a:lnTo>
                <a:moveTo>
                  <a:pt x="3639" y="575"/>
                </a:moveTo>
                <a:lnTo>
                  <a:pt x="3581" y="575"/>
                </a:lnTo>
                <a:lnTo>
                  <a:pt x="3581" y="563"/>
                </a:lnTo>
                <a:lnTo>
                  <a:pt x="3639" y="563"/>
                </a:lnTo>
                <a:lnTo>
                  <a:pt x="3639" y="575"/>
                </a:lnTo>
                <a:moveTo>
                  <a:pt x="3546" y="575"/>
                </a:moveTo>
                <a:lnTo>
                  <a:pt x="3487" y="575"/>
                </a:lnTo>
                <a:lnTo>
                  <a:pt x="3487" y="563"/>
                </a:lnTo>
                <a:lnTo>
                  <a:pt x="3546" y="563"/>
                </a:lnTo>
                <a:lnTo>
                  <a:pt x="3546" y="575"/>
                </a:lnTo>
                <a:moveTo>
                  <a:pt x="3452" y="575"/>
                </a:moveTo>
                <a:lnTo>
                  <a:pt x="3393" y="575"/>
                </a:lnTo>
                <a:lnTo>
                  <a:pt x="3393" y="563"/>
                </a:lnTo>
                <a:lnTo>
                  <a:pt x="3452" y="563"/>
                </a:lnTo>
                <a:lnTo>
                  <a:pt x="3452" y="575"/>
                </a:lnTo>
                <a:moveTo>
                  <a:pt x="3358" y="575"/>
                </a:moveTo>
                <a:lnTo>
                  <a:pt x="3300" y="575"/>
                </a:lnTo>
                <a:lnTo>
                  <a:pt x="3300" y="563"/>
                </a:lnTo>
                <a:lnTo>
                  <a:pt x="3358" y="563"/>
                </a:lnTo>
                <a:lnTo>
                  <a:pt x="3358" y="575"/>
                </a:lnTo>
                <a:moveTo>
                  <a:pt x="3264" y="575"/>
                </a:moveTo>
                <a:lnTo>
                  <a:pt x="3206" y="575"/>
                </a:lnTo>
                <a:lnTo>
                  <a:pt x="3206" y="563"/>
                </a:lnTo>
                <a:lnTo>
                  <a:pt x="3264" y="563"/>
                </a:lnTo>
                <a:lnTo>
                  <a:pt x="3264" y="575"/>
                </a:lnTo>
                <a:moveTo>
                  <a:pt x="3171" y="575"/>
                </a:moveTo>
                <a:lnTo>
                  <a:pt x="3112" y="575"/>
                </a:lnTo>
                <a:lnTo>
                  <a:pt x="3112" y="563"/>
                </a:lnTo>
                <a:lnTo>
                  <a:pt x="3171" y="563"/>
                </a:lnTo>
                <a:lnTo>
                  <a:pt x="3171" y="575"/>
                </a:lnTo>
                <a:moveTo>
                  <a:pt x="3077" y="575"/>
                </a:moveTo>
                <a:lnTo>
                  <a:pt x="3018" y="575"/>
                </a:lnTo>
                <a:lnTo>
                  <a:pt x="3018" y="563"/>
                </a:lnTo>
                <a:lnTo>
                  <a:pt x="3077" y="563"/>
                </a:lnTo>
                <a:lnTo>
                  <a:pt x="3077" y="575"/>
                </a:lnTo>
                <a:moveTo>
                  <a:pt x="2983" y="575"/>
                </a:moveTo>
                <a:lnTo>
                  <a:pt x="2925" y="575"/>
                </a:lnTo>
                <a:lnTo>
                  <a:pt x="2925" y="563"/>
                </a:lnTo>
                <a:lnTo>
                  <a:pt x="2983" y="563"/>
                </a:lnTo>
                <a:lnTo>
                  <a:pt x="2983" y="575"/>
                </a:lnTo>
                <a:moveTo>
                  <a:pt x="2889" y="575"/>
                </a:moveTo>
                <a:lnTo>
                  <a:pt x="2831" y="575"/>
                </a:lnTo>
                <a:lnTo>
                  <a:pt x="2831" y="563"/>
                </a:lnTo>
                <a:lnTo>
                  <a:pt x="2889" y="563"/>
                </a:lnTo>
                <a:lnTo>
                  <a:pt x="2889" y="575"/>
                </a:lnTo>
                <a:moveTo>
                  <a:pt x="2796" y="575"/>
                </a:moveTo>
                <a:lnTo>
                  <a:pt x="2737" y="575"/>
                </a:lnTo>
                <a:lnTo>
                  <a:pt x="2737" y="563"/>
                </a:lnTo>
                <a:lnTo>
                  <a:pt x="2796" y="563"/>
                </a:lnTo>
                <a:lnTo>
                  <a:pt x="2796" y="575"/>
                </a:lnTo>
                <a:moveTo>
                  <a:pt x="2702" y="575"/>
                </a:moveTo>
                <a:lnTo>
                  <a:pt x="2643" y="575"/>
                </a:lnTo>
                <a:lnTo>
                  <a:pt x="2643" y="563"/>
                </a:lnTo>
                <a:lnTo>
                  <a:pt x="2702" y="563"/>
                </a:lnTo>
                <a:lnTo>
                  <a:pt x="2702" y="575"/>
                </a:lnTo>
                <a:moveTo>
                  <a:pt x="2608" y="575"/>
                </a:moveTo>
                <a:lnTo>
                  <a:pt x="2550" y="575"/>
                </a:lnTo>
                <a:lnTo>
                  <a:pt x="2550" y="563"/>
                </a:lnTo>
                <a:lnTo>
                  <a:pt x="2608" y="563"/>
                </a:lnTo>
                <a:lnTo>
                  <a:pt x="2608" y="575"/>
                </a:lnTo>
                <a:moveTo>
                  <a:pt x="2514" y="575"/>
                </a:moveTo>
                <a:lnTo>
                  <a:pt x="2456" y="575"/>
                </a:lnTo>
                <a:lnTo>
                  <a:pt x="2456" y="563"/>
                </a:lnTo>
                <a:lnTo>
                  <a:pt x="2514" y="563"/>
                </a:lnTo>
                <a:lnTo>
                  <a:pt x="2514" y="575"/>
                </a:lnTo>
                <a:moveTo>
                  <a:pt x="2421" y="575"/>
                </a:moveTo>
                <a:lnTo>
                  <a:pt x="2362" y="575"/>
                </a:lnTo>
                <a:lnTo>
                  <a:pt x="2362" y="563"/>
                </a:lnTo>
                <a:lnTo>
                  <a:pt x="2421" y="563"/>
                </a:lnTo>
                <a:lnTo>
                  <a:pt x="2421" y="575"/>
                </a:lnTo>
                <a:moveTo>
                  <a:pt x="2327" y="575"/>
                </a:moveTo>
                <a:lnTo>
                  <a:pt x="2268" y="575"/>
                </a:lnTo>
                <a:lnTo>
                  <a:pt x="2268" y="563"/>
                </a:lnTo>
                <a:lnTo>
                  <a:pt x="2327" y="563"/>
                </a:lnTo>
                <a:lnTo>
                  <a:pt x="2327" y="575"/>
                </a:lnTo>
                <a:moveTo>
                  <a:pt x="2233" y="575"/>
                </a:moveTo>
                <a:lnTo>
                  <a:pt x="2175" y="575"/>
                </a:lnTo>
                <a:lnTo>
                  <a:pt x="2175" y="563"/>
                </a:lnTo>
                <a:lnTo>
                  <a:pt x="2233" y="563"/>
                </a:lnTo>
                <a:lnTo>
                  <a:pt x="2233" y="575"/>
                </a:lnTo>
                <a:moveTo>
                  <a:pt x="2139" y="575"/>
                </a:moveTo>
                <a:lnTo>
                  <a:pt x="2081" y="575"/>
                </a:lnTo>
                <a:lnTo>
                  <a:pt x="2081" y="563"/>
                </a:lnTo>
                <a:lnTo>
                  <a:pt x="2139" y="563"/>
                </a:lnTo>
                <a:lnTo>
                  <a:pt x="2139" y="575"/>
                </a:lnTo>
                <a:moveTo>
                  <a:pt x="2046" y="575"/>
                </a:moveTo>
                <a:lnTo>
                  <a:pt x="1987" y="575"/>
                </a:lnTo>
                <a:lnTo>
                  <a:pt x="1987" y="563"/>
                </a:lnTo>
                <a:lnTo>
                  <a:pt x="2046" y="563"/>
                </a:lnTo>
                <a:lnTo>
                  <a:pt x="2046" y="575"/>
                </a:lnTo>
                <a:moveTo>
                  <a:pt x="1952" y="575"/>
                </a:moveTo>
                <a:lnTo>
                  <a:pt x="1893" y="575"/>
                </a:lnTo>
                <a:lnTo>
                  <a:pt x="1893" y="563"/>
                </a:lnTo>
                <a:lnTo>
                  <a:pt x="1952" y="563"/>
                </a:lnTo>
                <a:lnTo>
                  <a:pt x="1952" y="575"/>
                </a:lnTo>
                <a:moveTo>
                  <a:pt x="1858" y="575"/>
                </a:moveTo>
                <a:lnTo>
                  <a:pt x="1800" y="575"/>
                </a:lnTo>
                <a:lnTo>
                  <a:pt x="1800" y="563"/>
                </a:lnTo>
                <a:lnTo>
                  <a:pt x="1858" y="563"/>
                </a:lnTo>
                <a:lnTo>
                  <a:pt x="1858" y="575"/>
                </a:lnTo>
                <a:moveTo>
                  <a:pt x="1764" y="575"/>
                </a:moveTo>
                <a:lnTo>
                  <a:pt x="1706" y="575"/>
                </a:lnTo>
                <a:lnTo>
                  <a:pt x="1706" y="563"/>
                </a:lnTo>
                <a:lnTo>
                  <a:pt x="1764" y="563"/>
                </a:lnTo>
                <a:lnTo>
                  <a:pt x="1764" y="575"/>
                </a:lnTo>
                <a:moveTo>
                  <a:pt x="1671" y="575"/>
                </a:moveTo>
                <a:lnTo>
                  <a:pt x="1612" y="575"/>
                </a:lnTo>
                <a:lnTo>
                  <a:pt x="1612" y="563"/>
                </a:lnTo>
                <a:lnTo>
                  <a:pt x="1671" y="563"/>
                </a:lnTo>
                <a:lnTo>
                  <a:pt x="1671" y="575"/>
                </a:lnTo>
                <a:moveTo>
                  <a:pt x="1577" y="575"/>
                </a:moveTo>
                <a:lnTo>
                  <a:pt x="1518" y="575"/>
                </a:lnTo>
                <a:lnTo>
                  <a:pt x="1518" y="563"/>
                </a:lnTo>
                <a:lnTo>
                  <a:pt x="1577" y="563"/>
                </a:lnTo>
                <a:lnTo>
                  <a:pt x="1577" y="575"/>
                </a:lnTo>
                <a:moveTo>
                  <a:pt x="1483" y="575"/>
                </a:moveTo>
                <a:lnTo>
                  <a:pt x="1425" y="575"/>
                </a:lnTo>
                <a:lnTo>
                  <a:pt x="1425" y="563"/>
                </a:lnTo>
                <a:lnTo>
                  <a:pt x="1483" y="563"/>
                </a:lnTo>
                <a:lnTo>
                  <a:pt x="1483" y="575"/>
                </a:lnTo>
                <a:moveTo>
                  <a:pt x="1390" y="575"/>
                </a:moveTo>
                <a:lnTo>
                  <a:pt x="1331" y="575"/>
                </a:lnTo>
                <a:lnTo>
                  <a:pt x="1331" y="563"/>
                </a:lnTo>
                <a:lnTo>
                  <a:pt x="1390" y="563"/>
                </a:lnTo>
                <a:lnTo>
                  <a:pt x="1390" y="575"/>
                </a:lnTo>
                <a:moveTo>
                  <a:pt x="1296" y="575"/>
                </a:moveTo>
                <a:lnTo>
                  <a:pt x="1237" y="575"/>
                </a:lnTo>
                <a:lnTo>
                  <a:pt x="1237" y="563"/>
                </a:lnTo>
                <a:lnTo>
                  <a:pt x="1296" y="563"/>
                </a:lnTo>
                <a:lnTo>
                  <a:pt x="1296" y="575"/>
                </a:lnTo>
                <a:moveTo>
                  <a:pt x="1202" y="575"/>
                </a:moveTo>
                <a:lnTo>
                  <a:pt x="1143" y="575"/>
                </a:lnTo>
                <a:lnTo>
                  <a:pt x="1143" y="563"/>
                </a:lnTo>
                <a:lnTo>
                  <a:pt x="1202" y="563"/>
                </a:lnTo>
                <a:lnTo>
                  <a:pt x="1202" y="575"/>
                </a:lnTo>
                <a:moveTo>
                  <a:pt x="1108" y="575"/>
                </a:moveTo>
                <a:lnTo>
                  <a:pt x="1050" y="575"/>
                </a:lnTo>
                <a:lnTo>
                  <a:pt x="1050" y="563"/>
                </a:lnTo>
                <a:lnTo>
                  <a:pt x="1108" y="563"/>
                </a:lnTo>
                <a:lnTo>
                  <a:pt x="1108" y="575"/>
                </a:lnTo>
                <a:moveTo>
                  <a:pt x="1014" y="575"/>
                </a:moveTo>
                <a:lnTo>
                  <a:pt x="955" y="575"/>
                </a:lnTo>
                <a:lnTo>
                  <a:pt x="955" y="563"/>
                </a:lnTo>
                <a:lnTo>
                  <a:pt x="1014" y="563"/>
                </a:lnTo>
                <a:lnTo>
                  <a:pt x="1014" y="575"/>
                </a:lnTo>
                <a:moveTo>
                  <a:pt x="920" y="575"/>
                </a:moveTo>
                <a:lnTo>
                  <a:pt x="861" y="575"/>
                </a:lnTo>
                <a:lnTo>
                  <a:pt x="861" y="563"/>
                </a:lnTo>
                <a:lnTo>
                  <a:pt x="920" y="563"/>
                </a:lnTo>
                <a:lnTo>
                  <a:pt x="920" y="575"/>
                </a:lnTo>
                <a:moveTo>
                  <a:pt x="826" y="575"/>
                </a:moveTo>
                <a:lnTo>
                  <a:pt x="767" y="575"/>
                </a:lnTo>
                <a:lnTo>
                  <a:pt x="767" y="563"/>
                </a:lnTo>
                <a:lnTo>
                  <a:pt x="826" y="563"/>
                </a:lnTo>
                <a:lnTo>
                  <a:pt x="826" y="575"/>
                </a:lnTo>
                <a:moveTo>
                  <a:pt x="732" y="575"/>
                </a:moveTo>
                <a:lnTo>
                  <a:pt x="674" y="575"/>
                </a:lnTo>
                <a:lnTo>
                  <a:pt x="674" y="563"/>
                </a:lnTo>
                <a:lnTo>
                  <a:pt x="732" y="563"/>
                </a:lnTo>
                <a:lnTo>
                  <a:pt x="732" y="575"/>
                </a:lnTo>
                <a:moveTo>
                  <a:pt x="639" y="575"/>
                </a:moveTo>
                <a:lnTo>
                  <a:pt x="580" y="575"/>
                </a:lnTo>
                <a:lnTo>
                  <a:pt x="580" y="563"/>
                </a:lnTo>
                <a:lnTo>
                  <a:pt x="639" y="563"/>
                </a:lnTo>
                <a:lnTo>
                  <a:pt x="639" y="575"/>
                </a:lnTo>
                <a:moveTo>
                  <a:pt x="545" y="575"/>
                </a:moveTo>
                <a:lnTo>
                  <a:pt x="486" y="575"/>
                </a:lnTo>
                <a:lnTo>
                  <a:pt x="486" y="563"/>
                </a:lnTo>
                <a:lnTo>
                  <a:pt x="545" y="563"/>
                </a:lnTo>
                <a:lnTo>
                  <a:pt x="545" y="575"/>
                </a:lnTo>
                <a:moveTo>
                  <a:pt x="451" y="575"/>
                </a:moveTo>
                <a:lnTo>
                  <a:pt x="392" y="575"/>
                </a:lnTo>
                <a:lnTo>
                  <a:pt x="392" y="563"/>
                </a:lnTo>
                <a:lnTo>
                  <a:pt x="451" y="563"/>
                </a:lnTo>
                <a:lnTo>
                  <a:pt x="451" y="575"/>
                </a:lnTo>
                <a:moveTo>
                  <a:pt x="357" y="575"/>
                </a:moveTo>
                <a:lnTo>
                  <a:pt x="299" y="575"/>
                </a:lnTo>
                <a:lnTo>
                  <a:pt x="299" y="563"/>
                </a:lnTo>
                <a:lnTo>
                  <a:pt x="357" y="563"/>
                </a:lnTo>
                <a:lnTo>
                  <a:pt x="357" y="575"/>
                </a:lnTo>
                <a:moveTo>
                  <a:pt x="264" y="575"/>
                </a:moveTo>
                <a:lnTo>
                  <a:pt x="205" y="575"/>
                </a:lnTo>
                <a:lnTo>
                  <a:pt x="205" y="563"/>
                </a:lnTo>
                <a:lnTo>
                  <a:pt x="264" y="563"/>
                </a:lnTo>
                <a:lnTo>
                  <a:pt x="264" y="575"/>
                </a:lnTo>
                <a:moveTo>
                  <a:pt x="170" y="575"/>
                </a:moveTo>
                <a:lnTo>
                  <a:pt x="111" y="575"/>
                </a:lnTo>
                <a:lnTo>
                  <a:pt x="111" y="563"/>
                </a:lnTo>
                <a:lnTo>
                  <a:pt x="170" y="563"/>
                </a:lnTo>
                <a:lnTo>
                  <a:pt x="170" y="575"/>
                </a:lnTo>
                <a:moveTo>
                  <a:pt x="76" y="575"/>
                </a:moveTo>
                <a:lnTo>
                  <a:pt x="17" y="575"/>
                </a:lnTo>
                <a:lnTo>
                  <a:pt x="17" y="563"/>
                </a:lnTo>
                <a:lnTo>
                  <a:pt x="76" y="563"/>
                </a:lnTo>
                <a:lnTo>
                  <a:pt x="76" y="575"/>
                </a:lnTo>
                <a:moveTo>
                  <a:pt x="0" y="545"/>
                </a:moveTo>
                <a:lnTo>
                  <a:pt x="0" y="486"/>
                </a:lnTo>
                <a:lnTo>
                  <a:pt x="12" y="486"/>
                </a:lnTo>
                <a:lnTo>
                  <a:pt x="12" y="545"/>
                </a:lnTo>
                <a:lnTo>
                  <a:pt x="0" y="545"/>
                </a:lnTo>
                <a:moveTo>
                  <a:pt x="0" y="451"/>
                </a:moveTo>
                <a:lnTo>
                  <a:pt x="0" y="392"/>
                </a:lnTo>
                <a:lnTo>
                  <a:pt x="12" y="392"/>
                </a:lnTo>
                <a:lnTo>
                  <a:pt x="12" y="451"/>
                </a:lnTo>
                <a:lnTo>
                  <a:pt x="0" y="451"/>
                </a:lnTo>
                <a:moveTo>
                  <a:pt x="0" y="357"/>
                </a:moveTo>
                <a:lnTo>
                  <a:pt x="0" y="299"/>
                </a:lnTo>
                <a:lnTo>
                  <a:pt x="12" y="299"/>
                </a:lnTo>
                <a:lnTo>
                  <a:pt x="12" y="357"/>
                </a:lnTo>
                <a:lnTo>
                  <a:pt x="0" y="357"/>
                </a:lnTo>
                <a:moveTo>
                  <a:pt x="0" y="264"/>
                </a:moveTo>
                <a:lnTo>
                  <a:pt x="0" y="205"/>
                </a:lnTo>
                <a:lnTo>
                  <a:pt x="12" y="205"/>
                </a:lnTo>
                <a:lnTo>
                  <a:pt x="12" y="264"/>
                </a:lnTo>
                <a:lnTo>
                  <a:pt x="0" y="264"/>
                </a:lnTo>
                <a:moveTo>
                  <a:pt x="0" y="170"/>
                </a:moveTo>
                <a:lnTo>
                  <a:pt x="0" y="112"/>
                </a:lnTo>
                <a:lnTo>
                  <a:pt x="12" y="112"/>
                </a:lnTo>
                <a:lnTo>
                  <a:pt x="12" y="170"/>
                </a:lnTo>
                <a:lnTo>
                  <a:pt x="0" y="170"/>
                </a:lnTo>
                <a:moveTo>
                  <a:pt x="0" y="76"/>
                </a:moveTo>
                <a:lnTo>
                  <a:pt x="0" y="18"/>
                </a:lnTo>
                <a:lnTo>
                  <a:pt x="12" y="18"/>
                </a:lnTo>
                <a:lnTo>
                  <a:pt x="12" y="76"/>
                </a:lnTo>
                <a:lnTo>
                  <a:pt x="0" y="76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4774680" y="408132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774680" y="40960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2754000" y="3967560"/>
            <a:ext cx="22150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2813040" y="4076640"/>
            <a:ext cx="30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2770920" y="4283280"/>
            <a:ext cx="1540080" cy="202680"/>
          </a:xfrm>
          <a:custGeom>
            <a:avLst/>
            <a:gdLst/>
            <a:ahLst/>
            <a:rect l="0" t="0" r="r" b="b"/>
            <a:pathLst>
              <a:path w="4278" h="563">
                <a:moveTo>
                  <a:pt x="0" y="0"/>
                </a:moveTo>
                <a:lnTo>
                  <a:pt x="4278" y="0"/>
                </a:lnTo>
                <a:lnTo>
                  <a:pt x="4278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2768760" y="4281120"/>
            <a:ext cx="1544400" cy="207000"/>
          </a:xfrm>
          <a:custGeom>
            <a:avLst/>
            <a:gdLst/>
            <a:ahLst/>
            <a:rect l="0" t="0" r="r" b="b"/>
            <a:pathLst>
              <a:path w="4290" h="575">
                <a:moveTo>
                  <a:pt x="100" y="0"/>
                </a:moveTo>
                <a:lnTo>
                  <a:pt x="158" y="0"/>
                </a:lnTo>
                <a:lnTo>
                  <a:pt x="158" y="12"/>
                </a:lnTo>
                <a:lnTo>
                  <a:pt x="100" y="12"/>
                </a:lnTo>
                <a:lnTo>
                  <a:pt x="100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3" y="0"/>
                </a:lnTo>
                <a:lnTo>
                  <a:pt x="533" y="12"/>
                </a:lnTo>
                <a:lnTo>
                  <a:pt x="475" y="12"/>
                </a:lnTo>
                <a:lnTo>
                  <a:pt x="475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1" y="0"/>
                </a:lnTo>
                <a:lnTo>
                  <a:pt x="1471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6" y="0"/>
                </a:lnTo>
                <a:lnTo>
                  <a:pt x="1846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1" y="0"/>
                </a:lnTo>
                <a:lnTo>
                  <a:pt x="2221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5" y="0"/>
                </a:lnTo>
                <a:lnTo>
                  <a:pt x="3065" y="12"/>
                </a:lnTo>
                <a:lnTo>
                  <a:pt x="3006" y="12"/>
                </a:lnTo>
                <a:lnTo>
                  <a:pt x="3006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290" y="41"/>
                </a:moveTo>
                <a:lnTo>
                  <a:pt x="4290" y="100"/>
                </a:lnTo>
                <a:lnTo>
                  <a:pt x="4278" y="100"/>
                </a:lnTo>
                <a:lnTo>
                  <a:pt x="4278" y="41"/>
                </a:lnTo>
                <a:lnTo>
                  <a:pt x="4290" y="41"/>
                </a:lnTo>
                <a:moveTo>
                  <a:pt x="4290" y="135"/>
                </a:moveTo>
                <a:lnTo>
                  <a:pt x="4290" y="194"/>
                </a:lnTo>
                <a:lnTo>
                  <a:pt x="4278" y="194"/>
                </a:lnTo>
                <a:lnTo>
                  <a:pt x="4278" y="135"/>
                </a:lnTo>
                <a:lnTo>
                  <a:pt x="4290" y="135"/>
                </a:lnTo>
                <a:moveTo>
                  <a:pt x="4290" y="229"/>
                </a:moveTo>
                <a:lnTo>
                  <a:pt x="4290" y="287"/>
                </a:lnTo>
                <a:lnTo>
                  <a:pt x="4278" y="287"/>
                </a:lnTo>
                <a:lnTo>
                  <a:pt x="4278" y="229"/>
                </a:lnTo>
                <a:lnTo>
                  <a:pt x="4290" y="229"/>
                </a:lnTo>
                <a:moveTo>
                  <a:pt x="4290" y="322"/>
                </a:moveTo>
                <a:lnTo>
                  <a:pt x="4290" y="381"/>
                </a:lnTo>
                <a:lnTo>
                  <a:pt x="4278" y="381"/>
                </a:lnTo>
                <a:lnTo>
                  <a:pt x="4278" y="322"/>
                </a:lnTo>
                <a:lnTo>
                  <a:pt x="4290" y="322"/>
                </a:lnTo>
                <a:moveTo>
                  <a:pt x="4290" y="416"/>
                </a:moveTo>
                <a:lnTo>
                  <a:pt x="4290" y="475"/>
                </a:lnTo>
                <a:lnTo>
                  <a:pt x="4278" y="475"/>
                </a:lnTo>
                <a:lnTo>
                  <a:pt x="4278" y="416"/>
                </a:lnTo>
                <a:lnTo>
                  <a:pt x="4290" y="416"/>
                </a:lnTo>
                <a:moveTo>
                  <a:pt x="4290" y="510"/>
                </a:moveTo>
                <a:lnTo>
                  <a:pt x="4290" y="569"/>
                </a:lnTo>
                <a:lnTo>
                  <a:pt x="4278" y="569"/>
                </a:lnTo>
                <a:lnTo>
                  <a:pt x="4278" y="510"/>
                </a:lnTo>
                <a:lnTo>
                  <a:pt x="4290" y="510"/>
                </a:lnTo>
                <a:moveTo>
                  <a:pt x="4249" y="575"/>
                </a:moveTo>
                <a:lnTo>
                  <a:pt x="4190" y="575"/>
                </a:lnTo>
                <a:lnTo>
                  <a:pt x="4190" y="563"/>
                </a:lnTo>
                <a:lnTo>
                  <a:pt x="4249" y="563"/>
                </a:lnTo>
                <a:lnTo>
                  <a:pt x="4249" y="575"/>
                </a:lnTo>
                <a:moveTo>
                  <a:pt x="4155" y="575"/>
                </a:moveTo>
                <a:lnTo>
                  <a:pt x="4096" y="575"/>
                </a:lnTo>
                <a:lnTo>
                  <a:pt x="4096" y="563"/>
                </a:lnTo>
                <a:lnTo>
                  <a:pt x="4155" y="563"/>
                </a:lnTo>
                <a:lnTo>
                  <a:pt x="4155" y="575"/>
                </a:lnTo>
                <a:moveTo>
                  <a:pt x="4061" y="575"/>
                </a:moveTo>
                <a:lnTo>
                  <a:pt x="4003" y="575"/>
                </a:lnTo>
                <a:lnTo>
                  <a:pt x="4003" y="563"/>
                </a:lnTo>
                <a:lnTo>
                  <a:pt x="4061" y="563"/>
                </a:lnTo>
                <a:lnTo>
                  <a:pt x="4061" y="575"/>
                </a:lnTo>
                <a:moveTo>
                  <a:pt x="3968" y="575"/>
                </a:moveTo>
                <a:lnTo>
                  <a:pt x="3909" y="575"/>
                </a:lnTo>
                <a:lnTo>
                  <a:pt x="3909" y="563"/>
                </a:lnTo>
                <a:lnTo>
                  <a:pt x="3968" y="563"/>
                </a:lnTo>
                <a:lnTo>
                  <a:pt x="3968" y="575"/>
                </a:lnTo>
                <a:moveTo>
                  <a:pt x="3874" y="575"/>
                </a:moveTo>
                <a:lnTo>
                  <a:pt x="3815" y="575"/>
                </a:lnTo>
                <a:lnTo>
                  <a:pt x="3815" y="563"/>
                </a:lnTo>
                <a:lnTo>
                  <a:pt x="3874" y="563"/>
                </a:lnTo>
                <a:lnTo>
                  <a:pt x="3874" y="575"/>
                </a:lnTo>
                <a:moveTo>
                  <a:pt x="3780" y="575"/>
                </a:moveTo>
                <a:lnTo>
                  <a:pt x="3721" y="575"/>
                </a:lnTo>
                <a:lnTo>
                  <a:pt x="3721" y="563"/>
                </a:lnTo>
                <a:lnTo>
                  <a:pt x="3780" y="563"/>
                </a:lnTo>
                <a:lnTo>
                  <a:pt x="3780" y="575"/>
                </a:lnTo>
                <a:moveTo>
                  <a:pt x="3686" y="575"/>
                </a:moveTo>
                <a:lnTo>
                  <a:pt x="3628" y="575"/>
                </a:lnTo>
                <a:lnTo>
                  <a:pt x="3628" y="563"/>
                </a:lnTo>
                <a:lnTo>
                  <a:pt x="3686" y="563"/>
                </a:lnTo>
                <a:lnTo>
                  <a:pt x="3686" y="575"/>
                </a:lnTo>
                <a:moveTo>
                  <a:pt x="3593" y="575"/>
                </a:moveTo>
                <a:lnTo>
                  <a:pt x="3534" y="575"/>
                </a:lnTo>
                <a:lnTo>
                  <a:pt x="3534" y="563"/>
                </a:lnTo>
                <a:lnTo>
                  <a:pt x="3593" y="563"/>
                </a:lnTo>
                <a:lnTo>
                  <a:pt x="3593" y="575"/>
                </a:lnTo>
                <a:moveTo>
                  <a:pt x="3499" y="575"/>
                </a:moveTo>
                <a:lnTo>
                  <a:pt x="3440" y="575"/>
                </a:lnTo>
                <a:lnTo>
                  <a:pt x="3440" y="563"/>
                </a:lnTo>
                <a:lnTo>
                  <a:pt x="3499" y="563"/>
                </a:lnTo>
                <a:lnTo>
                  <a:pt x="3499" y="575"/>
                </a:lnTo>
                <a:moveTo>
                  <a:pt x="3405" y="575"/>
                </a:moveTo>
                <a:lnTo>
                  <a:pt x="3346" y="575"/>
                </a:lnTo>
                <a:lnTo>
                  <a:pt x="3346" y="563"/>
                </a:lnTo>
                <a:lnTo>
                  <a:pt x="3405" y="563"/>
                </a:lnTo>
                <a:lnTo>
                  <a:pt x="3405" y="575"/>
                </a:lnTo>
                <a:moveTo>
                  <a:pt x="3311" y="575"/>
                </a:moveTo>
                <a:lnTo>
                  <a:pt x="3253" y="575"/>
                </a:lnTo>
                <a:lnTo>
                  <a:pt x="3253" y="563"/>
                </a:lnTo>
                <a:lnTo>
                  <a:pt x="3311" y="563"/>
                </a:lnTo>
                <a:lnTo>
                  <a:pt x="3311" y="575"/>
                </a:lnTo>
                <a:moveTo>
                  <a:pt x="3218" y="575"/>
                </a:moveTo>
                <a:lnTo>
                  <a:pt x="3159" y="575"/>
                </a:lnTo>
                <a:lnTo>
                  <a:pt x="3159" y="563"/>
                </a:lnTo>
                <a:lnTo>
                  <a:pt x="3218" y="563"/>
                </a:lnTo>
                <a:lnTo>
                  <a:pt x="3218" y="575"/>
                </a:lnTo>
                <a:moveTo>
                  <a:pt x="3124" y="575"/>
                </a:moveTo>
                <a:lnTo>
                  <a:pt x="3065" y="575"/>
                </a:lnTo>
                <a:lnTo>
                  <a:pt x="3065" y="563"/>
                </a:lnTo>
                <a:lnTo>
                  <a:pt x="3124" y="563"/>
                </a:lnTo>
                <a:lnTo>
                  <a:pt x="3124" y="575"/>
                </a:lnTo>
                <a:moveTo>
                  <a:pt x="3030" y="575"/>
                </a:moveTo>
                <a:lnTo>
                  <a:pt x="2970" y="575"/>
                </a:lnTo>
                <a:lnTo>
                  <a:pt x="2970" y="563"/>
                </a:lnTo>
                <a:lnTo>
                  <a:pt x="3030" y="563"/>
                </a:lnTo>
                <a:lnTo>
                  <a:pt x="3030" y="575"/>
                </a:lnTo>
                <a:moveTo>
                  <a:pt x="2935" y="575"/>
                </a:moveTo>
                <a:lnTo>
                  <a:pt x="2877" y="575"/>
                </a:lnTo>
                <a:lnTo>
                  <a:pt x="2877" y="563"/>
                </a:lnTo>
                <a:lnTo>
                  <a:pt x="2935" y="563"/>
                </a:lnTo>
                <a:lnTo>
                  <a:pt x="2935" y="575"/>
                </a:lnTo>
                <a:moveTo>
                  <a:pt x="2842" y="575"/>
                </a:moveTo>
                <a:lnTo>
                  <a:pt x="2783" y="575"/>
                </a:lnTo>
                <a:lnTo>
                  <a:pt x="2783" y="563"/>
                </a:lnTo>
                <a:lnTo>
                  <a:pt x="2842" y="563"/>
                </a:lnTo>
                <a:lnTo>
                  <a:pt x="2842" y="575"/>
                </a:lnTo>
                <a:moveTo>
                  <a:pt x="2748" y="575"/>
                </a:moveTo>
                <a:lnTo>
                  <a:pt x="2689" y="575"/>
                </a:lnTo>
                <a:lnTo>
                  <a:pt x="2689" y="563"/>
                </a:lnTo>
                <a:lnTo>
                  <a:pt x="2748" y="563"/>
                </a:lnTo>
                <a:lnTo>
                  <a:pt x="2748" y="575"/>
                </a:lnTo>
                <a:moveTo>
                  <a:pt x="2654" y="575"/>
                </a:moveTo>
                <a:lnTo>
                  <a:pt x="2595" y="575"/>
                </a:lnTo>
                <a:lnTo>
                  <a:pt x="2595" y="563"/>
                </a:lnTo>
                <a:lnTo>
                  <a:pt x="2654" y="563"/>
                </a:lnTo>
                <a:lnTo>
                  <a:pt x="2654" y="575"/>
                </a:lnTo>
                <a:moveTo>
                  <a:pt x="2560" y="575"/>
                </a:moveTo>
                <a:lnTo>
                  <a:pt x="2502" y="575"/>
                </a:lnTo>
                <a:lnTo>
                  <a:pt x="2502" y="563"/>
                </a:lnTo>
                <a:lnTo>
                  <a:pt x="2560" y="563"/>
                </a:lnTo>
                <a:lnTo>
                  <a:pt x="2560" y="575"/>
                </a:lnTo>
                <a:moveTo>
                  <a:pt x="2467" y="575"/>
                </a:moveTo>
                <a:lnTo>
                  <a:pt x="2408" y="575"/>
                </a:lnTo>
                <a:lnTo>
                  <a:pt x="2408" y="563"/>
                </a:lnTo>
                <a:lnTo>
                  <a:pt x="2467" y="563"/>
                </a:lnTo>
                <a:lnTo>
                  <a:pt x="2467" y="575"/>
                </a:lnTo>
                <a:moveTo>
                  <a:pt x="2373" y="575"/>
                </a:moveTo>
                <a:lnTo>
                  <a:pt x="2314" y="575"/>
                </a:lnTo>
                <a:lnTo>
                  <a:pt x="2314" y="563"/>
                </a:lnTo>
                <a:lnTo>
                  <a:pt x="2373" y="563"/>
                </a:lnTo>
                <a:lnTo>
                  <a:pt x="2373" y="575"/>
                </a:lnTo>
                <a:moveTo>
                  <a:pt x="2279" y="575"/>
                </a:moveTo>
                <a:lnTo>
                  <a:pt x="2221" y="575"/>
                </a:lnTo>
                <a:lnTo>
                  <a:pt x="2221" y="563"/>
                </a:lnTo>
                <a:lnTo>
                  <a:pt x="2279" y="563"/>
                </a:lnTo>
                <a:lnTo>
                  <a:pt x="2279" y="575"/>
                </a:lnTo>
                <a:moveTo>
                  <a:pt x="2185" y="575"/>
                </a:moveTo>
                <a:lnTo>
                  <a:pt x="2127" y="575"/>
                </a:lnTo>
                <a:lnTo>
                  <a:pt x="2127" y="563"/>
                </a:lnTo>
                <a:lnTo>
                  <a:pt x="2185" y="563"/>
                </a:lnTo>
                <a:lnTo>
                  <a:pt x="2185" y="575"/>
                </a:lnTo>
                <a:moveTo>
                  <a:pt x="2092" y="575"/>
                </a:moveTo>
                <a:lnTo>
                  <a:pt x="2033" y="575"/>
                </a:lnTo>
                <a:lnTo>
                  <a:pt x="2033" y="563"/>
                </a:lnTo>
                <a:lnTo>
                  <a:pt x="2092" y="563"/>
                </a:lnTo>
                <a:lnTo>
                  <a:pt x="2092" y="575"/>
                </a:lnTo>
                <a:moveTo>
                  <a:pt x="1998" y="575"/>
                </a:moveTo>
                <a:lnTo>
                  <a:pt x="1939" y="575"/>
                </a:lnTo>
                <a:lnTo>
                  <a:pt x="1939" y="563"/>
                </a:lnTo>
                <a:lnTo>
                  <a:pt x="1998" y="563"/>
                </a:lnTo>
                <a:lnTo>
                  <a:pt x="1998" y="575"/>
                </a:lnTo>
                <a:moveTo>
                  <a:pt x="1904" y="575"/>
                </a:moveTo>
                <a:lnTo>
                  <a:pt x="1846" y="575"/>
                </a:lnTo>
                <a:lnTo>
                  <a:pt x="1846" y="563"/>
                </a:lnTo>
                <a:lnTo>
                  <a:pt x="1904" y="563"/>
                </a:lnTo>
                <a:lnTo>
                  <a:pt x="1904" y="575"/>
                </a:lnTo>
                <a:moveTo>
                  <a:pt x="1810" y="575"/>
                </a:moveTo>
                <a:lnTo>
                  <a:pt x="1752" y="575"/>
                </a:lnTo>
                <a:lnTo>
                  <a:pt x="1752" y="563"/>
                </a:lnTo>
                <a:lnTo>
                  <a:pt x="1810" y="563"/>
                </a:lnTo>
                <a:lnTo>
                  <a:pt x="1810" y="575"/>
                </a:lnTo>
                <a:moveTo>
                  <a:pt x="1717" y="575"/>
                </a:moveTo>
                <a:lnTo>
                  <a:pt x="1658" y="575"/>
                </a:lnTo>
                <a:lnTo>
                  <a:pt x="1658" y="563"/>
                </a:lnTo>
                <a:lnTo>
                  <a:pt x="1717" y="563"/>
                </a:lnTo>
                <a:lnTo>
                  <a:pt x="1717" y="575"/>
                </a:lnTo>
                <a:moveTo>
                  <a:pt x="1623" y="575"/>
                </a:moveTo>
                <a:lnTo>
                  <a:pt x="1564" y="575"/>
                </a:lnTo>
                <a:lnTo>
                  <a:pt x="1564" y="563"/>
                </a:lnTo>
                <a:lnTo>
                  <a:pt x="1623" y="563"/>
                </a:lnTo>
                <a:lnTo>
                  <a:pt x="1623" y="575"/>
                </a:lnTo>
                <a:moveTo>
                  <a:pt x="1529" y="575"/>
                </a:moveTo>
                <a:lnTo>
                  <a:pt x="1471" y="575"/>
                </a:lnTo>
                <a:lnTo>
                  <a:pt x="1471" y="563"/>
                </a:lnTo>
                <a:lnTo>
                  <a:pt x="1529" y="563"/>
                </a:lnTo>
                <a:lnTo>
                  <a:pt x="1529" y="575"/>
                </a:lnTo>
                <a:moveTo>
                  <a:pt x="1435" y="575"/>
                </a:moveTo>
                <a:lnTo>
                  <a:pt x="1377" y="575"/>
                </a:lnTo>
                <a:lnTo>
                  <a:pt x="1377" y="563"/>
                </a:lnTo>
                <a:lnTo>
                  <a:pt x="1435" y="563"/>
                </a:lnTo>
                <a:lnTo>
                  <a:pt x="1435" y="575"/>
                </a:lnTo>
                <a:moveTo>
                  <a:pt x="1342" y="575"/>
                </a:moveTo>
                <a:lnTo>
                  <a:pt x="1283" y="575"/>
                </a:lnTo>
                <a:lnTo>
                  <a:pt x="1283" y="563"/>
                </a:lnTo>
                <a:lnTo>
                  <a:pt x="1342" y="563"/>
                </a:lnTo>
                <a:lnTo>
                  <a:pt x="1342" y="575"/>
                </a:lnTo>
                <a:moveTo>
                  <a:pt x="1248" y="575"/>
                </a:moveTo>
                <a:lnTo>
                  <a:pt x="1189" y="575"/>
                </a:lnTo>
                <a:lnTo>
                  <a:pt x="1189" y="563"/>
                </a:lnTo>
                <a:lnTo>
                  <a:pt x="1248" y="563"/>
                </a:lnTo>
                <a:lnTo>
                  <a:pt x="1248" y="575"/>
                </a:lnTo>
                <a:moveTo>
                  <a:pt x="1154" y="575"/>
                </a:moveTo>
                <a:lnTo>
                  <a:pt x="1096" y="575"/>
                </a:lnTo>
                <a:lnTo>
                  <a:pt x="1096" y="563"/>
                </a:lnTo>
                <a:lnTo>
                  <a:pt x="1154" y="563"/>
                </a:lnTo>
                <a:lnTo>
                  <a:pt x="1154" y="575"/>
                </a:lnTo>
                <a:moveTo>
                  <a:pt x="1060" y="575"/>
                </a:moveTo>
                <a:lnTo>
                  <a:pt x="1002" y="575"/>
                </a:lnTo>
                <a:lnTo>
                  <a:pt x="1002" y="563"/>
                </a:lnTo>
                <a:lnTo>
                  <a:pt x="1060" y="563"/>
                </a:lnTo>
                <a:lnTo>
                  <a:pt x="1060" y="575"/>
                </a:lnTo>
                <a:moveTo>
                  <a:pt x="967" y="575"/>
                </a:moveTo>
                <a:lnTo>
                  <a:pt x="908" y="575"/>
                </a:lnTo>
                <a:lnTo>
                  <a:pt x="908" y="563"/>
                </a:lnTo>
                <a:lnTo>
                  <a:pt x="967" y="563"/>
                </a:lnTo>
                <a:lnTo>
                  <a:pt x="967" y="575"/>
                </a:lnTo>
                <a:moveTo>
                  <a:pt x="873" y="575"/>
                </a:moveTo>
                <a:lnTo>
                  <a:pt x="814" y="575"/>
                </a:lnTo>
                <a:lnTo>
                  <a:pt x="814" y="563"/>
                </a:lnTo>
                <a:lnTo>
                  <a:pt x="873" y="563"/>
                </a:lnTo>
                <a:lnTo>
                  <a:pt x="873" y="575"/>
                </a:lnTo>
                <a:moveTo>
                  <a:pt x="779" y="575"/>
                </a:moveTo>
                <a:lnTo>
                  <a:pt x="721" y="575"/>
                </a:lnTo>
                <a:lnTo>
                  <a:pt x="721" y="563"/>
                </a:lnTo>
                <a:lnTo>
                  <a:pt x="779" y="563"/>
                </a:lnTo>
                <a:lnTo>
                  <a:pt x="779" y="575"/>
                </a:lnTo>
                <a:moveTo>
                  <a:pt x="685" y="575"/>
                </a:moveTo>
                <a:lnTo>
                  <a:pt x="627" y="575"/>
                </a:lnTo>
                <a:lnTo>
                  <a:pt x="627" y="563"/>
                </a:lnTo>
                <a:lnTo>
                  <a:pt x="685" y="563"/>
                </a:lnTo>
                <a:lnTo>
                  <a:pt x="685" y="575"/>
                </a:lnTo>
                <a:moveTo>
                  <a:pt x="592" y="575"/>
                </a:moveTo>
                <a:lnTo>
                  <a:pt x="533" y="575"/>
                </a:lnTo>
                <a:lnTo>
                  <a:pt x="533" y="563"/>
                </a:lnTo>
                <a:lnTo>
                  <a:pt x="592" y="563"/>
                </a:lnTo>
                <a:lnTo>
                  <a:pt x="592" y="575"/>
                </a:lnTo>
                <a:moveTo>
                  <a:pt x="498" y="575"/>
                </a:moveTo>
                <a:lnTo>
                  <a:pt x="439" y="575"/>
                </a:lnTo>
                <a:lnTo>
                  <a:pt x="439" y="563"/>
                </a:lnTo>
                <a:lnTo>
                  <a:pt x="498" y="563"/>
                </a:lnTo>
                <a:lnTo>
                  <a:pt x="498" y="575"/>
                </a:lnTo>
                <a:moveTo>
                  <a:pt x="404" y="575"/>
                </a:moveTo>
                <a:lnTo>
                  <a:pt x="346" y="575"/>
                </a:lnTo>
                <a:lnTo>
                  <a:pt x="346" y="563"/>
                </a:lnTo>
                <a:lnTo>
                  <a:pt x="404" y="563"/>
                </a:lnTo>
                <a:lnTo>
                  <a:pt x="404" y="575"/>
                </a:lnTo>
                <a:moveTo>
                  <a:pt x="310" y="575"/>
                </a:moveTo>
                <a:lnTo>
                  <a:pt x="252" y="575"/>
                </a:lnTo>
                <a:lnTo>
                  <a:pt x="252" y="563"/>
                </a:lnTo>
                <a:lnTo>
                  <a:pt x="310" y="563"/>
                </a:lnTo>
                <a:lnTo>
                  <a:pt x="310" y="575"/>
                </a:lnTo>
                <a:moveTo>
                  <a:pt x="217" y="575"/>
                </a:moveTo>
                <a:lnTo>
                  <a:pt x="158" y="575"/>
                </a:lnTo>
                <a:lnTo>
                  <a:pt x="158" y="563"/>
                </a:lnTo>
                <a:lnTo>
                  <a:pt x="217" y="563"/>
                </a:lnTo>
                <a:lnTo>
                  <a:pt x="217" y="575"/>
                </a:lnTo>
                <a:moveTo>
                  <a:pt x="123" y="575"/>
                </a:moveTo>
                <a:lnTo>
                  <a:pt x="64" y="575"/>
                </a:lnTo>
                <a:lnTo>
                  <a:pt x="64" y="563"/>
                </a:lnTo>
                <a:lnTo>
                  <a:pt x="123" y="563"/>
                </a:lnTo>
                <a:lnTo>
                  <a:pt x="123" y="575"/>
                </a:lnTo>
                <a:moveTo>
                  <a:pt x="29" y="575"/>
                </a:moveTo>
                <a:lnTo>
                  <a:pt x="0" y="575"/>
                </a:lnTo>
                <a:lnTo>
                  <a:pt x="0" y="534"/>
                </a:lnTo>
                <a:lnTo>
                  <a:pt x="12" y="534"/>
                </a:lnTo>
                <a:lnTo>
                  <a:pt x="12" y="569"/>
                </a:lnTo>
                <a:lnTo>
                  <a:pt x="6" y="569"/>
                </a:lnTo>
                <a:lnTo>
                  <a:pt x="6" y="563"/>
                </a:lnTo>
                <a:lnTo>
                  <a:pt x="29" y="563"/>
                </a:lnTo>
                <a:lnTo>
                  <a:pt x="29" y="575"/>
                </a:lnTo>
                <a:moveTo>
                  <a:pt x="0" y="499"/>
                </a:moveTo>
                <a:lnTo>
                  <a:pt x="0" y="440"/>
                </a:lnTo>
                <a:lnTo>
                  <a:pt x="12" y="440"/>
                </a:lnTo>
                <a:lnTo>
                  <a:pt x="12" y="499"/>
                </a:lnTo>
                <a:lnTo>
                  <a:pt x="0" y="499"/>
                </a:lnTo>
                <a:moveTo>
                  <a:pt x="0" y="404"/>
                </a:moveTo>
                <a:lnTo>
                  <a:pt x="0" y="346"/>
                </a:lnTo>
                <a:lnTo>
                  <a:pt x="12" y="346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5"/>
                </a:lnTo>
                <a:lnTo>
                  <a:pt x="12" y="65"/>
                </a:lnTo>
                <a:lnTo>
                  <a:pt x="12" y="123"/>
                </a:lnTo>
                <a:lnTo>
                  <a:pt x="0" y="123"/>
                </a:lnTo>
                <a:moveTo>
                  <a:pt x="0" y="30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30"/>
                </a:lnTo>
                <a:lnTo>
                  <a:pt x="0" y="3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226400" y="431712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226400" y="433188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2813040" y="4144680"/>
            <a:ext cx="17960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2813040" y="4312440"/>
            <a:ext cx="168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964960" y="1865880"/>
            <a:ext cx="0" cy="11808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939760" y="1941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71" y="118"/>
                </a:moveTo>
                <a:lnTo>
                  <a:pt x="0" y="0"/>
                </a:lnTo>
                <a:lnTo>
                  <a:pt x="141" y="0"/>
                </a:lnTo>
                <a:lnTo>
                  <a:pt x="71" y="11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2939760" y="1941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71" y="118"/>
                </a:moveTo>
                <a:lnTo>
                  <a:pt x="0" y="0"/>
                </a:lnTo>
                <a:lnTo>
                  <a:pt x="141" y="0"/>
                </a:lnTo>
                <a:lnTo>
                  <a:pt x="71" y="118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2964960" y="2186280"/>
            <a:ext cx="0" cy="11772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2813040" y="4380480"/>
            <a:ext cx="12380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2593800" y="4565880"/>
            <a:ext cx="36385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2593800" y="4645800"/>
            <a:ext cx="35532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2593800" y="4725720"/>
            <a:ext cx="33444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2593800" y="4805640"/>
            <a:ext cx="35546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2593800" y="4885920"/>
            <a:ext cx="3452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37" name=""/>
          <p:cNvSpPr/>
          <p:nvPr/>
        </p:nvSpPr>
        <p:spPr>
          <a:xfrm>
            <a:off x="2897280" y="515880"/>
            <a:ext cx="3539880" cy="4473720"/>
          </a:xfrm>
          <a:custGeom>
            <a:avLst/>
            <a:gdLst/>
            <a:ahLst/>
            <a:rect l="0" t="0" r="r" b="b"/>
            <a:pathLst>
              <a:path w="9833" h="12427">
                <a:moveTo>
                  <a:pt x="98" y="0"/>
                </a:moveTo>
                <a:lnTo>
                  <a:pt x="9736" y="0"/>
                </a:lnTo>
                <a:cubicBezTo>
                  <a:pt x="9749" y="0"/>
                  <a:pt x="9761" y="3"/>
                  <a:pt x="9773" y="8"/>
                </a:cubicBezTo>
                <a:cubicBezTo>
                  <a:pt x="9785" y="13"/>
                  <a:pt x="9796" y="20"/>
                  <a:pt x="9805" y="29"/>
                </a:cubicBezTo>
                <a:cubicBezTo>
                  <a:pt x="9814" y="38"/>
                  <a:pt x="9821" y="48"/>
                  <a:pt x="9826" y="60"/>
                </a:cubicBezTo>
                <a:cubicBezTo>
                  <a:pt x="9831" y="72"/>
                  <a:pt x="9833" y="85"/>
                  <a:pt x="9833" y="98"/>
                </a:cubicBezTo>
                <a:lnTo>
                  <a:pt x="9833" y="12329"/>
                </a:lnTo>
                <a:cubicBezTo>
                  <a:pt x="9833" y="12342"/>
                  <a:pt x="9831" y="12355"/>
                  <a:pt x="9826" y="12367"/>
                </a:cubicBezTo>
                <a:cubicBezTo>
                  <a:pt x="9821" y="12379"/>
                  <a:pt x="9814" y="12389"/>
                  <a:pt x="9805" y="12398"/>
                </a:cubicBezTo>
                <a:cubicBezTo>
                  <a:pt x="9796" y="12407"/>
                  <a:pt x="9785" y="12414"/>
                  <a:pt x="9773" y="12419"/>
                </a:cubicBezTo>
                <a:cubicBezTo>
                  <a:pt x="9761" y="12424"/>
                  <a:pt x="9749" y="12427"/>
                  <a:pt x="9736" y="12427"/>
                </a:cubicBezTo>
                <a:lnTo>
                  <a:pt x="98" y="12427"/>
                </a:lnTo>
                <a:cubicBezTo>
                  <a:pt x="85" y="12427"/>
                  <a:pt x="72" y="12424"/>
                  <a:pt x="60" y="12419"/>
                </a:cubicBezTo>
                <a:cubicBezTo>
                  <a:pt x="48" y="12414"/>
                  <a:pt x="38" y="12407"/>
                  <a:pt x="28" y="12398"/>
                </a:cubicBezTo>
                <a:cubicBezTo>
                  <a:pt x="19" y="12389"/>
                  <a:pt x="12" y="12379"/>
                  <a:pt x="7" y="12367"/>
                </a:cubicBezTo>
                <a:cubicBezTo>
                  <a:pt x="2" y="12355"/>
                  <a:pt x="0" y="12342"/>
                  <a:pt x="0" y="12329"/>
                </a:cubicBezTo>
                <a:lnTo>
                  <a:pt x="0" y="98"/>
                </a:lnTo>
                <a:cubicBezTo>
                  <a:pt x="0" y="85"/>
                  <a:pt x="2" y="72"/>
                  <a:pt x="7" y="60"/>
                </a:cubicBezTo>
                <a:cubicBezTo>
                  <a:pt x="12" y="48"/>
                  <a:pt x="19" y="38"/>
                  <a:pt x="28" y="29"/>
                </a:cubicBezTo>
                <a:cubicBezTo>
                  <a:pt x="38" y="20"/>
                  <a:pt x="48" y="13"/>
                  <a:pt x="60" y="8"/>
                </a:cubicBezTo>
                <a:cubicBezTo>
                  <a:pt x="72" y="3"/>
                  <a:pt x="85" y="0"/>
                  <a:pt x="9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897280" y="515880"/>
            <a:ext cx="3539880" cy="4473720"/>
          </a:xfrm>
          <a:custGeom>
            <a:avLst/>
            <a:gdLst/>
            <a:ahLst/>
            <a:rect l="0" t="0" r="r" b="b"/>
            <a:pathLst>
              <a:path w="9833" h="12427">
                <a:moveTo>
                  <a:pt x="98" y="0"/>
                </a:moveTo>
                <a:lnTo>
                  <a:pt x="9736" y="0"/>
                </a:lnTo>
                <a:cubicBezTo>
                  <a:pt x="9749" y="0"/>
                  <a:pt x="9761" y="3"/>
                  <a:pt x="9773" y="8"/>
                </a:cubicBezTo>
                <a:cubicBezTo>
                  <a:pt x="9785" y="13"/>
                  <a:pt x="9796" y="20"/>
                  <a:pt x="9805" y="29"/>
                </a:cubicBezTo>
                <a:cubicBezTo>
                  <a:pt x="9814" y="38"/>
                  <a:pt x="9821" y="48"/>
                  <a:pt x="9826" y="60"/>
                </a:cubicBezTo>
                <a:cubicBezTo>
                  <a:pt x="9831" y="72"/>
                  <a:pt x="9833" y="85"/>
                  <a:pt x="9833" y="98"/>
                </a:cubicBezTo>
                <a:lnTo>
                  <a:pt x="9833" y="12329"/>
                </a:lnTo>
                <a:cubicBezTo>
                  <a:pt x="9833" y="12342"/>
                  <a:pt x="9831" y="12355"/>
                  <a:pt x="9826" y="12367"/>
                </a:cubicBezTo>
                <a:cubicBezTo>
                  <a:pt x="9821" y="12379"/>
                  <a:pt x="9814" y="12389"/>
                  <a:pt x="9805" y="12398"/>
                </a:cubicBezTo>
                <a:cubicBezTo>
                  <a:pt x="9796" y="12407"/>
                  <a:pt x="9785" y="12414"/>
                  <a:pt x="9773" y="12419"/>
                </a:cubicBezTo>
                <a:cubicBezTo>
                  <a:pt x="9761" y="12424"/>
                  <a:pt x="9749" y="12427"/>
                  <a:pt x="9736" y="12427"/>
                </a:cubicBezTo>
                <a:lnTo>
                  <a:pt x="98" y="12427"/>
                </a:lnTo>
                <a:cubicBezTo>
                  <a:pt x="85" y="12427"/>
                  <a:pt x="72" y="12424"/>
                  <a:pt x="60" y="12419"/>
                </a:cubicBezTo>
                <a:cubicBezTo>
                  <a:pt x="48" y="12414"/>
                  <a:pt x="38" y="12407"/>
                  <a:pt x="28" y="12398"/>
                </a:cubicBezTo>
                <a:cubicBezTo>
                  <a:pt x="19" y="12389"/>
                  <a:pt x="12" y="12379"/>
                  <a:pt x="7" y="12367"/>
                </a:cubicBezTo>
                <a:cubicBezTo>
                  <a:pt x="2" y="12355"/>
                  <a:pt x="0" y="12342"/>
                  <a:pt x="0" y="12329"/>
                </a:cubicBezTo>
                <a:lnTo>
                  <a:pt x="0" y="98"/>
                </a:lnTo>
                <a:cubicBezTo>
                  <a:pt x="0" y="85"/>
                  <a:pt x="2" y="72"/>
                  <a:pt x="7" y="60"/>
                </a:cubicBezTo>
                <a:cubicBezTo>
                  <a:pt x="12" y="48"/>
                  <a:pt x="19" y="38"/>
                  <a:pt x="28" y="29"/>
                </a:cubicBezTo>
                <a:cubicBezTo>
                  <a:pt x="38" y="20"/>
                  <a:pt x="48" y="13"/>
                  <a:pt x="60" y="8"/>
                </a:cubicBezTo>
                <a:cubicBezTo>
                  <a:pt x="72" y="3"/>
                  <a:pt x="85" y="0"/>
                  <a:pt x="98" y="0"/>
                </a:cubicBezTo>
                <a:close/>
              </a:path>
            </a:pathLst>
          </a:custGeom>
          <a:noFill/>
          <a:ln w="3240">
            <a:solidFill>
              <a:srgbClr val="d8ddd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04920" y="284400"/>
            <a:ext cx="2792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BEELD  1 1   VAN  1 2  ·  S TR O O M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2895480" y="514080"/>
            <a:ext cx="14400" cy="4477320"/>
          </a:xfrm>
          <a:custGeom>
            <a:avLst/>
            <a:gdLst/>
            <a:ahLst/>
            <a:rect l="0" t="0" r="r" b="b"/>
            <a:pathLst>
              <a:path w="40" h="12437">
                <a:moveTo>
                  <a:pt x="0" y="0"/>
                </a:moveTo>
                <a:lnTo>
                  <a:pt x="40" y="0"/>
                </a:lnTo>
                <a:lnTo>
                  <a:pt x="40" y="12437"/>
                </a:lnTo>
                <a:lnTo>
                  <a:pt x="0" y="12437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937600" y="703800"/>
            <a:ext cx="714600" cy="66960"/>
          </a:xfrm>
          <a:custGeom>
            <a:avLst/>
            <a:gdLst/>
            <a:ahLst/>
            <a:rect l="0" t="0" r="r" b="b"/>
            <a:pathLst>
              <a:path w="1985" h="186">
                <a:moveTo>
                  <a:pt x="39" y="0"/>
                </a:moveTo>
                <a:lnTo>
                  <a:pt x="1946" y="0"/>
                </a:lnTo>
                <a:cubicBezTo>
                  <a:pt x="1951" y="0"/>
                  <a:pt x="1956" y="1"/>
                  <a:pt x="1961" y="3"/>
                </a:cubicBezTo>
                <a:cubicBezTo>
                  <a:pt x="1966" y="5"/>
                  <a:pt x="1970" y="8"/>
                  <a:pt x="1974" y="11"/>
                </a:cubicBezTo>
                <a:cubicBezTo>
                  <a:pt x="1978" y="15"/>
                  <a:pt x="1980" y="19"/>
                  <a:pt x="1982" y="24"/>
                </a:cubicBezTo>
                <a:cubicBezTo>
                  <a:pt x="1984" y="29"/>
                  <a:pt x="1985" y="34"/>
                  <a:pt x="1985" y="39"/>
                </a:cubicBezTo>
                <a:lnTo>
                  <a:pt x="1985" y="146"/>
                </a:lnTo>
                <a:cubicBezTo>
                  <a:pt x="1985" y="151"/>
                  <a:pt x="1984" y="156"/>
                  <a:pt x="1982" y="161"/>
                </a:cubicBezTo>
                <a:cubicBezTo>
                  <a:pt x="1980" y="166"/>
                  <a:pt x="1978" y="170"/>
                  <a:pt x="1974" y="175"/>
                </a:cubicBezTo>
                <a:cubicBezTo>
                  <a:pt x="1970" y="178"/>
                  <a:pt x="1966" y="181"/>
                  <a:pt x="1961" y="183"/>
                </a:cubicBezTo>
                <a:cubicBezTo>
                  <a:pt x="1956" y="185"/>
                  <a:pt x="1951" y="186"/>
                  <a:pt x="1946" y="186"/>
                </a:cubicBezTo>
                <a:lnTo>
                  <a:pt x="39" y="186"/>
                </a:lnTo>
                <a:cubicBezTo>
                  <a:pt x="34" y="186"/>
                  <a:pt x="29" y="185"/>
                  <a:pt x="24" y="183"/>
                </a:cubicBezTo>
                <a:cubicBezTo>
                  <a:pt x="20" y="181"/>
                  <a:pt x="15" y="178"/>
                  <a:pt x="12" y="175"/>
                </a:cubicBezTo>
                <a:cubicBezTo>
                  <a:pt x="8" y="170"/>
                  <a:pt x="5" y="166"/>
                  <a:pt x="3" y="161"/>
                </a:cubicBezTo>
                <a:cubicBezTo>
                  <a:pt x="1" y="156"/>
                  <a:pt x="0" y="151"/>
                  <a:pt x="0" y="146"/>
                </a:cubicBezTo>
                <a:lnTo>
                  <a:pt x="0" y="39"/>
                </a:lnTo>
                <a:cubicBezTo>
                  <a:pt x="0" y="34"/>
                  <a:pt x="1" y="29"/>
                  <a:pt x="3" y="24"/>
                </a:cubicBezTo>
                <a:cubicBezTo>
                  <a:pt x="5" y="19"/>
                  <a:pt x="8" y="15"/>
                  <a:pt x="12" y="11"/>
                </a:cubicBezTo>
                <a:cubicBezTo>
                  <a:pt x="15" y="8"/>
                  <a:pt x="20" y="5"/>
                  <a:pt x="24" y="3"/>
                </a:cubicBezTo>
                <a:cubicBezTo>
                  <a:pt x="29" y="1"/>
                  <a:pt x="34" y="0"/>
                  <a:pt x="3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937600" y="703800"/>
            <a:ext cx="714600" cy="66960"/>
          </a:xfrm>
          <a:custGeom>
            <a:avLst/>
            <a:gdLst/>
            <a:ahLst/>
            <a:rect l="0" t="0" r="r" b="b"/>
            <a:pathLst>
              <a:path w="1985" h="186">
                <a:moveTo>
                  <a:pt x="39" y="0"/>
                </a:moveTo>
                <a:lnTo>
                  <a:pt x="1946" y="0"/>
                </a:lnTo>
                <a:cubicBezTo>
                  <a:pt x="1951" y="0"/>
                  <a:pt x="1956" y="1"/>
                  <a:pt x="1961" y="3"/>
                </a:cubicBezTo>
                <a:cubicBezTo>
                  <a:pt x="1966" y="5"/>
                  <a:pt x="1970" y="8"/>
                  <a:pt x="1974" y="11"/>
                </a:cubicBezTo>
                <a:cubicBezTo>
                  <a:pt x="1978" y="15"/>
                  <a:pt x="1980" y="19"/>
                  <a:pt x="1982" y="24"/>
                </a:cubicBezTo>
                <a:cubicBezTo>
                  <a:pt x="1984" y="29"/>
                  <a:pt x="1985" y="34"/>
                  <a:pt x="1985" y="39"/>
                </a:cubicBezTo>
                <a:lnTo>
                  <a:pt x="1985" y="146"/>
                </a:lnTo>
                <a:cubicBezTo>
                  <a:pt x="1985" y="151"/>
                  <a:pt x="1984" y="156"/>
                  <a:pt x="1982" y="161"/>
                </a:cubicBezTo>
                <a:cubicBezTo>
                  <a:pt x="1980" y="166"/>
                  <a:pt x="1978" y="170"/>
                  <a:pt x="1974" y="175"/>
                </a:cubicBezTo>
                <a:cubicBezTo>
                  <a:pt x="1970" y="178"/>
                  <a:pt x="1966" y="181"/>
                  <a:pt x="1961" y="183"/>
                </a:cubicBezTo>
                <a:cubicBezTo>
                  <a:pt x="1956" y="185"/>
                  <a:pt x="1951" y="186"/>
                  <a:pt x="1946" y="186"/>
                </a:cubicBezTo>
                <a:lnTo>
                  <a:pt x="39" y="186"/>
                </a:lnTo>
                <a:cubicBezTo>
                  <a:pt x="34" y="186"/>
                  <a:pt x="29" y="185"/>
                  <a:pt x="24" y="183"/>
                </a:cubicBezTo>
                <a:cubicBezTo>
                  <a:pt x="20" y="181"/>
                  <a:pt x="15" y="178"/>
                  <a:pt x="12" y="175"/>
                </a:cubicBezTo>
                <a:cubicBezTo>
                  <a:pt x="8" y="170"/>
                  <a:pt x="5" y="166"/>
                  <a:pt x="3" y="161"/>
                </a:cubicBezTo>
                <a:cubicBezTo>
                  <a:pt x="1" y="156"/>
                  <a:pt x="0" y="151"/>
                  <a:pt x="0" y="146"/>
                </a:cubicBezTo>
                <a:lnTo>
                  <a:pt x="0" y="39"/>
                </a:lnTo>
                <a:cubicBezTo>
                  <a:pt x="0" y="34"/>
                  <a:pt x="1" y="29"/>
                  <a:pt x="3" y="24"/>
                </a:cubicBezTo>
                <a:cubicBezTo>
                  <a:pt x="5" y="19"/>
                  <a:pt x="8" y="15"/>
                  <a:pt x="12" y="11"/>
                </a:cubicBezTo>
                <a:cubicBezTo>
                  <a:pt x="15" y="8"/>
                  <a:pt x="20" y="5"/>
                  <a:pt x="24" y="3"/>
                </a:cubicBezTo>
                <a:cubicBezTo>
                  <a:pt x="29" y="1"/>
                  <a:pt x="34" y="0"/>
                  <a:pt x="39" y="0"/>
                </a:cubicBezTo>
                <a:close/>
              </a:path>
            </a:pathLst>
          </a:custGeom>
          <a:noFill/>
          <a:ln w="3240">
            <a:solidFill>
              <a:srgbClr val="c8ccc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37960" y="542880"/>
            <a:ext cx="163152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1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3694320" y="654480"/>
            <a:ext cx="862200" cy="169200"/>
          </a:xfrm>
          <a:custGeom>
            <a:avLst/>
            <a:gdLst/>
            <a:ahLst/>
            <a:rect l="0" t="0" r="r" b="b"/>
            <a:pathLst>
              <a:path w="2395" h="470">
                <a:moveTo>
                  <a:pt x="0" y="0"/>
                </a:moveTo>
                <a:lnTo>
                  <a:pt x="2395" y="0"/>
                </a:lnTo>
                <a:lnTo>
                  <a:pt x="2395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3694320" y="654480"/>
            <a:ext cx="862200" cy="169200"/>
          </a:xfrm>
          <a:custGeom>
            <a:avLst/>
            <a:gdLst/>
            <a:ahLst/>
            <a:rect l="0" t="0" r="r" b="b"/>
            <a:pathLst>
              <a:path w="2395" h="470">
                <a:moveTo>
                  <a:pt x="0" y="0"/>
                </a:moveTo>
                <a:lnTo>
                  <a:pt x="2395" y="0"/>
                </a:lnTo>
                <a:lnTo>
                  <a:pt x="2395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5aa8a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4492800" y="67932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0"/>
                </a:lnTo>
                <a:lnTo>
                  <a:pt x="99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485960" y="686160"/>
            <a:ext cx="14400" cy="9360"/>
          </a:xfrm>
          <a:custGeom>
            <a:avLst/>
            <a:gdLst/>
            <a:ahLst/>
            <a:rect l="0" t="0" r="r" b="b"/>
            <a:pathLst>
              <a:path w="40" h="26">
                <a:moveTo>
                  <a:pt x="0" y="0"/>
                </a:moveTo>
                <a:lnTo>
                  <a:pt x="40" y="0"/>
                </a:lnTo>
                <a:lnTo>
                  <a:pt x="40" y="26"/>
                </a:lnTo>
                <a:lnTo>
                  <a:pt x="0" y="26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485960" y="702000"/>
            <a:ext cx="14400" cy="9000"/>
          </a:xfrm>
          <a:custGeom>
            <a:avLst/>
            <a:gdLst/>
            <a:ahLst/>
            <a:rect l="0" t="0" r="r" b="b"/>
            <a:pathLst>
              <a:path w="40" h="25">
                <a:moveTo>
                  <a:pt x="0" y="0"/>
                </a:moveTo>
                <a:lnTo>
                  <a:pt x="40" y="0"/>
                </a:lnTo>
                <a:lnTo>
                  <a:pt x="40" y="25"/>
                </a:lnTo>
                <a:lnTo>
                  <a:pt x="0" y="25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2966040" y="710280"/>
            <a:ext cx="55080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3729600" y="678960"/>
            <a:ext cx="77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579200" y="735480"/>
            <a:ext cx="809640" cy="7200"/>
          </a:xfrm>
          <a:custGeom>
            <a:avLst/>
            <a:gdLst/>
            <a:ahLst/>
            <a:rect l="0" t="0" r="r" b="b"/>
            <a:pathLst>
              <a:path w="2249" h="20">
                <a:moveTo>
                  <a:pt x="0" y="0"/>
                </a:moveTo>
                <a:lnTo>
                  <a:pt x="48" y="0"/>
                </a:lnTo>
                <a:lnTo>
                  <a:pt x="48" y="20"/>
                </a:lnTo>
                <a:lnTo>
                  <a:pt x="0" y="20"/>
                </a:lnTo>
                <a:lnTo>
                  <a:pt x="0" y="0"/>
                </a:lnTo>
                <a:moveTo>
                  <a:pt x="88" y="0"/>
                </a:moveTo>
                <a:lnTo>
                  <a:pt x="136" y="0"/>
                </a:lnTo>
                <a:lnTo>
                  <a:pt x="136" y="20"/>
                </a:lnTo>
                <a:lnTo>
                  <a:pt x="88" y="20"/>
                </a:lnTo>
                <a:lnTo>
                  <a:pt x="88" y="0"/>
                </a:lnTo>
                <a:moveTo>
                  <a:pt x="175" y="0"/>
                </a:moveTo>
                <a:lnTo>
                  <a:pt x="224" y="0"/>
                </a:lnTo>
                <a:lnTo>
                  <a:pt x="224" y="20"/>
                </a:lnTo>
                <a:lnTo>
                  <a:pt x="175" y="20"/>
                </a:lnTo>
                <a:lnTo>
                  <a:pt x="175" y="0"/>
                </a:lnTo>
                <a:moveTo>
                  <a:pt x="263" y="0"/>
                </a:moveTo>
                <a:lnTo>
                  <a:pt x="312" y="0"/>
                </a:lnTo>
                <a:lnTo>
                  <a:pt x="312" y="20"/>
                </a:lnTo>
                <a:lnTo>
                  <a:pt x="263" y="20"/>
                </a:lnTo>
                <a:lnTo>
                  <a:pt x="263" y="0"/>
                </a:lnTo>
                <a:moveTo>
                  <a:pt x="351" y="0"/>
                </a:moveTo>
                <a:lnTo>
                  <a:pt x="400" y="0"/>
                </a:lnTo>
                <a:lnTo>
                  <a:pt x="400" y="20"/>
                </a:lnTo>
                <a:lnTo>
                  <a:pt x="351" y="20"/>
                </a:lnTo>
                <a:lnTo>
                  <a:pt x="351" y="0"/>
                </a:lnTo>
                <a:moveTo>
                  <a:pt x="439" y="0"/>
                </a:moveTo>
                <a:lnTo>
                  <a:pt x="488" y="0"/>
                </a:lnTo>
                <a:lnTo>
                  <a:pt x="488" y="20"/>
                </a:lnTo>
                <a:lnTo>
                  <a:pt x="439" y="20"/>
                </a:lnTo>
                <a:lnTo>
                  <a:pt x="439" y="0"/>
                </a:lnTo>
                <a:moveTo>
                  <a:pt x="527" y="0"/>
                </a:moveTo>
                <a:lnTo>
                  <a:pt x="576" y="0"/>
                </a:lnTo>
                <a:lnTo>
                  <a:pt x="576" y="20"/>
                </a:lnTo>
                <a:lnTo>
                  <a:pt x="527" y="20"/>
                </a:lnTo>
                <a:lnTo>
                  <a:pt x="527" y="0"/>
                </a:lnTo>
                <a:moveTo>
                  <a:pt x="615" y="0"/>
                </a:moveTo>
                <a:lnTo>
                  <a:pt x="664" y="0"/>
                </a:lnTo>
                <a:lnTo>
                  <a:pt x="664" y="20"/>
                </a:lnTo>
                <a:lnTo>
                  <a:pt x="615" y="20"/>
                </a:lnTo>
                <a:lnTo>
                  <a:pt x="615" y="0"/>
                </a:lnTo>
                <a:moveTo>
                  <a:pt x="703" y="0"/>
                </a:moveTo>
                <a:lnTo>
                  <a:pt x="752" y="0"/>
                </a:lnTo>
                <a:lnTo>
                  <a:pt x="752" y="20"/>
                </a:lnTo>
                <a:lnTo>
                  <a:pt x="703" y="20"/>
                </a:lnTo>
                <a:lnTo>
                  <a:pt x="703" y="0"/>
                </a:lnTo>
                <a:moveTo>
                  <a:pt x="791" y="0"/>
                </a:moveTo>
                <a:lnTo>
                  <a:pt x="840" y="0"/>
                </a:lnTo>
                <a:lnTo>
                  <a:pt x="840" y="20"/>
                </a:lnTo>
                <a:lnTo>
                  <a:pt x="791" y="20"/>
                </a:lnTo>
                <a:lnTo>
                  <a:pt x="791" y="0"/>
                </a:lnTo>
                <a:moveTo>
                  <a:pt x="879" y="0"/>
                </a:moveTo>
                <a:lnTo>
                  <a:pt x="928" y="0"/>
                </a:lnTo>
                <a:lnTo>
                  <a:pt x="928" y="20"/>
                </a:lnTo>
                <a:lnTo>
                  <a:pt x="879" y="20"/>
                </a:lnTo>
                <a:lnTo>
                  <a:pt x="879" y="0"/>
                </a:lnTo>
                <a:moveTo>
                  <a:pt x="967" y="0"/>
                </a:moveTo>
                <a:lnTo>
                  <a:pt x="1016" y="0"/>
                </a:lnTo>
                <a:lnTo>
                  <a:pt x="1016" y="20"/>
                </a:lnTo>
                <a:lnTo>
                  <a:pt x="967" y="20"/>
                </a:lnTo>
                <a:lnTo>
                  <a:pt x="967" y="0"/>
                </a:lnTo>
                <a:moveTo>
                  <a:pt x="1055" y="0"/>
                </a:moveTo>
                <a:lnTo>
                  <a:pt x="1104" y="0"/>
                </a:lnTo>
                <a:lnTo>
                  <a:pt x="1104" y="20"/>
                </a:lnTo>
                <a:lnTo>
                  <a:pt x="1055" y="20"/>
                </a:lnTo>
                <a:lnTo>
                  <a:pt x="1055" y="0"/>
                </a:lnTo>
                <a:moveTo>
                  <a:pt x="1143" y="0"/>
                </a:moveTo>
                <a:lnTo>
                  <a:pt x="1192" y="0"/>
                </a:lnTo>
                <a:lnTo>
                  <a:pt x="1192" y="20"/>
                </a:lnTo>
                <a:lnTo>
                  <a:pt x="1143" y="20"/>
                </a:lnTo>
                <a:lnTo>
                  <a:pt x="1143" y="0"/>
                </a:lnTo>
                <a:moveTo>
                  <a:pt x="1231" y="0"/>
                </a:moveTo>
                <a:lnTo>
                  <a:pt x="1280" y="0"/>
                </a:lnTo>
                <a:lnTo>
                  <a:pt x="1280" y="20"/>
                </a:lnTo>
                <a:lnTo>
                  <a:pt x="1231" y="20"/>
                </a:lnTo>
                <a:lnTo>
                  <a:pt x="1231" y="0"/>
                </a:lnTo>
                <a:moveTo>
                  <a:pt x="1319" y="0"/>
                </a:moveTo>
                <a:lnTo>
                  <a:pt x="1368" y="0"/>
                </a:lnTo>
                <a:lnTo>
                  <a:pt x="1368" y="20"/>
                </a:lnTo>
                <a:lnTo>
                  <a:pt x="1319" y="20"/>
                </a:lnTo>
                <a:lnTo>
                  <a:pt x="1319" y="0"/>
                </a:lnTo>
                <a:moveTo>
                  <a:pt x="1407" y="0"/>
                </a:moveTo>
                <a:lnTo>
                  <a:pt x="1456" y="0"/>
                </a:lnTo>
                <a:lnTo>
                  <a:pt x="1456" y="20"/>
                </a:lnTo>
                <a:lnTo>
                  <a:pt x="1407" y="20"/>
                </a:lnTo>
                <a:lnTo>
                  <a:pt x="1407" y="0"/>
                </a:lnTo>
                <a:moveTo>
                  <a:pt x="1495" y="0"/>
                </a:moveTo>
                <a:lnTo>
                  <a:pt x="1544" y="0"/>
                </a:lnTo>
                <a:lnTo>
                  <a:pt x="1544" y="20"/>
                </a:lnTo>
                <a:lnTo>
                  <a:pt x="1495" y="20"/>
                </a:lnTo>
                <a:lnTo>
                  <a:pt x="1495" y="0"/>
                </a:lnTo>
                <a:moveTo>
                  <a:pt x="1583" y="0"/>
                </a:moveTo>
                <a:lnTo>
                  <a:pt x="1632" y="0"/>
                </a:lnTo>
                <a:lnTo>
                  <a:pt x="1632" y="20"/>
                </a:lnTo>
                <a:lnTo>
                  <a:pt x="1583" y="20"/>
                </a:lnTo>
                <a:lnTo>
                  <a:pt x="1583" y="0"/>
                </a:lnTo>
                <a:moveTo>
                  <a:pt x="1671" y="0"/>
                </a:moveTo>
                <a:lnTo>
                  <a:pt x="1720" y="0"/>
                </a:lnTo>
                <a:lnTo>
                  <a:pt x="1720" y="20"/>
                </a:lnTo>
                <a:lnTo>
                  <a:pt x="1671" y="20"/>
                </a:lnTo>
                <a:lnTo>
                  <a:pt x="1671" y="0"/>
                </a:lnTo>
                <a:moveTo>
                  <a:pt x="1759" y="0"/>
                </a:moveTo>
                <a:lnTo>
                  <a:pt x="1808" y="0"/>
                </a:lnTo>
                <a:lnTo>
                  <a:pt x="1808" y="20"/>
                </a:lnTo>
                <a:lnTo>
                  <a:pt x="1759" y="20"/>
                </a:lnTo>
                <a:lnTo>
                  <a:pt x="1759" y="0"/>
                </a:lnTo>
                <a:moveTo>
                  <a:pt x="1847" y="0"/>
                </a:moveTo>
                <a:lnTo>
                  <a:pt x="1897" y="0"/>
                </a:lnTo>
                <a:lnTo>
                  <a:pt x="1897" y="20"/>
                </a:lnTo>
                <a:lnTo>
                  <a:pt x="1847" y="20"/>
                </a:lnTo>
                <a:lnTo>
                  <a:pt x="1847" y="0"/>
                </a:lnTo>
                <a:moveTo>
                  <a:pt x="1936" y="0"/>
                </a:moveTo>
                <a:lnTo>
                  <a:pt x="1985" y="0"/>
                </a:lnTo>
                <a:lnTo>
                  <a:pt x="1985" y="20"/>
                </a:lnTo>
                <a:lnTo>
                  <a:pt x="1936" y="20"/>
                </a:lnTo>
                <a:lnTo>
                  <a:pt x="1936" y="0"/>
                </a:lnTo>
                <a:moveTo>
                  <a:pt x="2024" y="0"/>
                </a:moveTo>
                <a:lnTo>
                  <a:pt x="2073" y="0"/>
                </a:lnTo>
                <a:lnTo>
                  <a:pt x="2073" y="20"/>
                </a:lnTo>
                <a:lnTo>
                  <a:pt x="2024" y="20"/>
                </a:lnTo>
                <a:lnTo>
                  <a:pt x="2024" y="0"/>
                </a:lnTo>
                <a:moveTo>
                  <a:pt x="2112" y="0"/>
                </a:moveTo>
                <a:lnTo>
                  <a:pt x="2161" y="0"/>
                </a:lnTo>
                <a:lnTo>
                  <a:pt x="2161" y="20"/>
                </a:lnTo>
                <a:lnTo>
                  <a:pt x="2112" y="20"/>
                </a:lnTo>
                <a:lnTo>
                  <a:pt x="2112" y="0"/>
                </a:lnTo>
                <a:moveTo>
                  <a:pt x="2200" y="0"/>
                </a:moveTo>
                <a:lnTo>
                  <a:pt x="2249" y="0"/>
                </a:lnTo>
                <a:lnTo>
                  <a:pt x="2249" y="20"/>
                </a:lnTo>
                <a:lnTo>
                  <a:pt x="2200" y="20"/>
                </a:lnTo>
                <a:lnTo>
                  <a:pt x="220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5381280" y="7178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59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5421960" y="654480"/>
            <a:ext cx="732240" cy="169200"/>
          </a:xfrm>
          <a:custGeom>
            <a:avLst/>
            <a:gdLst/>
            <a:ahLst/>
            <a:rect l="0" t="0" r="r" b="b"/>
            <a:pathLst>
              <a:path w="2034" h="470">
                <a:moveTo>
                  <a:pt x="0" y="0"/>
                </a:moveTo>
                <a:lnTo>
                  <a:pt x="2034" y="0"/>
                </a:lnTo>
                <a:lnTo>
                  <a:pt x="2034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5421960" y="654480"/>
            <a:ext cx="732240" cy="169200"/>
          </a:xfrm>
          <a:custGeom>
            <a:avLst/>
            <a:gdLst/>
            <a:ahLst/>
            <a:rect l="0" t="0" r="r" b="b"/>
            <a:pathLst>
              <a:path w="2034" h="470">
                <a:moveTo>
                  <a:pt x="0" y="0"/>
                </a:moveTo>
                <a:lnTo>
                  <a:pt x="2034" y="0"/>
                </a:lnTo>
                <a:lnTo>
                  <a:pt x="2034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5aa8a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6093720" y="67932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0"/>
                </a:lnTo>
                <a:lnTo>
                  <a:pt x="99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6086880" y="686160"/>
            <a:ext cx="14400" cy="9360"/>
          </a:xfrm>
          <a:custGeom>
            <a:avLst/>
            <a:gdLst/>
            <a:ahLst/>
            <a:rect l="0" t="0" r="r" b="b"/>
            <a:pathLst>
              <a:path w="40" h="26">
                <a:moveTo>
                  <a:pt x="0" y="0"/>
                </a:moveTo>
                <a:lnTo>
                  <a:pt x="40" y="0"/>
                </a:lnTo>
                <a:lnTo>
                  <a:pt x="40" y="26"/>
                </a:lnTo>
                <a:lnTo>
                  <a:pt x="0" y="26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6086880" y="702000"/>
            <a:ext cx="14400" cy="9000"/>
          </a:xfrm>
          <a:custGeom>
            <a:avLst/>
            <a:gdLst/>
            <a:ahLst/>
            <a:rect l="0" t="0" r="r" b="b"/>
            <a:pathLst>
              <a:path w="40" h="25">
                <a:moveTo>
                  <a:pt x="0" y="0"/>
                </a:moveTo>
                <a:lnTo>
                  <a:pt x="40" y="0"/>
                </a:lnTo>
                <a:lnTo>
                  <a:pt x="40" y="25"/>
                </a:lnTo>
                <a:lnTo>
                  <a:pt x="0" y="25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3729600" y="735480"/>
            <a:ext cx="655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457240" y="678960"/>
            <a:ext cx="9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2937600" y="830160"/>
            <a:ext cx="1601280" cy="66960"/>
          </a:xfrm>
          <a:custGeom>
            <a:avLst/>
            <a:gdLst/>
            <a:ahLst/>
            <a:rect l="0" t="0" r="r" b="b"/>
            <a:pathLst>
              <a:path w="4448" h="186">
                <a:moveTo>
                  <a:pt x="88" y="0"/>
                </a:moveTo>
                <a:lnTo>
                  <a:pt x="4360" y="0"/>
                </a:lnTo>
                <a:cubicBezTo>
                  <a:pt x="4372" y="0"/>
                  <a:pt x="4383" y="2"/>
                  <a:pt x="4394" y="8"/>
                </a:cubicBezTo>
                <a:cubicBezTo>
                  <a:pt x="4405" y="12"/>
                  <a:pt x="4414" y="19"/>
                  <a:pt x="4423" y="27"/>
                </a:cubicBezTo>
                <a:cubicBezTo>
                  <a:pt x="4431" y="35"/>
                  <a:pt x="4437" y="44"/>
                  <a:pt x="4442" y="55"/>
                </a:cubicBezTo>
                <a:cubicBezTo>
                  <a:pt x="4446" y="66"/>
                  <a:pt x="4448" y="77"/>
                  <a:pt x="4448" y="89"/>
                </a:cubicBezTo>
                <a:lnTo>
                  <a:pt x="4448" y="99"/>
                </a:lnTo>
                <a:cubicBezTo>
                  <a:pt x="4448" y="110"/>
                  <a:pt x="4446" y="121"/>
                  <a:pt x="4442" y="132"/>
                </a:cubicBezTo>
                <a:cubicBezTo>
                  <a:pt x="4437" y="143"/>
                  <a:pt x="4431" y="152"/>
                  <a:pt x="4423" y="161"/>
                </a:cubicBezTo>
                <a:cubicBezTo>
                  <a:pt x="4414" y="169"/>
                  <a:pt x="4405" y="175"/>
                  <a:pt x="4394" y="180"/>
                </a:cubicBezTo>
                <a:cubicBezTo>
                  <a:pt x="4383" y="184"/>
                  <a:pt x="4372" y="186"/>
                  <a:pt x="4360" y="186"/>
                </a:cubicBezTo>
                <a:lnTo>
                  <a:pt x="88" y="186"/>
                </a:lnTo>
                <a:cubicBezTo>
                  <a:pt x="77" y="186"/>
                  <a:pt x="65" y="184"/>
                  <a:pt x="55" y="180"/>
                </a:cubicBezTo>
                <a:cubicBezTo>
                  <a:pt x="44" y="175"/>
                  <a:pt x="34" y="169"/>
                  <a:pt x="26" y="161"/>
                </a:cubicBezTo>
                <a:cubicBezTo>
                  <a:pt x="18" y="152"/>
                  <a:pt x="11" y="143"/>
                  <a:pt x="7" y="132"/>
                </a:cubicBezTo>
                <a:cubicBezTo>
                  <a:pt x="2" y="121"/>
                  <a:pt x="0" y="110"/>
                  <a:pt x="0" y="99"/>
                </a:cubicBezTo>
                <a:lnTo>
                  <a:pt x="0" y="89"/>
                </a:lnTo>
                <a:cubicBezTo>
                  <a:pt x="0" y="77"/>
                  <a:pt x="2" y="66"/>
                  <a:pt x="7" y="55"/>
                </a:cubicBezTo>
                <a:cubicBezTo>
                  <a:pt x="11" y="44"/>
                  <a:pt x="18" y="35"/>
                  <a:pt x="26" y="27"/>
                </a:cubicBezTo>
                <a:cubicBezTo>
                  <a:pt x="34" y="19"/>
                  <a:pt x="44" y="12"/>
                  <a:pt x="55" y="8"/>
                </a:cubicBezTo>
                <a:cubicBezTo>
                  <a:pt x="65" y="2"/>
                  <a:pt x="77" y="0"/>
                  <a:pt x="8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935800" y="828360"/>
            <a:ext cx="1604880" cy="70560"/>
          </a:xfrm>
          <a:custGeom>
            <a:avLst/>
            <a:gdLst/>
            <a:ahLst/>
            <a:rect l="0" t="0" r="r" b="b"/>
            <a:pathLst>
              <a:path w="4458" h="196">
                <a:moveTo>
                  <a:pt x="132" y="0"/>
                </a:moveTo>
                <a:lnTo>
                  <a:pt x="152" y="0"/>
                </a:lnTo>
                <a:lnTo>
                  <a:pt x="152" y="10"/>
                </a:lnTo>
                <a:lnTo>
                  <a:pt x="132" y="10"/>
                </a:lnTo>
                <a:lnTo>
                  <a:pt x="132" y="0"/>
                </a:lnTo>
                <a:moveTo>
                  <a:pt x="171" y="0"/>
                </a:moveTo>
                <a:lnTo>
                  <a:pt x="191" y="0"/>
                </a:lnTo>
                <a:lnTo>
                  <a:pt x="191" y="10"/>
                </a:lnTo>
                <a:lnTo>
                  <a:pt x="171" y="10"/>
                </a:lnTo>
                <a:lnTo>
                  <a:pt x="171" y="0"/>
                </a:lnTo>
                <a:moveTo>
                  <a:pt x="210" y="0"/>
                </a:moveTo>
                <a:lnTo>
                  <a:pt x="230" y="0"/>
                </a:lnTo>
                <a:lnTo>
                  <a:pt x="230" y="10"/>
                </a:lnTo>
                <a:lnTo>
                  <a:pt x="210" y="10"/>
                </a:lnTo>
                <a:lnTo>
                  <a:pt x="210" y="0"/>
                </a:lnTo>
                <a:moveTo>
                  <a:pt x="250" y="0"/>
                </a:moveTo>
                <a:lnTo>
                  <a:pt x="269" y="0"/>
                </a:lnTo>
                <a:lnTo>
                  <a:pt x="269" y="10"/>
                </a:lnTo>
                <a:lnTo>
                  <a:pt x="250" y="10"/>
                </a:lnTo>
                <a:lnTo>
                  <a:pt x="250" y="0"/>
                </a:lnTo>
                <a:moveTo>
                  <a:pt x="289" y="0"/>
                </a:moveTo>
                <a:lnTo>
                  <a:pt x="308" y="0"/>
                </a:lnTo>
                <a:lnTo>
                  <a:pt x="308" y="10"/>
                </a:lnTo>
                <a:lnTo>
                  <a:pt x="289" y="10"/>
                </a:lnTo>
                <a:lnTo>
                  <a:pt x="289" y="0"/>
                </a:lnTo>
                <a:moveTo>
                  <a:pt x="328" y="0"/>
                </a:moveTo>
                <a:lnTo>
                  <a:pt x="347" y="0"/>
                </a:lnTo>
                <a:lnTo>
                  <a:pt x="347" y="10"/>
                </a:lnTo>
                <a:lnTo>
                  <a:pt x="328" y="10"/>
                </a:lnTo>
                <a:lnTo>
                  <a:pt x="328" y="0"/>
                </a:lnTo>
                <a:moveTo>
                  <a:pt x="367" y="0"/>
                </a:moveTo>
                <a:lnTo>
                  <a:pt x="386" y="0"/>
                </a:lnTo>
                <a:lnTo>
                  <a:pt x="386" y="10"/>
                </a:lnTo>
                <a:lnTo>
                  <a:pt x="367" y="10"/>
                </a:lnTo>
                <a:lnTo>
                  <a:pt x="367" y="0"/>
                </a:lnTo>
                <a:moveTo>
                  <a:pt x="406" y="0"/>
                </a:moveTo>
                <a:lnTo>
                  <a:pt x="425" y="0"/>
                </a:lnTo>
                <a:lnTo>
                  <a:pt x="425" y="10"/>
                </a:lnTo>
                <a:lnTo>
                  <a:pt x="406" y="10"/>
                </a:lnTo>
                <a:lnTo>
                  <a:pt x="406" y="0"/>
                </a:lnTo>
                <a:moveTo>
                  <a:pt x="445" y="0"/>
                </a:moveTo>
                <a:lnTo>
                  <a:pt x="465" y="0"/>
                </a:lnTo>
                <a:lnTo>
                  <a:pt x="465" y="10"/>
                </a:lnTo>
                <a:lnTo>
                  <a:pt x="445" y="10"/>
                </a:lnTo>
                <a:lnTo>
                  <a:pt x="445" y="0"/>
                </a:lnTo>
                <a:moveTo>
                  <a:pt x="484" y="0"/>
                </a:moveTo>
                <a:lnTo>
                  <a:pt x="504" y="0"/>
                </a:lnTo>
                <a:lnTo>
                  <a:pt x="504" y="10"/>
                </a:lnTo>
                <a:lnTo>
                  <a:pt x="484" y="10"/>
                </a:lnTo>
                <a:lnTo>
                  <a:pt x="484" y="0"/>
                </a:lnTo>
                <a:moveTo>
                  <a:pt x="523" y="0"/>
                </a:moveTo>
                <a:lnTo>
                  <a:pt x="543" y="0"/>
                </a:lnTo>
                <a:lnTo>
                  <a:pt x="543" y="10"/>
                </a:lnTo>
                <a:lnTo>
                  <a:pt x="523" y="10"/>
                </a:lnTo>
                <a:lnTo>
                  <a:pt x="523" y="0"/>
                </a:lnTo>
                <a:moveTo>
                  <a:pt x="562" y="0"/>
                </a:moveTo>
                <a:lnTo>
                  <a:pt x="582" y="0"/>
                </a:lnTo>
                <a:lnTo>
                  <a:pt x="582" y="10"/>
                </a:lnTo>
                <a:lnTo>
                  <a:pt x="562" y="10"/>
                </a:lnTo>
                <a:lnTo>
                  <a:pt x="562" y="0"/>
                </a:lnTo>
                <a:moveTo>
                  <a:pt x="601" y="0"/>
                </a:moveTo>
                <a:lnTo>
                  <a:pt x="621" y="0"/>
                </a:lnTo>
                <a:lnTo>
                  <a:pt x="621" y="10"/>
                </a:lnTo>
                <a:lnTo>
                  <a:pt x="601" y="10"/>
                </a:lnTo>
                <a:lnTo>
                  <a:pt x="601" y="0"/>
                </a:lnTo>
                <a:moveTo>
                  <a:pt x="641" y="0"/>
                </a:moveTo>
                <a:lnTo>
                  <a:pt x="660" y="0"/>
                </a:lnTo>
                <a:lnTo>
                  <a:pt x="660" y="10"/>
                </a:lnTo>
                <a:lnTo>
                  <a:pt x="641" y="10"/>
                </a:lnTo>
                <a:lnTo>
                  <a:pt x="641" y="0"/>
                </a:lnTo>
                <a:moveTo>
                  <a:pt x="680" y="0"/>
                </a:moveTo>
                <a:lnTo>
                  <a:pt x="699" y="0"/>
                </a:lnTo>
                <a:lnTo>
                  <a:pt x="699" y="10"/>
                </a:lnTo>
                <a:lnTo>
                  <a:pt x="680" y="10"/>
                </a:lnTo>
                <a:lnTo>
                  <a:pt x="680" y="0"/>
                </a:lnTo>
                <a:moveTo>
                  <a:pt x="719" y="0"/>
                </a:moveTo>
                <a:lnTo>
                  <a:pt x="738" y="0"/>
                </a:lnTo>
                <a:lnTo>
                  <a:pt x="738" y="10"/>
                </a:lnTo>
                <a:lnTo>
                  <a:pt x="719" y="10"/>
                </a:lnTo>
                <a:lnTo>
                  <a:pt x="719" y="0"/>
                </a:lnTo>
                <a:moveTo>
                  <a:pt x="758" y="0"/>
                </a:moveTo>
                <a:lnTo>
                  <a:pt x="777" y="0"/>
                </a:lnTo>
                <a:lnTo>
                  <a:pt x="777" y="10"/>
                </a:lnTo>
                <a:lnTo>
                  <a:pt x="758" y="10"/>
                </a:lnTo>
                <a:lnTo>
                  <a:pt x="758" y="0"/>
                </a:lnTo>
                <a:moveTo>
                  <a:pt x="797" y="0"/>
                </a:moveTo>
                <a:lnTo>
                  <a:pt x="816" y="0"/>
                </a:lnTo>
                <a:lnTo>
                  <a:pt x="816" y="10"/>
                </a:lnTo>
                <a:lnTo>
                  <a:pt x="797" y="10"/>
                </a:lnTo>
                <a:lnTo>
                  <a:pt x="797" y="0"/>
                </a:lnTo>
                <a:moveTo>
                  <a:pt x="836" y="0"/>
                </a:moveTo>
                <a:lnTo>
                  <a:pt x="856" y="0"/>
                </a:lnTo>
                <a:lnTo>
                  <a:pt x="856" y="10"/>
                </a:lnTo>
                <a:lnTo>
                  <a:pt x="836" y="10"/>
                </a:lnTo>
                <a:lnTo>
                  <a:pt x="836" y="0"/>
                </a:lnTo>
                <a:moveTo>
                  <a:pt x="875" y="0"/>
                </a:moveTo>
                <a:lnTo>
                  <a:pt x="895" y="0"/>
                </a:lnTo>
                <a:lnTo>
                  <a:pt x="895" y="10"/>
                </a:lnTo>
                <a:lnTo>
                  <a:pt x="875" y="10"/>
                </a:lnTo>
                <a:lnTo>
                  <a:pt x="875" y="0"/>
                </a:lnTo>
                <a:moveTo>
                  <a:pt x="914" y="0"/>
                </a:moveTo>
                <a:lnTo>
                  <a:pt x="934" y="0"/>
                </a:lnTo>
                <a:lnTo>
                  <a:pt x="934" y="10"/>
                </a:lnTo>
                <a:lnTo>
                  <a:pt x="914" y="10"/>
                </a:lnTo>
                <a:lnTo>
                  <a:pt x="914" y="0"/>
                </a:lnTo>
                <a:moveTo>
                  <a:pt x="953" y="0"/>
                </a:moveTo>
                <a:lnTo>
                  <a:pt x="973" y="0"/>
                </a:lnTo>
                <a:lnTo>
                  <a:pt x="973" y="10"/>
                </a:lnTo>
                <a:lnTo>
                  <a:pt x="953" y="10"/>
                </a:lnTo>
                <a:lnTo>
                  <a:pt x="953" y="0"/>
                </a:lnTo>
                <a:moveTo>
                  <a:pt x="992" y="0"/>
                </a:moveTo>
                <a:lnTo>
                  <a:pt x="1012" y="0"/>
                </a:lnTo>
                <a:lnTo>
                  <a:pt x="1012" y="10"/>
                </a:lnTo>
                <a:lnTo>
                  <a:pt x="992" y="10"/>
                </a:lnTo>
                <a:lnTo>
                  <a:pt x="992" y="0"/>
                </a:lnTo>
                <a:moveTo>
                  <a:pt x="1031" y="0"/>
                </a:moveTo>
                <a:lnTo>
                  <a:pt x="1051" y="0"/>
                </a:lnTo>
                <a:lnTo>
                  <a:pt x="1051" y="10"/>
                </a:lnTo>
                <a:lnTo>
                  <a:pt x="1031" y="10"/>
                </a:lnTo>
                <a:lnTo>
                  <a:pt x="1031" y="0"/>
                </a:lnTo>
                <a:moveTo>
                  <a:pt x="1071" y="0"/>
                </a:moveTo>
                <a:lnTo>
                  <a:pt x="1090" y="0"/>
                </a:lnTo>
                <a:lnTo>
                  <a:pt x="1090" y="10"/>
                </a:lnTo>
                <a:lnTo>
                  <a:pt x="1071" y="10"/>
                </a:lnTo>
                <a:lnTo>
                  <a:pt x="1071" y="0"/>
                </a:lnTo>
                <a:moveTo>
                  <a:pt x="1110" y="0"/>
                </a:moveTo>
                <a:lnTo>
                  <a:pt x="1129" y="0"/>
                </a:lnTo>
                <a:lnTo>
                  <a:pt x="1129" y="10"/>
                </a:lnTo>
                <a:lnTo>
                  <a:pt x="1110" y="10"/>
                </a:lnTo>
                <a:lnTo>
                  <a:pt x="1110" y="0"/>
                </a:lnTo>
                <a:moveTo>
                  <a:pt x="1149" y="0"/>
                </a:moveTo>
                <a:lnTo>
                  <a:pt x="1168" y="0"/>
                </a:lnTo>
                <a:lnTo>
                  <a:pt x="1168" y="10"/>
                </a:lnTo>
                <a:lnTo>
                  <a:pt x="1149" y="10"/>
                </a:lnTo>
                <a:lnTo>
                  <a:pt x="1149" y="0"/>
                </a:lnTo>
                <a:moveTo>
                  <a:pt x="1188" y="0"/>
                </a:moveTo>
                <a:lnTo>
                  <a:pt x="1207" y="0"/>
                </a:lnTo>
                <a:lnTo>
                  <a:pt x="1207" y="10"/>
                </a:lnTo>
                <a:lnTo>
                  <a:pt x="1188" y="10"/>
                </a:lnTo>
                <a:lnTo>
                  <a:pt x="1188" y="0"/>
                </a:lnTo>
                <a:moveTo>
                  <a:pt x="1227" y="0"/>
                </a:moveTo>
                <a:lnTo>
                  <a:pt x="1247" y="0"/>
                </a:lnTo>
                <a:lnTo>
                  <a:pt x="1247" y="10"/>
                </a:lnTo>
                <a:lnTo>
                  <a:pt x="1227" y="10"/>
                </a:lnTo>
                <a:lnTo>
                  <a:pt x="1227" y="0"/>
                </a:lnTo>
                <a:moveTo>
                  <a:pt x="1266" y="0"/>
                </a:moveTo>
                <a:lnTo>
                  <a:pt x="1286" y="0"/>
                </a:lnTo>
                <a:lnTo>
                  <a:pt x="1286" y="10"/>
                </a:lnTo>
                <a:lnTo>
                  <a:pt x="1266" y="10"/>
                </a:lnTo>
                <a:lnTo>
                  <a:pt x="1266" y="0"/>
                </a:lnTo>
                <a:moveTo>
                  <a:pt x="1305" y="0"/>
                </a:moveTo>
                <a:lnTo>
                  <a:pt x="1325" y="0"/>
                </a:lnTo>
                <a:lnTo>
                  <a:pt x="1325" y="10"/>
                </a:lnTo>
                <a:lnTo>
                  <a:pt x="1305" y="10"/>
                </a:lnTo>
                <a:lnTo>
                  <a:pt x="1305" y="0"/>
                </a:lnTo>
                <a:moveTo>
                  <a:pt x="1344" y="0"/>
                </a:moveTo>
                <a:lnTo>
                  <a:pt x="1364" y="0"/>
                </a:lnTo>
                <a:lnTo>
                  <a:pt x="1364" y="10"/>
                </a:lnTo>
                <a:lnTo>
                  <a:pt x="1344" y="10"/>
                </a:lnTo>
                <a:lnTo>
                  <a:pt x="1344" y="0"/>
                </a:lnTo>
                <a:moveTo>
                  <a:pt x="1383" y="0"/>
                </a:moveTo>
                <a:lnTo>
                  <a:pt x="1403" y="0"/>
                </a:lnTo>
                <a:lnTo>
                  <a:pt x="1403" y="10"/>
                </a:lnTo>
                <a:lnTo>
                  <a:pt x="1383" y="10"/>
                </a:lnTo>
                <a:lnTo>
                  <a:pt x="1383" y="0"/>
                </a:lnTo>
                <a:moveTo>
                  <a:pt x="1422" y="0"/>
                </a:moveTo>
                <a:lnTo>
                  <a:pt x="1442" y="0"/>
                </a:lnTo>
                <a:lnTo>
                  <a:pt x="1442" y="10"/>
                </a:lnTo>
                <a:lnTo>
                  <a:pt x="1422" y="10"/>
                </a:lnTo>
                <a:lnTo>
                  <a:pt x="1422" y="0"/>
                </a:lnTo>
                <a:moveTo>
                  <a:pt x="1462" y="0"/>
                </a:moveTo>
                <a:lnTo>
                  <a:pt x="1481" y="0"/>
                </a:lnTo>
                <a:lnTo>
                  <a:pt x="1481" y="10"/>
                </a:lnTo>
                <a:lnTo>
                  <a:pt x="1462" y="10"/>
                </a:lnTo>
                <a:lnTo>
                  <a:pt x="1462" y="0"/>
                </a:lnTo>
                <a:moveTo>
                  <a:pt x="1501" y="0"/>
                </a:moveTo>
                <a:lnTo>
                  <a:pt x="1520" y="0"/>
                </a:lnTo>
                <a:lnTo>
                  <a:pt x="1520" y="10"/>
                </a:lnTo>
                <a:lnTo>
                  <a:pt x="1501" y="10"/>
                </a:lnTo>
                <a:lnTo>
                  <a:pt x="1501" y="0"/>
                </a:lnTo>
                <a:moveTo>
                  <a:pt x="1540" y="0"/>
                </a:moveTo>
                <a:lnTo>
                  <a:pt x="1559" y="0"/>
                </a:lnTo>
                <a:lnTo>
                  <a:pt x="1559" y="10"/>
                </a:lnTo>
                <a:lnTo>
                  <a:pt x="1540" y="10"/>
                </a:lnTo>
                <a:lnTo>
                  <a:pt x="1540" y="0"/>
                </a:lnTo>
                <a:moveTo>
                  <a:pt x="1579" y="0"/>
                </a:moveTo>
                <a:lnTo>
                  <a:pt x="1598" y="0"/>
                </a:lnTo>
                <a:lnTo>
                  <a:pt x="1598" y="10"/>
                </a:lnTo>
                <a:lnTo>
                  <a:pt x="1579" y="10"/>
                </a:lnTo>
                <a:lnTo>
                  <a:pt x="1579" y="0"/>
                </a:lnTo>
                <a:moveTo>
                  <a:pt x="1618" y="0"/>
                </a:moveTo>
                <a:lnTo>
                  <a:pt x="1637" y="0"/>
                </a:lnTo>
                <a:lnTo>
                  <a:pt x="1637" y="10"/>
                </a:lnTo>
                <a:lnTo>
                  <a:pt x="1618" y="10"/>
                </a:lnTo>
                <a:lnTo>
                  <a:pt x="1618" y="0"/>
                </a:lnTo>
                <a:moveTo>
                  <a:pt x="1657" y="0"/>
                </a:moveTo>
                <a:lnTo>
                  <a:pt x="1677" y="0"/>
                </a:lnTo>
                <a:lnTo>
                  <a:pt x="1677" y="10"/>
                </a:lnTo>
                <a:lnTo>
                  <a:pt x="1657" y="10"/>
                </a:lnTo>
                <a:lnTo>
                  <a:pt x="1657" y="0"/>
                </a:lnTo>
                <a:moveTo>
                  <a:pt x="1696" y="0"/>
                </a:moveTo>
                <a:lnTo>
                  <a:pt x="1716" y="0"/>
                </a:lnTo>
                <a:lnTo>
                  <a:pt x="1716" y="10"/>
                </a:lnTo>
                <a:lnTo>
                  <a:pt x="1696" y="10"/>
                </a:lnTo>
                <a:lnTo>
                  <a:pt x="1696" y="0"/>
                </a:lnTo>
                <a:moveTo>
                  <a:pt x="1735" y="0"/>
                </a:moveTo>
                <a:lnTo>
                  <a:pt x="1755" y="0"/>
                </a:lnTo>
                <a:lnTo>
                  <a:pt x="1755" y="10"/>
                </a:lnTo>
                <a:lnTo>
                  <a:pt x="1735" y="10"/>
                </a:lnTo>
                <a:lnTo>
                  <a:pt x="1735" y="0"/>
                </a:lnTo>
                <a:moveTo>
                  <a:pt x="1774" y="0"/>
                </a:moveTo>
                <a:lnTo>
                  <a:pt x="1794" y="0"/>
                </a:lnTo>
                <a:lnTo>
                  <a:pt x="1794" y="10"/>
                </a:lnTo>
                <a:lnTo>
                  <a:pt x="1774" y="10"/>
                </a:lnTo>
                <a:lnTo>
                  <a:pt x="1774" y="0"/>
                </a:lnTo>
                <a:moveTo>
                  <a:pt x="1813" y="0"/>
                </a:moveTo>
                <a:lnTo>
                  <a:pt x="1833" y="0"/>
                </a:lnTo>
                <a:lnTo>
                  <a:pt x="1833" y="10"/>
                </a:lnTo>
                <a:lnTo>
                  <a:pt x="1813" y="10"/>
                </a:lnTo>
                <a:lnTo>
                  <a:pt x="1813" y="0"/>
                </a:lnTo>
                <a:moveTo>
                  <a:pt x="1852" y="0"/>
                </a:moveTo>
                <a:lnTo>
                  <a:pt x="1872" y="0"/>
                </a:lnTo>
                <a:lnTo>
                  <a:pt x="1872" y="10"/>
                </a:lnTo>
                <a:lnTo>
                  <a:pt x="1852" y="10"/>
                </a:lnTo>
                <a:lnTo>
                  <a:pt x="1852" y="0"/>
                </a:lnTo>
                <a:moveTo>
                  <a:pt x="1892" y="0"/>
                </a:moveTo>
                <a:lnTo>
                  <a:pt x="1911" y="0"/>
                </a:lnTo>
                <a:lnTo>
                  <a:pt x="1911" y="10"/>
                </a:lnTo>
                <a:lnTo>
                  <a:pt x="1892" y="10"/>
                </a:lnTo>
                <a:lnTo>
                  <a:pt x="1892" y="0"/>
                </a:lnTo>
                <a:moveTo>
                  <a:pt x="1931" y="0"/>
                </a:moveTo>
                <a:lnTo>
                  <a:pt x="1950" y="0"/>
                </a:lnTo>
                <a:lnTo>
                  <a:pt x="1950" y="10"/>
                </a:lnTo>
                <a:lnTo>
                  <a:pt x="1931" y="10"/>
                </a:lnTo>
                <a:lnTo>
                  <a:pt x="1931" y="0"/>
                </a:lnTo>
                <a:moveTo>
                  <a:pt x="1970" y="0"/>
                </a:moveTo>
                <a:lnTo>
                  <a:pt x="1989" y="0"/>
                </a:lnTo>
                <a:lnTo>
                  <a:pt x="1989" y="10"/>
                </a:lnTo>
                <a:lnTo>
                  <a:pt x="1970" y="10"/>
                </a:lnTo>
                <a:lnTo>
                  <a:pt x="1970" y="0"/>
                </a:lnTo>
                <a:moveTo>
                  <a:pt x="2009" y="0"/>
                </a:moveTo>
                <a:lnTo>
                  <a:pt x="2028" y="0"/>
                </a:lnTo>
                <a:lnTo>
                  <a:pt x="2028" y="10"/>
                </a:lnTo>
                <a:lnTo>
                  <a:pt x="2009" y="10"/>
                </a:lnTo>
                <a:lnTo>
                  <a:pt x="2009" y="0"/>
                </a:lnTo>
                <a:moveTo>
                  <a:pt x="2048" y="0"/>
                </a:moveTo>
                <a:lnTo>
                  <a:pt x="2068" y="0"/>
                </a:lnTo>
                <a:lnTo>
                  <a:pt x="2068" y="10"/>
                </a:lnTo>
                <a:lnTo>
                  <a:pt x="2048" y="10"/>
                </a:lnTo>
                <a:lnTo>
                  <a:pt x="2048" y="0"/>
                </a:lnTo>
                <a:moveTo>
                  <a:pt x="2087" y="0"/>
                </a:moveTo>
                <a:lnTo>
                  <a:pt x="2107" y="0"/>
                </a:lnTo>
                <a:lnTo>
                  <a:pt x="2107" y="10"/>
                </a:lnTo>
                <a:lnTo>
                  <a:pt x="2087" y="10"/>
                </a:lnTo>
                <a:lnTo>
                  <a:pt x="2087" y="0"/>
                </a:lnTo>
                <a:moveTo>
                  <a:pt x="2126" y="0"/>
                </a:moveTo>
                <a:lnTo>
                  <a:pt x="2146" y="0"/>
                </a:lnTo>
                <a:lnTo>
                  <a:pt x="2146" y="10"/>
                </a:lnTo>
                <a:lnTo>
                  <a:pt x="2126" y="10"/>
                </a:lnTo>
                <a:lnTo>
                  <a:pt x="2126" y="0"/>
                </a:lnTo>
                <a:moveTo>
                  <a:pt x="2165" y="0"/>
                </a:moveTo>
                <a:lnTo>
                  <a:pt x="2185" y="0"/>
                </a:lnTo>
                <a:lnTo>
                  <a:pt x="2185" y="10"/>
                </a:lnTo>
                <a:lnTo>
                  <a:pt x="2165" y="10"/>
                </a:lnTo>
                <a:lnTo>
                  <a:pt x="2165" y="0"/>
                </a:lnTo>
                <a:moveTo>
                  <a:pt x="2204" y="0"/>
                </a:moveTo>
                <a:lnTo>
                  <a:pt x="2224" y="0"/>
                </a:lnTo>
                <a:lnTo>
                  <a:pt x="2224" y="10"/>
                </a:lnTo>
                <a:lnTo>
                  <a:pt x="2204" y="10"/>
                </a:lnTo>
                <a:lnTo>
                  <a:pt x="2204" y="0"/>
                </a:lnTo>
                <a:moveTo>
                  <a:pt x="2243" y="0"/>
                </a:moveTo>
                <a:lnTo>
                  <a:pt x="2263" y="0"/>
                </a:lnTo>
                <a:lnTo>
                  <a:pt x="2263" y="10"/>
                </a:lnTo>
                <a:lnTo>
                  <a:pt x="2243" y="10"/>
                </a:lnTo>
                <a:lnTo>
                  <a:pt x="2243" y="0"/>
                </a:lnTo>
                <a:moveTo>
                  <a:pt x="2283" y="0"/>
                </a:moveTo>
                <a:lnTo>
                  <a:pt x="2302" y="0"/>
                </a:lnTo>
                <a:lnTo>
                  <a:pt x="2302" y="10"/>
                </a:lnTo>
                <a:lnTo>
                  <a:pt x="2283" y="10"/>
                </a:lnTo>
                <a:lnTo>
                  <a:pt x="2283" y="0"/>
                </a:lnTo>
                <a:moveTo>
                  <a:pt x="2322" y="0"/>
                </a:moveTo>
                <a:lnTo>
                  <a:pt x="2341" y="0"/>
                </a:lnTo>
                <a:lnTo>
                  <a:pt x="2341" y="10"/>
                </a:lnTo>
                <a:lnTo>
                  <a:pt x="2322" y="10"/>
                </a:lnTo>
                <a:lnTo>
                  <a:pt x="2322" y="0"/>
                </a:lnTo>
                <a:moveTo>
                  <a:pt x="2361" y="0"/>
                </a:moveTo>
                <a:lnTo>
                  <a:pt x="2380" y="0"/>
                </a:lnTo>
                <a:lnTo>
                  <a:pt x="2380" y="10"/>
                </a:lnTo>
                <a:lnTo>
                  <a:pt x="2361" y="10"/>
                </a:lnTo>
                <a:lnTo>
                  <a:pt x="2361" y="0"/>
                </a:lnTo>
                <a:moveTo>
                  <a:pt x="2400" y="0"/>
                </a:moveTo>
                <a:lnTo>
                  <a:pt x="2419" y="0"/>
                </a:lnTo>
                <a:lnTo>
                  <a:pt x="2419" y="10"/>
                </a:lnTo>
                <a:lnTo>
                  <a:pt x="2400" y="10"/>
                </a:lnTo>
                <a:lnTo>
                  <a:pt x="2400" y="0"/>
                </a:lnTo>
                <a:moveTo>
                  <a:pt x="2439" y="0"/>
                </a:moveTo>
                <a:lnTo>
                  <a:pt x="2458" y="0"/>
                </a:lnTo>
                <a:lnTo>
                  <a:pt x="2458" y="10"/>
                </a:lnTo>
                <a:lnTo>
                  <a:pt x="2439" y="10"/>
                </a:lnTo>
                <a:lnTo>
                  <a:pt x="2439" y="0"/>
                </a:lnTo>
                <a:moveTo>
                  <a:pt x="2478" y="0"/>
                </a:moveTo>
                <a:lnTo>
                  <a:pt x="2498" y="0"/>
                </a:lnTo>
                <a:lnTo>
                  <a:pt x="2498" y="10"/>
                </a:lnTo>
                <a:lnTo>
                  <a:pt x="2478" y="10"/>
                </a:lnTo>
                <a:lnTo>
                  <a:pt x="2478" y="0"/>
                </a:lnTo>
                <a:moveTo>
                  <a:pt x="2517" y="0"/>
                </a:moveTo>
                <a:lnTo>
                  <a:pt x="2537" y="0"/>
                </a:lnTo>
                <a:lnTo>
                  <a:pt x="2537" y="10"/>
                </a:lnTo>
                <a:lnTo>
                  <a:pt x="2517" y="10"/>
                </a:lnTo>
                <a:lnTo>
                  <a:pt x="2517" y="0"/>
                </a:lnTo>
                <a:moveTo>
                  <a:pt x="2556" y="0"/>
                </a:moveTo>
                <a:lnTo>
                  <a:pt x="2576" y="0"/>
                </a:lnTo>
                <a:lnTo>
                  <a:pt x="2576" y="10"/>
                </a:lnTo>
                <a:lnTo>
                  <a:pt x="2556" y="10"/>
                </a:lnTo>
                <a:lnTo>
                  <a:pt x="2556" y="0"/>
                </a:lnTo>
                <a:moveTo>
                  <a:pt x="2595" y="0"/>
                </a:moveTo>
                <a:lnTo>
                  <a:pt x="2615" y="0"/>
                </a:lnTo>
                <a:lnTo>
                  <a:pt x="2615" y="10"/>
                </a:lnTo>
                <a:lnTo>
                  <a:pt x="2595" y="10"/>
                </a:lnTo>
                <a:lnTo>
                  <a:pt x="2595" y="0"/>
                </a:lnTo>
                <a:moveTo>
                  <a:pt x="2634" y="0"/>
                </a:moveTo>
                <a:lnTo>
                  <a:pt x="2654" y="0"/>
                </a:lnTo>
                <a:lnTo>
                  <a:pt x="2654" y="10"/>
                </a:lnTo>
                <a:lnTo>
                  <a:pt x="2634" y="10"/>
                </a:lnTo>
                <a:lnTo>
                  <a:pt x="2634" y="0"/>
                </a:lnTo>
                <a:moveTo>
                  <a:pt x="2673" y="0"/>
                </a:moveTo>
                <a:lnTo>
                  <a:pt x="2693" y="0"/>
                </a:lnTo>
                <a:lnTo>
                  <a:pt x="2693" y="10"/>
                </a:lnTo>
                <a:lnTo>
                  <a:pt x="2673" y="10"/>
                </a:lnTo>
                <a:lnTo>
                  <a:pt x="2673" y="0"/>
                </a:lnTo>
                <a:moveTo>
                  <a:pt x="2713" y="0"/>
                </a:moveTo>
                <a:lnTo>
                  <a:pt x="2732" y="0"/>
                </a:lnTo>
                <a:lnTo>
                  <a:pt x="2732" y="10"/>
                </a:lnTo>
                <a:lnTo>
                  <a:pt x="2713" y="10"/>
                </a:lnTo>
                <a:lnTo>
                  <a:pt x="2713" y="0"/>
                </a:lnTo>
                <a:moveTo>
                  <a:pt x="2752" y="0"/>
                </a:moveTo>
                <a:lnTo>
                  <a:pt x="2771" y="0"/>
                </a:lnTo>
                <a:lnTo>
                  <a:pt x="2771" y="10"/>
                </a:lnTo>
                <a:lnTo>
                  <a:pt x="2752" y="10"/>
                </a:lnTo>
                <a:lnTo>
                  <a:pt x="2752" y="0"/>
                </a:lnTo>
                <a:moveTo>
                  <a:pt x="2791" y="0"/>
                </a:moveTo>
                <a:lnTo>
                  <a:pt x="2810" y="0"/>
                </a:lnTo>
                <a:lnTo>
                  <a:pt x="2810" y="10"/>
                </a:lnTo>
                <a:lnTo>
                  <a:pt x="2791" y="10"/>
                </a:lnTo>
                <a:lnTo>
                  <a:pt x="2791" y="0"/>
                </a:lnTo>
                <a:moveTo>
                  <a:pt x="2830" y="0"/>
                </a:moveTo>
                <a:lnTo>
                  <a:pt x="2849" y="0"/>
                </a:lnTo>
                <a:lnTo>
                  <a:pt x="2849" y="10"/>
                </a:lnTo>
                <a:lnTo>
                  <a:pt x="2830" y="10"/>
                </a:lnTo>
                <a:lnTo>
                  <a:pt x="2830" y="0"/>
                </a:lnTo>
                <a:moveTo>
                  <a:pt x="2869" y="0"/>
                </a:moveTo>
                <a:lnTo>
                  <a:pt x="2889" y="0"/>
                </a:lnTo>
                <a:lnTo>
                  <a:pt x="2889" y="10"/>
                </a:lnTo>
                <a:lnTo>
                  <a:pt x="2869" y="10"/>
                </a:lnTo>
                <a:lnTo>
                  <a:pt x="2869" y="0"/>
                </a:lnTo>
                <a:moveTo>
                  <a:pt x="2908" y="0"/>
                </a:moveTo>
                <a:lnTo>
                  <a:pt x="2928" y="0"/>
                </a:lnTo>
                <a:lnTo>
                  <a:pt x="2928" y="10"/>
                </a:lnTo>
                <a:lnTo>
                  <a:pt x="2908" y="10"/>
                </a:lnTo>
                <a:lnTo>
                  <a:pt x="2908" y="0"/>
                </a:lnTo>
                <a:moveTo>
                  <a:pt x="2947" y="0"/>
                </a:moveTo>
                <a:lnTo>
                  <a:pt x="2967" y="0"/>
                </a:lnTo>
                <a:lnTo>
                  <a:pt x="2967" y="10"/>
                </a:lnTo>
                <a:lnTo>
                  <a:pt x="2947" y="10"/>
                </a:lnTo>
                <a:lnTo>
                  <a:pt x="2947" y="0"/>
                </a:lnTo>
                <a:moveTo>
                  <a:pt x="2987" y="0"/>
                </a:moveTo>
                <a:lnTo>
                  <a:pt x="3007" y="0"/>
                </a:lnTo>
                <a:lnTo>
                  <a:pt x="3007" y="10"/>
                </a:lnTo>
                <a:lnTo>
                  <a:pt x="2987" y="10"/>
                </a:lnTo>
                <a:lnTo>
                  <a:pt x="2987" y="0"/>
                </a:lnTo>
                <a:moveTo>
                  <a:pt x="3026" y="0"/>
                </a:moveTo>
                <a:lnTo>
                  <a:pt x="3046" y="0"/>
                </a:lnTo>
                <a:lnTo>
                  <a:pt x="3046" y="10"/>
                </a:lnTo>
                <a:lnTo>
                  <a:pt x="3026" y="10"/>
                </a:lnTo>
                <a:lnTo>
                  <a:pt x="3026" y="0"/>
                </a:lnTo>
                <a:moveTo>
                  <a:pt x="3065" y="0"/>
                </a:moveTo>
                <a:lnTo>
                  <a:pt x="3085" y="0"/>
                </a:lnTo>
                <a:lnTo>
                  <a:pt x="3085" y="10"/>
                </a:lnTo>
                <a:lnTo>
                  <a:pt x="3065" y="10"/>
                </a:lnTo>
                <a:lnTo>
                  <a:pt x="3065" y="0"/>
                </a:lnTo>
                <a:moveTo>
                  <a:pt x="3105" y="0"/>
                </a:moveTo>
                <a:lnTo>
                  <a:pt x="3124" y="0"/>
                </a:lnTo>
                <a:lnTo>
                  <a:pt x="3124" y="10"/>
                </a:lnTo>
                <a:lnTo>
                  <a:pt x="3105" y="10"/>
                </a:lnTo>
                <a:lnTo>
                  <a:pt x="3105" y="0"/>
                </a:lnTo>
                <a:moveTo>
                  <a:pt x="3144" y="0"/>
                </a:moveTo>
                <a:lnTo>
                  <a:pt x="3163" y="0"/>
                </a:lnTo>
                <a:lnTo>
                  <a:pt x="3163" y="10"/>
                </a:lnTo>
                <a:lnTo>
                  <a:pt x="3144" y="10"/>
                </a:lnTo>
                <a:lnTo>
                  <a:pt x="3144" y="0"/>
                </a:lnTo>
                <a:moveTo>
                  <a:pt x="3183" y="0"/>
                </a:moveTo>
                <a:lnTo>
                  <a:pt x="3202" y="0"/>
                </a:lnTo>
                <a:lnTo>
                  <a:pt x="3202" y="10"/>
                </a:lnTo>
                <a:lnTo>
                  <a:pt x="3183" y="10"/>
                </a:lnTo>
                <a:lnTo>
                  <a:pt x="3183" y="0"/>
                </a:lnTo>
                <a:moveTo>
                  <a:pt x="3222" y="0"/>
                </a:moveTo>
                <a:lnTo>
                  <a:pt x="3241" y="0"/>
                </a:lnTo>
                <a:lnTo>
                  <a:pt x="3241" y="10"/>
                </a:lnTo>
                <a:lnTo>
                  <a:pt x="3222" y="10"/>
                </a:lnTo>
                <a:lnTo>
                  <a:pt x="3222" y="0"/>
                </a:lnTo>
                <a:moveTo>
                  <a:pt x="3261" y="0"/>
                </a:moveTo>
                <a:lnTo>
                  <a:pt x="3280" y="0"/>
                </a:lnTo>
                <a:lnTo>
                  <a:pt x="3280" y="10"/>
                </a:lnTo>
                <a:lnTo>
                  <a:pt x="3261" y="10"/>
                </a:lnTo>
                <a:lnTo>
                  <a:pt x="3261" y="0"/>
                </a:lnTo>
                <a:moveTo>
                  <a:pt x="3300" y="0"/>
                </a:moveTo>
                <a:lnTo>
                  <a:pt x="3320" y="0"/>
                </a:lnTo>
                <a:lnTo>
                  <a:pt x="3320" y="10"/>
                </a:lnTo>
                <a:lnTo>
                  <a:pt x="3300" y="10"/>
                </a:lnTo>
                <a:lnTo>
                  <a:pt x="3300" y="0"/>
                </a:lnTo>
                <a:moveTo>
                  <a:pt x="3339" y="0"/>
                </a:moveTo>
                <a:lnTo>
                  <a:pt x="3359" y="0"/>
                </a:lnTo>
                <a:lnTo>
                  <a:pt x="3359" y="10"/>
                </a:lnTo>
                <a:lnTo>
                  <a:pt x="3339" y="10"/>
                </a:lnTo>
                <a:lnTo>
                  <a:pt x="3339" y="0"/>
                </a:lnTo>
                <a:moveTo>
                  <a:pt x="3378" y="0"/>
                </a:moveTo>
                <a:lnTo>
                  <a:pt x="3398" y="0"/>
                </a:lnTo>
                <a:lnTo>
                  <a:pt x="3398" y="10"/>
                </a:lnTo>
                <a:lnTo>
                  <a:pt x="3378" y="10"/>
                </a:lnTo>
                <a:lnTo>
                  <a:pt x="3378" y="0"/>
                </a:lnTo>
                <a:moveTo>
                  <a:pt x="3417" y="0"/>
                </a:moveTo>
                <a:lnTo>
                  <a:pt x="3437" y="0"/>
                </a:lnTo>
                <a:lnTo>
                  <a:pt x="3437" y="10"/>
                </a:lnTo>
                <a:lnTo>
                  <a:pt x="3417" y="10"/>
                </a:lnTo>
                <a:lnTo>
                  <a:pt x="3417" y="0"/>
                </a:lnTo>
                <a:moveTo>
                  <a:pt x="3456" y="0"/>
                </a:moveTo>
                <a:lnTo>
                  <a:pt x="3476" y="0"/>
                </a:lnTo>
                <a:lnTo>
                  <a:pt x="3476" y="10"/>
                </a:lnTo>
                <a:lnTo>
                  <a:pt x="3456" y="10"/>
                </a:lnTo>
                <a:lnTo>
                  <a:pt x="3456" y="0"/>
                </a:lnTo>
                <a:moveTo>
                  <a:pt x="3495" y="0"/>
                </a:moveTo>
                <a:lnTo>
                  <a:pt x="3515" y="0"/>
                </a:lnTo>
                <a:lnTo>
                  <a:pt x="3515" y="10"/>
                </a:lnTo>
                <a:lnTo>
                  <a:pt x="3495" y="10"/>
                </a:lnTo>
                <a:lnTo>
                  <a:pt x="3495" y="0"/>
                </a:lnTo>
                <a:moveTo>
                  <a:pt x="3535" y="0"/>
                </a:moveTo>
                <a:lnTo>
                  <a:pt x="3554" y="0"/>
                </a:lnTo>
                <a:lnTo>
                  <a:pt x="3554" y="10"/>
                </a:lnTo>
                <a:lnTo>
                  <a:pt x="3535" y="10"/>
                </a:lnTo>
                <a:lnTo>
                  <a:pt x="3535" y="0"/>
                </a:lnTo>
                <a:moveTo>
                  <a:pt x="3574" y="0"/>
                </a:moveTo>
                <a:lnTo>
                  <a:pt x="3593" y="0"/>
                </a:lnTo>
                <a:lnTo>
                  <a:pt x="3593" y="10"/>
                </a:lnTo>
                <a:lnTo>
                  <a:pt x="3574" y="10"/>
                </a:lnTo>
                <a:lnTo>
                  <a:pt x="3574" y="0"/>
                </a:lnTo>
                <a:moveTo>
                  <a:pt x="3613" y="0"/>
                </a:moveTo>
                <a:lnTo>
                  <a:pt x="3632" y="0"/>
                </a:lnTo>
                <a:lnTo>
                  <a:pt x="3632" y="10"/>
                </a:lnTo>
                <a:lnTo>
                  <a:pt x="3613" y="10"/>
                </a:lnTo>
                <a:lnTo>
                  <a:pt x="3613" y="0"/>
                </a:lnTo>
                <a:moveTo>
                  <a:pt x="3652" y="0"/>
                </a:moveTo>
                <a:lnTo>
                  <a:pt x="3671" y="0"/>
                </a:lnTo>
                <a:lnTo>
                  <a:pt x="3671" y="10"/>
                </a:lnTo>
                <a:lnTo>
                  <a:pt x="3652" y="10"/>
                </a:lnTo>
                <a:lnTo>
                  <a:pt x="3652" y="0"/>
                </a:lnTo>
                <a:moveTo>
                  <a:pt x="3691" y="0"/>
                </a:moveTo>
                <a:lnTo>
                  <a:pt x="3711" y="0"/>
                </a:lnTo>
                <a:lnTo>
                  <a:pt x="3711" y="10"/>
                </a:lnTo>
                <a:lnTo>
                  <a:pt x="3691" y="10"/>
                </a:lnTo>
                <a:lnTo>
                  <a:pt x="3691" y="0"/>
                </a:lnTo>
                <a:moveTo>
                  <a:pt x="3730" y="0"/>
                </a:moveTo>
                <a:lnTo>
                  <a:pt x="3750" y="0"/>
                </a:lnTo>
                <a:lnTo>
                  <a:pt x="3750" y="10"/>
                </a:lnTo>
                <a:lnTo>
                  <a:pt x="3730" y="10"/>
                </a:lnTo>
                <a:lnTo>
                  <a:pt x="3730" y="0"/>
                </a:lnTo>
                <a:moveTo>
                  <a:pt x="3769" y="0"/>
                </a:moveTo>
                <a:lnTo>
                  <a:pt x="3789" y="0"/>
                </a:lnTo>
                <a:lnTo>
                  <a:pt x="3789" y="10"/>
                </a:lnTo>
                <a:lnTo>
                  <a:pt x="3769" y="10"/>
                </a:lnTo>
                <a:lnTo>
                  <a:pt x="3769" y="0"/>
                </a:lnTo>
                <a:moveTo>
                  <a:pt x="3808" y="0"/>
                </a:moveTo>
                <a:lnTo>
                  <a:pt x="3828" y="0"/>
                </a:lnTo>
                <a:lnTo>
                  <a:pt x="3828" y="10"/>
                </a:lnTo>
                <a:lnTo>
                  <a:pt x="3808" y="10"/>
                </a:lnTo>
                <a:lnTo>
                  <a:pt x="3808" y="0"/>
                </a:lnTo>
                <a:moveTo>
                  <a:pt x="3847" y="0"/>
                </a:moveTo>
                <a:lnTo>
                  <a:pt x="3867" y="0"/>
                </a:lnTo>
                <a:lnTo>
                  <a:pt x="3867" y="10"/>
                </a:lnTo>
                <a:lnTo>
                  <a:pt x="3847" y="10"/>
                </a:lnTo>
                <a:lnTo>
                  <a:pt x="3847" y="0"/>
                </a:lnTo>
                <a:moveTo>
                  <a:pt x="3886" y="0"/>
                </a:moveTo>
                <a:lnTo>
                  <a:pt x="3906" y="0"/>
                </a:lnTo>
                <a:lnTo>
                  <a:pt x="3906" y="10"/>
                </a:lnTo>
                <a:lnTo>
                  <a:pt x="3886" y="10"/>
                </a:lnTo>
                <a:lnTo>
                  <a:pt x="3886" y="0"/>
                </a:lnTo>
                <a:moveTo>
                  <a:pt x="3926" y="0"/>
                </a:moveTo>
                <a:lnTo>
                  <a:pt x="3945" y="0"/>
                </a:lnTo>
                <a:lnTo>
                  <a:pt x="3945" y="10"/>
                </a:lnTo>
                <a:lnTo>
                  <a:pt x="3926" y="10"/>
                </a:lnTo>
                <a:lnTo>
                  <a:pt x="3926" y="0"/>
                </a:lnTo>
                <a:moveTo>
                  <a:pt x="3965" y="0"/>
                </a:moveTo>
                <a:lnTo>
                  <a:pt x="3984" y="0"/>
                </a:lnTo>
                <a:lnTo>
                  <a:pt x="3984" y="10"/>
                </a:lnTo>
                <a:lnTo>
                  <a:pt x="3965" y="10"/>
                </a:lnTo>
                <a:lnTo>
                  <a:pt x="3965" y="0"/>
                </a:lnTo>
                <a:moveTo>
                  <a:pt x="4004" y="0"/>
                </a:moveTo>
                <a:lnTo>
                  <a:pt x="4023" y="0"/>
                </a:lnTo>
                <a:lnTo>
                  <a:pt x="4023" y="10"/>
                </a:lnTo>
                <a:lnTo>
                  <a:pt x="4004" y="10"/>
                </a:lnTo>
                <a:lnTo>
                  <a:pt x="4004" y="0"/>
                </a:lnTo>
                <a:moveTo>
                  <a:pt x="4043" y="0"/>
                </a:moveTo>
                <a:lnTo>
                  <a:pt x="4062" y="0"/>
                </a:lnTo>
                <a:lnTo>
                  <a:pt x="4062" y="10"/>
                </a:lnTo>
                <a:lnTo>
                  <a:pt x="4043" y="10"/>
                </a:lnTo>
                <a:lnTo>
                  <a:pt x="4043" y="0"/>
                </a:lnTo>
                <a:moveTo>
                  <a:pt x="4082" y="0"/>
                </a:moveTo>
                <a:lnTo>
                  <a:pt x="4101" y="0"/>
                </a:lnTo>
                <a:lnTo>
                  <a:pt x="4101" y="10"/>
                </a:lnTo>
                <a:lnTo>
                  <a:pt x="4082" y="10"/>
                </a:lnTo>
                <a:lnTo>
                  <a:pt x="4082" y="0"/>
                </a:lnTo>
                <a:moveTo>
                  <a:pt x="4121" y="0"/>
                </a:moveTo>
                <a:lnTo>
                  <a:pt x="4141" y="0"/>
                </a:lnTo>
                <a:lnTo>
                  <a:pt x="4141" y="10"/>
                </a:lnTo>
                <a:lnTo>
                  <a:pt x="4121" y="10"/>
                </a:lnTo>
                <a:lnTo>
                  <a:pt x="4121" y="0"/>
                </a:lnTo>
                <a:moveTo>
                  <a:pt x="4160" y="0"/>
                </a:moveTo>
                <a:lnTo>
                  <a:pt x="4180" y="0"/>
                </a:lnTo>
                <a:lnTo>
                  <a:pt x="4180" y="10"/>
                </a:lnTo>
                <a:lnTo>
                  <a:pt x="4160" y="10"/>
                </a:lnTo>
                <a:lnTo>
                  <a:pt x="4160" y="0"/>
                </a:lnTo>
                <a:moveTo>
                  <a:pt x="4199" y="0"/>
                </a:moveTo>
                <a:lnTo>
                  <a:pt x="4219" y="0"/>
                </a:lnTo>
                <a:lnTo>
                  <a:pt x="4219" y="10"/>
                </a:lnTo>
                <a:lnTo>
                  <a:pt x="4199" y="10"/>
                </a:lnTo>
                <a:lnTo>
                  <a:pt x="4199" y="0"/>
                </a:lnTo>
                <a:moveTo>
                  <a:pt x="4238" y="0"/>
                </a:moveTo>
                <a:lnTo>
                  <a:pt x="4258" y="0"/>
                </a:lnTo>
                <a:lnTo>
                  <a:pt x="4258" y="10"/>
                </a:lnTo>
                <a:lnTo>
                  <a:pt x="4238" y="10"/>
                </a:lnTo>
                <a:lnTo>
                  <a:pt x="4238" y="0"/>
                </a:lnTo>
                <a:moveTo>
                  <a:pt x="4277" y="0"/>
                </a:moveTo>
                <a:lnTo>
                  <a:pt x="4297" y="0"/>
                </a:lnTo>
                <a:lnTo>
                  <a:pt x="4297" y="10"/>
                </a:lnTo>
                <a:lnTo>
                  <a:pt x="4277" y="10"/>
                </a:lnTo>
                <a:lnTo>
                  <a:pt x="4277" y="0"/>
                </a:lnTo>
                <a:moveTo>
                  <a:pt x="4317" y="0"/>
                </a:moveTo>
                <a:lnTo>
                  <a:pt x="4336" y="0"/>
                </a:lnTo>
                <a:lnTo>
                  <a:pt x="4336" y="10"/>
                </a:lnTo>
                <a:lnTo>
                  <a:pt x="4317" y="10"/>
                </a:lnTo>
                <a:lnTo>
                  <a:pt x="4317" y="0"/>
                </a:lnTo>
                <a:moveTo>
                  <a:pt x="4356" y="0"/>
                </a:moveTo>
                <a:lnTo>
                  <a:pt x="4365" y="0"/>
                </a:lnTo>
                <a:cubicBezTo>
                  <a:pt x="4369" y="0"/>
                  <a:pt x="4372" y="0"/>
                  <a:pt x="4375" y="1"/>
                </a:cubicBezTo>
                <a:lnTo>
                  <a:pt x="4374" y="10"/>
                </a:lnTo>
                <a:cubicBezTo>
                  <a:pt x="4371" y="10"/>
                  <a:pt x="4368" y="10"/>
                  <a:pt x="4365" y="10"/>
                </a:cubicBezTo>
                <a:lnTo>
                  <a:pt x="4356" y="10"/>
                </a:lnTo>
                <a:lnTo>
                  <a:pt x="4356" y="0"/>
                </a:lnTo>
                <a:moveTo>
                  <a:pt x="4396" y="5"/>
                </a:moveTo>
                <a:cubicBezTo>
                  <a:pt x="4402" y="8"/>
                  <a:pt x="4409" y="11"/>
                  <a:pt x="4414" y="14"/>
                </a:cubicBezTo>
                <a:lnTo>
                  <a:pt x="4409" y="22"/>
                </a:lnTo>
                <a:cubicBezTo>
                  <a:pt x="4404" y="19"/>
                  <a:pt x="4398" y="17"/>
                  <a:pt x="4393" y="14"/>
                </a:cubicBezTo>
                <a:lnTo>
                  <a:pt x="4396" y="5"/>
                </a:lnTo>
                <a:moveTo>
                  <a:pt x="4431" y="27"/>
                </a:moveTo>
                <a:cubicBezTo>
                  <a:pt x="4436" y="32"/>
                  <a:pt x="4440" y="38"/>
                  <a:pt x="4444" y="43"/>
                </a:cubicBezTo>
                <a:lnTo>
                  <a:pt x="4436" y="49"/>
                </a:lnTo>
                <a:cubicBezTo>
                  <a:pt x="4432" y="43"/>
                  <a:pt x="4428" y="38"/>
                  <a:pt x="4424" y="34"/>
                </a:cubicBezTo>
                <a:lnTo>
                  <a:pt x="4431" y="27"/>
                </a:lnTo>
                <a:moveTo>
                  <a:pt x="4453" y="62"/>
                </a:moveTo>
                <a:cubicBezTo>
                  <a:pt x="4455" y="69"/>
                  <a:pt x="4457" y="75"/>
                  <a:pt x="4458" y="82"/>
                </a:cubicBezTo>
                <a:lnTo>
                  <a:pt x="4448" y="84"/>
                </a:lnTo>
                <a:cubicBezTo>
                  <a:pt x="4447" y="77"/>
                  <a:pt x="4446" y="71"/>
                  <a:pt x="4444" y="65"/>
                </a:cubicBezTo>
                <a:lnTo>
                  <a:pt x="4453" y="62"/>
                </a:lnTo>
                <a:moveTo>
                  <a:pt x="4458" y="102"/>
                </a:moveTo>
                <a:lnTo>
                  <a:pt x="4458" y="103"/>
                </a:lnTo>
                <a:cubicBezTo>
                  <a:pt x="4458" y="109"/>
                  <a:pt x="4458" y="116"/>
                  <a:pt x="4456" y="122"/>
                </a:cubicBezTo>
                <a:lnTo>
                  <a:pt x="4447" y="120"/>
                </a:lnTo>
                <a:cubicBezTo>
                  <a:pt x="4448" y="114"/>
                  <a:pt x="4448" y="108"/>
                  <a:pt x="4448" y="103"/>
                </a:cubicBezTo>
                <a:lnTo>
                  <a:pt x="4448" y="102"/>
                </a:lnTo>
                <a:lnTo>
                  <a:pt x="4458" y="102"/>
                </a:lnTo>
                <a:moveTo>
                  <a:pt x="4449" y="143"/>
                </a:moveTo>
                <a:cubicBezTo>
                  <a:pt x="4446" y="149"/>
                  <a:pt x="4443" y="155"/>
                  <a:pt x="4438" y="161"/>
                </a:cubicBezTo>
                <a:lnTo>
                  <a:pt x="4431" y="155"/>
                </a:lnTo>
                <a:cubicBezTo>
                  <a:pt x="4435" y="150"/>
                  <a:pt x="4438" y="145"/>
                  <a:pt x="4441" y="139"/>
                </a:cubicBezTo>
                <a:lnTo>
                  <a:pt x="4449" y="143"/>
                </a:lnTo>
                <a:moveTo>
                  <a:pt x="4424" y="176"/>
                </a:moveTo>
                <a:cubicBezTo>
                  <a:pt x="4418" y="180"/>
                  <a:pt x="4412" y="184"/>
                  <a:pt x="4406" y="187"/>
                </a:cubicBezTo>
                <a:lnTo>
                  <a:pt x="4402" y="178"/>
                </a:lnTo>
                <a:cubicBezTo>
                  <a:pt x="4408" y="175"/>
                  <a:pt x="4413" y="172"/>
                  <a:pt x="4418" y="168"/>
                </a:cubicBezTo>
                <a:lnTo>
                  <a:pt x="4424" y="176"/>
                </a:lnTo>
                <a:moveTo>
                  <a:pt x="4386" y="194"/>
                </a:moveTo>
                <a:cubicBezTo>
                  <a:pt x="4380" y="195"/>
                  <a:pt x="4373" y="196"/>
                  <a:pt x="4366" y="196"/>
                </a:cubicBezTo>
                <a:lnTo>
                  <a:pt x="4366" y="186"/>
                </a:lnTo>
                <a:cubicBezTo>
                  <a:pt x="4372" y="186"/>
                  <a:pt x="4378" y="186"/>
                  <a:pt x="4384" y="184"/>
                </a:cubicBezTo>
                <a:lnTo>
                  <a:pt x="4386" y="194"/>
                </a:lnTo>
                <a:moveTo>
                  <a:pt x="4347" y="196"/>
                </a:moveTo>
                <a:lnTo>
                  <a:pt x="4327" y="196"/>
                </a:lnTo>
                <a:lnTo>
                  <a:pt x="4327" y="186"/>
                </a:lnTo>
                <a:lnTo>
                  <a:pt x="4347" y="186"/>
                </a:lnTo>
                <a:lnTo>
                  <a:pt x="4347" y="196"/>
                </a:lnTo>
                <a:moveTo>
                  <a:pt x="4308" y="196"/>
                </a:moveTo>
                <a:lnTo>
                  <a:pt x="4288" y="196"/>
                </a:lnTo>
                <a:lnTo>
                  <a:pt x="4288" y="186"/>
                </a:lnTo>
                <a:lnTo>
                  <a:pt x="4308" y="186"/>
                </a:lnTo>
                <a:lnTo>
                  <a:pt x="4308" y="196"/>
                </a:lnTo>
                <a:moveTo>
                  <a:pt x="4269" y="196"/>
                </a:moveTo>
                <a:lnTo>
                  <a:pt x="4249" y="196"/>
                </a:lnTo>
                <a:lnTo>
                  <a:pt x="4249" y="186"/>
                </a:lnTo>
                <a:lnTo>
                  <a:pt x="4269" y="186"/>
                </a:lnTo>
                <a:lnTo>
                  <a:pt x="4269" y="196"/>
                </a:lnTo>
                <a:moveTo>
                  <a:pt x="4229" y="196"/>
                </a:moveTo>
                <a:lnTo>
                  <a:pt x="4210" y="196"/>
                </a:lnTo>
                <a:lnTo>
                  <a:pt x="4210" y="186"/>
                </a:lnTo>
                <a:lnTo>
                  <a:pt x="4229" y="186"/>
                </a:lnTo>
                <a:lnTo>
                  <a:pt x="4229" y="196"/>
                </a:lnTo>
                <a:moveTo>
                  <a:pt x="4190" y="196"/>
                </a:moveTo>
                <a:lnTo>
                  <a:pt x="4171" y="196"/>
                </a:lnTo>
                <a:lnTo>
                  <a:pt x="4171" y="186"/>
                </a:lnTo>
                <a:lnTo>
                  <a:pt x="4190" y="186"/>
                </a:lnTo>
                <a:lnTo>
                  <a:pt x="4190" y="196"/>
                </a:lnTo>
                <a:moveTo>
                  <a:pt x="4151" y="196"/>
                </a:moveTo>
                <a:lnTo>
                  <a:pt x="4132" y="196"/>
                </a:lnTo>
                <a:lnTo>
                  <a:pt x="4132" y="186"/>
                </a:lnTo>
                <a:lnTo>
                  <a:pt x="4151" y="186"/>
                </a:lnTo>
                <a:lnTo>
                  <a:pt x="4151" y="196"/>
                </a:lnTo>
                <a:moveTo>
                  <a:pt x="4112" y="196"/>
                </a:moveTo>
                <a:lnTo>
                  <a:pt x="4093" y="196"/>
                </a:lnTo>
                <a:lnTo>
                  <a:pt x="4093" y="186"/>
                </a:lnTo>
                <a:lnTo>
                  <a:pt x="4112" y="186"/>
                </a:lnTo>
                <a:lnTo>
                  <a:pt x="4112" y="196"/>
                </a:lnTo>
                <a:moveTo>
                  <a:pt x="4073" y="196"/>
                </a:moveTo>
                <a:lnTo>
                  <a:pt x="4054" y="196"/>
                </a:lnTo>
                <a:lnTo>
                  <a:pt x="4054" y="186"/>
                </a:lnTo>
                <a:lnTo>
                  <a:pt x="4073" y="186"/>
                </a:lnTo>
                <a:lnTo>
                  <a:pt x="4073" y="196"/>
                </a:lnTo>
                <a:moveTo>
                  <a:pt x="4034" y="196"/>
                </a:moveTo>
                <a:lnTo>
                  <a:pt x="4014" y="196"/>
                </a:lnTo>
                <a:lnTo>
                  <a:pt x="4014" y="186"/>
                </a:lnTo>
                <a:lnTo>
                  <a:pt x="4034" y="186"/>
                </a:lnTo>
                <a:lnTo>
                  <a:pt x="4034" y="196"/>
                </a:lnTo>
                <a:moveTo>
                  <a:pt x="3995" y="196"/>
                </a:moveTo>
                <a:lnTo>
                  <a:pt x="3975" y="196"/>
                </a:lnTo>
                <a:lnTo>
                  <a:pt x="3975" y="186"/>
                </a:lnTo>
                <a:lnTo>
                  <a:pt x="3995" y="186"/>
                </a:lnTo>
                <a:lnTo>
                  <a:pt x="3995" y="196"/>
                </a:lnTo>
                <a:moveTo>
                  <a:pt x="3956" y="196"/>
                </a:moveTo>
                <a:lnTo>
                  <a:pt x="3936" y="196"/>
                </a:lnTo>
                <a:lnTo>
                  <a:pt x="3936" y="186"/>
                </a:lnTo>
                <a:lnTo>
                  <a:pt x="3956" y="186"/>
                </a:lnTo>
                <a:lnTo>
                  <a:pt x="3956" y="196"/>
                </a:lnTo>
                <a:moveTo>
                  <a:pt x="3917" y="196"/>
                </a:moveTo>
                <a:lnTo>
                  <a:pt x="3897" y="196"/>
                </a:lnTo>
                <a:lnTo>
                  <a:pt x="3897" y="186"/>
                </a:lnTo>
                <a:lnTo>
                  <a:pt x="3917" y="186"/>
                </a:lnTo>
                <a:lnTo>
                  <a:pt x="3917" y="196"/>
                </a:lnTo>
                <a:moveTo>
                  <a:pt x="3878" y="196"/>
                </a:moveTo>
                <a:lnTo>
                  <a:pt x="3858" y="196"/>
                </a:lnTo>
                <a:lnTo>
                  <a:pt x="3858" y="186"/>
                </a:lnTo>
                <a:lnTo>
                  <a:pt x="3878" y="186"/>
                </a:lnTo>
                <a:lnTo>
                  <a:pt x="3878" y="196"/>
                </a:lnTo>
                <a:moveTo>
                  <a:pt x="3838" y="196"/>
                </a:moveTo>
                <a:lnTo>
                  <a:pt x="3819" y="196"/>
                </a:lnTo>
                <a:lnTo>
                  <a:pt x="3819" y="186"/>
                </a:lnTo>
                <a:lnTo>
                  <a:pt x="3838" y="186"/>
                </a:lnTo>
                <a:lnTo>
                  <a:pt x="3838" y="196"/>
                </a:lnTo>
                <a:moveTo>
                  <a:pt x="3799" y="196"/>
                </a:moveTo>
                <a:lnTo>
                  <a:pt x="3780" y="196"/>
                </a:lnTo>
                <a:lnTo>
                  <a:pt x="3780" y="186"/>
                </a:lnTo>
                <a:lnTo>
                  <a:pt x="3799" y="186"/>
                </a:lnTo>
                <a:lnTo>
                  <a:pt x="3799" y="196"/>
                </a:lnTo>
                <a:moveTo>
                  <a:pt x="3760" y="196"/>
                </a:moveTo>
                <a:lnTo>
                  <a:pt x="3741" y="196"/>
                </a:lnTo>
                <a:lnTo>
                  <a:pt x="3741" y="186"/>
                </a:lnTo>
                <a:lnTo>
                  <a:pt x="3760" y="186"/>
                </a:lnTo>
                <a:lnTo>
                  <a:pt x="3760" y="196"/>
                </a:lnTo>
                <a:moveTo>
                  <a:pt x="3721" y="196"/>
                </a:moveTo>
                <a:lnTo>
                  <a:pt x="3702" y="196"/>
                </a:lnTo>
                <a:lnTo>
                  <a:pt x="3702" y="186"/>
                </a:lnTo>
                <a:lnTo>
                  <a:pt x="3721" y="186"/>
                </a:lnTo>
                <a:lnTo>
                  <a:pt x="3721" y="196"/>
                </a:lnTo>
                <a:moveTo>
                  <a:pt x="3682" y="196"/>
                </a:moveTo>
                <a:lnTo>
                  <a:pt x="3663" y="196"/>
                </a:lnTo>
                <a:lnTo>
                  <a:pt x="3663" y="186"/>
                </a:lnTo>
                <a:lnTo>
                  <a:pt x="3682" y="186"/>
                </a:lnTo>
                <a:lnTo>
                  <a:pt x="3682" y="196"/>
                </a:lnTo>
                <a:moveTo>
                  <a:pt x="3643" y="196"/>
                </a:moveTo>
                <a:lnTo>
                  <a:pt x="3623" y="196"/>
                </a:lnTo>
                <a:lnTo>
                  <a:pt x="3623" y="186"/>
                </a:lnTo>
                <a:lnTo>
                  <a:pt x="3643" y="186"/>
                </a:lnTo>
                <a:lnTo>
                  <a:pt x="3643" y="196"/>
                </a:lnTo>
                <a:moveTo>
                  <a:pt x="3604" y="196"/>
                </a:moveTo>
                <a:lnTo>
                  <a:pt x="3584" y="196"/>
                </a:lnTo>
                <a:lnTo>
                  <a:pt x="3584" y="186"/>
                </a:lnTo>
                <a:lnTo>
                  <a:pt x="3604" y="186"/>
                </a:lnTo>
                <a:lnTo>
                  <a:pt x="3604" y="196"/>
                </a:lnTo>
                <a:moveTo>
                  <a:pt x="3565" y="196"/>
                </a:moveTo>
                <a:lnTo>
                  <a:pt x="3545" y="196"/>
                </a:lnTo>
                <a:lnTo>
                  <a:pt x="3545" y="186"/>
                </a:lnTo>
                <a:lnTo>
                  <a:pt x="3565" y="186"/>
                </a:lnTo>
                <a:lnTo>
                  <a:pt x="3565" y="196"/>
                </a:lnTo>
                <a:moveTo>
                  <a:pt x="3526" y="196"/>
                </a:moveTo>
                <a:lnTo>
                  <a:pt x="3506" y="196"/>
                </a:lnTo>
                <a:lnTo>
                  <a:pt x="3506" y="186"/>
                </a:lnTo>
                <a:lnTo>
                  <a:pt x="3526" y="186"/>
                </a:lnTo>
                <a:lnTo>
                  <a:pt x="3526" y="196"/>
                </a:lnTo>
                <a:moveTo>
                  <a:pt x="3487" y="196"/>
                </a:moveTo>
                <a:lnTo>
                  <a:pt x="3467" y="196"/>
                </a:lnTo>
                <a:lnTo>
                  <a:pt x="3467" y="186"/>
                </a:lnTo>
                <a:lnTo>
                  <a:pt x="3487" y="186"/>
                </a:lnTo>
                <a:lnTo>
                  <a:pt x="3487" y="196"/>
                </a:lnTo>
                <a:moveTo>
                  <a:pt x="3448" y="196"/>
                </a:moveTo>
                <a:lnTo>
                  <a:pt x="3428" y="196"/>
                </a:lnTo>
                <a:lnTo>
                  <a:pt x="3428" y="186"/>
                </a:lnTo>
                <a:lnTo>
                  <a:pt x="3448" y="186"/>
                </a:lnTo>
                <a:lnTo>
                  <a:pt x="3448" y="196"/>
                </a:lnTo>
                <a:moveTo>
                  <a:pt x="3408" y="196"/>
                </a:moveTo>
                <a:lnTo>
                  <a:pt x="3389" y="196"/>
                </a:lnTo>
                <a:lnTo>
                  <a:pt x="3389" y="186"/>
                </a:lnTo>
                <a:lnTo>
                  <a:pt x="3408" y="186"/>
                </a:lnTo>
                <a:lnTo>
                  <a:pt x="3408" y="196"/>
                </a:lnTo>
                <a:moveTo>
                  <a:pt x="3369" y="196"/>
                </a:moveTo>
                <a:lnTo>
                  <a:pt x="3350" y="196"/>
                </a:lnTo>
                <a:lnTo>
                  <a:pt x="3350" y="186"/>
                </a:lnTo>
                <a:lnTo>
                  <a:pt x="3369" y="186"/>
                </a:lnTo>
                <a:lnTo>
                  <a:pt x="3369" y="196"/>
                </a:lnTo>
                <a:moveTo>
                  <a:pt x="3330" y="196"/>
                </a:moveTo>
                <a:lnTo>
                  <a:pt x="3311" y="196"/>
                </a:lnTo>
                <a:lnTo>
                  <a:pt x="3311" y="186"/>
                </a:lnTo>
                <a:lnTo>
                  <a:pt x="3330" y="186"/>
                </a:lnTo>
                <a:lnTo>
                  <a:pt x="3330" y="196"/>
                </a:lnTo>
                <a:moveTo>
                  <a:pt x="3291" y="196"/>
                </a:moveTo>
                <a:lnTo>
                  <a:pt x="3272" y="196"/>
                </a:lnTo>
                <a:lnTo>
                  <a:pt x="3272" y="186"/>
                </a:lnTo>
                <a:lnTo>
                  <a:pt x="3291" y="186"/>
                </a:lnTo>
                <a:lnTo>
                  <a:pt x="3291" y="196"/>
                </a:lnTo>
                <a:moveTo>
                  <a:pt x="3252" y="196"/>
                </a:moveTo>
                <a:lnTo>
                  <a:pt x="3233" y="196"/>
                </a:lnTo>
                <a:lnTo>
                  <a:pt x="3233" y="186"/>
                </a:lnTo>
                <a:lnTo>
                  <a:pt x="3252" y="186"/>
                </a:lnTo>
                <a:lnTo>
                  <a:pt x="3252" y="196"/>
                </a:lnTo>
                <a:moveTo>
                  <a:pt x="3213" y="196"/>
                </a:moveTo>
                <a:lnTo>
                  <a:pt x="3193" y="196"/>
                </a:lnTo>
                <a:lnTo>
                  <a:pt x="3193" y="186"/>
                </a:lnTo>
                <a:lnTo>
                  <a:pt x="3213" y="186"/>
                </a:lnTo>
                <a:lnTo>
                  <a:pt x="3213" y="196"/>
                </a:lnTo>
                <a:moveTo>
                  <a:pt x="3174" y="196"/>
                </a:moveTo>
                <a:lnTo>
                  <a:pt x="3154" y="196"/>
                </a:lnTo>
                <a:lnTo>
                  <a:pt x="3154" y="186"/>
                </a:lnTo>
                <a:lnTo>
                  <a:pt x="3174" y="186"/>
                </a:lnTo>
                <a:lnTo>
                  <a:pt x="3174" y="196"/>
                </a:lnTo>
                <a:moveTo>
                  <a:pt x="3135" y="196"/>
                </a:moveTo>
                <a:lnTo>
                  <a:pt x="3115" y="196"/>
                </a:lnTo>
                <a:lnTo>
                  <a:pt x="3115" y="186"/>
                </a:lnTo>
                <a:lnTo>
                  <a:pt x="3135" y="186"/>
                </a:lnTo>
                <a:lnTo>
                  <a:pt x="3135" y="196"/>
                </a:lnTo>
                <a:moveTo>
                  <a:pt x="3096" y="196"/>
                </a:moveTo>
                <a:lnTo>
                  <a:pt x="3076" y="196"/>
                </a:lnTo>
                <a:lnTo>
                  <a:pt x="3076" y="186"/>
                </a:lnTo>
                <a:lnTo>
                  <a:pt x="3096" y="186"/>
                </a:lnTo>
                <a:lnTo>
                  <a:pt x="3096" y="196"/>
                </a:lnTo>
                <a:moveTo>
                  <a:pt x="3057" y="196"/>
                </a:moveTo>
                <a:lnTo>
                  <a:pt x="3037" y="196"/>
                </a:lnTo>
                <a:lnTo>
                  <a:pt x="3037" y="186"/>
                </a:lnTo>
                <a:lnTo>
                  <a:pt x="3057" y="186"/>
                </a:lnTo>
                <a:lnTo>
                  <a:pt x="3057" y="196"/>
                </a:lnTo>
                <a:moveTo>
                  <a:pt x="3017" y="196"/>
                </a:moveTo>
                <a:lnTo>
                  <a:pt x="2998" y="196"/>
                </a:lnTo>
                <a:lnTo>
                  <a:pt x="2998" y="186"/>
                </a:lnTo>
                <a:lnTo>
                  <a:pt x="3017" y="186"/>
                </a:lnTo>
                <a:lnTo>
                  <a:pt x="3017" y="196"/>
                </a:lnTo>
                <a:moveTo>
                  <a:pt x="2977" y="196"/>
                </a:moveTo>
                <a:lnTo>
                  <a:pt x="2958" y="196"/>
                </a:lnTo>
                <a:lnTo>
                  <a:pt x="2958" y="186"/>
                </a:lnTo>
                <a:lnTo>
                  <a:pt x="2977" y="186"/>
                </a:lnTo>
                <a:lnTo>
                  <a:pt x="2977" y="196"/>
                </a:lnTo>
                <a:moveTo>
                  <a:pt x="2938" y="196"/>
                </a:moveTo>
                <a:lnTo>
                  <a:pt x="2919" y="196"/>
                </a:lnTo>
                <a:lnTo>
                  <a:pt x="2919" y="186"/>
                </a:lnTo>
                <a:lnTo>
                  <a:pt x="2938" y="186"/>
                </a:lnTo>
                <a:lnTo>
                  <a:pt x="2938" y="196"/>
                </a:lnTo>
                <a:moveTo>
                  <a:pt x="2899" y="196"/>
                </a:moveTo>
                <a:lnTo>
                  <a:pt x="2880" y="196"/>
                </a:lnTo>
                <a:lnTo>
                  <a:pt x="2880" y="186"/>
                </a:lnTo>
                <a:lnTo>
                  <a:pt x="2899" y="186"/>
                </a:lnTo>
                <a:lnTo>
                  <a:pt x="2899" y="196"/>
                </a:lnTo>
                <a:moveTo>
                  <a:pt x="2860" y="196"/>
                </a:moveTo>
                <a:lnTo>
                  <a:pt x="2841" y="196"/>
                </a:lnTo>
                <a:lnTo>
                  <a:pt x="2841" y="186"/>
                </a:lnTo>
                <a:lnTo>
                  <a:pt x="2860" y="186"/>
                </a:lnTo>
                <a:lnTo>
                  <a:pt x="2860" y="196"/>
                </a:lnTo>
                <a:moveTo>
                  <a:pt x="2821" y="196"/>
                </a:moveTo>
                <a:lnTo>
                  <a:pt x="2801" y="196"/>
                </a:lnTo>
                <a:lnTo>
                  <a:pt x="2801" y="186"/>
                </a:lnTo>
                <a:lnTo>
                  <a:pt x="2821" y="186"/>
                </a:lnTo>
                <a:lnTo>
                  <a:pt x="2821" y="196"/>
                </a:lnTo>
                <a:moveTo>
                  <a:pt x="2782" y="196"/>
                </a:moveTo>
                <a:lnTo>
                  <a:pt x="2762" y="196"/>
                </a:lnTo>
                <a:lnTo>
                  <a:pt x="2762" y="186"/>
                </a:lnTo>
                <a:lnTo>
                  <a:pt x="2782" y="186"/>
                </a:lnTo>
                <a:lnTo>
                  <a:pt x="2782" y="196"/>
                </a:lnTo>
                <a:moveTo>
                  <a:pt x="2743" y="196"/>
                </a:moveTo>
                <a:lnTo>
                  <a:pt x="2723" y="196"/>
                </a:lnTo>
                <a:lnTo>
                  <a:pt x="2723" y="186"/>
                </a:lnTo>
                <a:lnTo>
                  <a:pt x="2743" y="186"/>
                </a:lnTo>
                <a:lnTo>
                  <a:pt x="2743" y="196"/>
                </a:lnTo>
                <a:moveTo>
                  <a:pt x="2704" y="196"/>
                </a:moveTo>
                <a:lnTo>
                  <a:pt x="2684" y="196"/>
                </a:lnTo>
                <a:lnTo>
                  <a:pt x="2684" y="186"/>
                </a:lnTo>
                <a:lnTo>
                  <a:pt x="2704" y="186"/>
                </a:lnTo>
                <a:lnTo>
                  <a:pt x="2704" y="196"/>
                </a:lnTo>
                <a:moveTo>
                  <a:pt x="2665" y="196"/>
                </a:moveTo>
                <a:lnTo>
                  <a:pt x="2645" y="196"/>
                </a:lnTo>
                <a:lnTo>
                  <a:pt x="2645" y="186"/>
                </a:lnTo>
                <a:lnTo>
                  <a:pt x="2665" y="186"/>
                </a:lnTo>
                <a:lnTo>
                  <a:pt x="2665" y="196"/>
                </a:lnTo>
                <a:moveTo>
                  <a:pt x="2626" y="196"/>
                </a:moveTo>
                <a:lnTo>
                  <a:pt x="2606" y="196"/>
                </a:lnTo>
                <a:lnTo>
                  <a:pt x="2606" y="186"/>
                </a:lnTo>
                <a:lnTo>
                  <a:pt x="2626" y="186"/>
                </a:lnTo>
                <a:lnTo>
                  <a:pt x="2626" y="196"/>
                </a:lnTo>
                <a:moveTo>
                  <a:pt x="2586" y="196"/>
                </a:moveTo>
                <a:lnTo>
                  <a:pt x="2567" y="196"/>
                </a:lnTo>
                <a:lnTo>
                  <a:pt x="2567" y="186"/>
                </a:lnTo>
                <a:lnTo>
                  <a:pt x="2586" y="186"/>
                </a:lnTo>
                <a:lnTo>
                  <a:pt x="2586" y="196"/>
                </a:lnTo>
                <a:moveTo>
                  <a:pt x="2547" y="196"/>
                </a:moveTo>
                <a:lnTo>
                  <a:pt x="2528" y="196"/>
                </a:lnTo>
                <a:lnTo>
                  <a:pt x="2528" y="186"/>
                </a:lnTo>
                <a:lnTo>
                  <a:pt x="2547" y="186"/>
                </a:lnTo>
                <a:lnTo>
                  <a:pt x="2547" y="196"/>
                </a:lnTo>
                <a:moveTo>
                  <a:pt x="2508" y="196"/>
                </a:moveTo>
                <a:lnTo>
                  <a:pt x="2489" y="196"/>
                </a:lnTo>
                <a:lnTo>
                  <a:pt x="2489" y="186"/>
                </a:lnTo>
                <a:lnTo>
                  <a:pt x="2508" y="186"/>
                </a:lnTo>
                <a:lnTo>
                  <a:pt x="2508" y="196"/>
                </a:lnTo>
                <a:moveTo>
                  <a:pt x="2469" y="196"/>
                </a:moveTo>
                <a:lnTo>
                  <a:pt x="2450" y="196"/>
                </a:lnTo>
                <a:lnTo>
                  <a:pt x="2450" y="186"/>
                </a:lnTo>
                <a:lnTo>
                  <a:pt x="2469" y="186"/>
                </a:lnTo>
                <a:lnTo>
                  <a:pt x="2469" y="196"/>
                </a:lnTo>
                <a:moveTo>
                  <a:pt x="2430" y="196"/>
                </a:moveTo>
                <a:lnTo>
                  <a:pt x="2410" y="196"/>
                </a:lnTo>
                <a:lnTo>
                  <a:pt x="2410" y="186"/>
                </a:lnTo>
                <a:lnTo>
                  <a:pt x="2430" y="186"/>
                </a:lnTo>
                <a:lnTo>
                  <a:pt x="2430" y="196"/>
                </a:lnTo>
                <a:moveTo>
                  <a:pt x="2391" y="196"/>
                </a:moveTo>
                <a:lnTo>
                  <a:pt x="2371" y="196"/>
                </a:lnTo>
                <a:lnTo>
                  <a:pt x="2371" y="186"/>
                </a:lnTo>
                <a:lnTo>
                  <a:pt x="2391" y="186"/>
                </a:lnTo>
                <a:lnTo>
                  <a:pt x="2391" y="196"/>
                </a:lnTo>
                <a:moveTo>
                  <a:pt x="2352" y="196"/>
                </a:moveTo>
                <a:lnTo>
                  <a:pt x="2332" y="196"/>
                </a:lnTo>
                <a:lnTo>
                  <a:pt x="2332" y="186"/>
                </a:lnTo>
                <a:lnTo>
                  <a:pt x="2352" y="186"/>
                </a:lnTo>
                <a:lnTo>
                  <a:pt x="2352" y="196"/>
                </a:lnTo>
                <a:moveTo>
                  <a:pt x="2313" y="196"/>
                </a:moveTo>
                <a:lnTo>
                  <a:pt x="2293" y="196"/>
                </a:lnTo>
                <a:lnTo>
                  <a:pt x="2293" y="186"/>
                </a:lnTo>
                <a:lnTo>
                  <a:pt x="2313" y="186"/>
                </a:lnTo>
                <a:lnTo>
                  <a:pt x="2313" y="196"/>
                </a:lnTo>
                <a:moveTo>
                  <a:pt x="2274" y="196"/>
                </a:moveTo>
                <a:lnTo>
                  <a:pt x="2254" y="196"/>
                </a:lnTo>
                <a:lnTo>
                  <a:pt x="2254" y="186"/>
                </a:lnTo>
                <a:lnTo>
                  <a:pt x="2274" y="186"/>
                </a:lnTo>
                <a:lnTo>
                  <a:pt x="2274" y="196"/>
                </a:lnTo>
                <a:moveTo>
                  <a:pt x="2235" y="196"/>
                </a:moveTo>
                <a:lnTo>
                  <a:pt x="2215" y="196"/>
                </a:lnTo>
                <a:lnTo>
                  <a:pt x="2215" y="186"/>
                </a:lnTo>
                <a:lnTo>
                  <a:pt x="2235" y="186"/>
                </a:lnTo>
                <a:lnTo>
                  <a:pt x="2235" y="196"/>
                </a:lnTo>
                <a:moveTo>
                  <a:pt x="2195" y="196"/>
                </a:moveTo>
                <a:lnTo>
                  <a:pt x="2176" y="196"/>
                </a:lnTo>
                <a:lnTo>
                  <a:pt x="2176" y="186"/>
                </a:lnTo>
                <a:lnTo>
                  <a:pt x="2195" y="186"/>
                </a:lnTo>
                <a:lnTo>
                  <a:pt x="2195" y="196"/>
                </a:lnTo>
                <a:moveTo>
                  <a:pt x="2156" y="196"/>
                </a:moveTo>
                <a:lnTo>
                  <a:pt x="2137" y="196"/>
                </a:lnTo>
                <a:lnTo>
                  <a:pt x="2137" y="186"/>
                </a:lnTo>
                <a:lnTo>
                  <a:pt x="2156" y="186"/>
                </a:lnTo>
                <a:lnTo>
                  <a:pt x="2156" y="196"/>
                </a:lnTo>
                <a:moveTo>
                  <a:pt x="2117" y="196"/>
                </a:moveTo>
                <a:lnTo>
                  <a:pt x="2098" y="196"/>
                </a:lnTo>
                <a:lnTo>
                  <a:pt x="2098" y="186"/>
                </a:lnTo>
                <a:lnTo>
                  <a:pt x="2117" y="186"/>
                </a:lnTo>
                <a:lnTo>
                  <a:pt x="2117" y="196"/>
                </a:lnTo>
                <a:moveTo>
                  <a:pt x="2078" y="196"/>
                </a:moveTo>
                <a:lnTo>
                  <a:pt x="2059" y="196"/>
                </a:lnTo>
                <a:lnTo>
                  <a:pt x="2059" y="186"/>
                </a:lnTo>
                <a:lnTo>
                  <a:pt x="2078" y="186"/>
                </a:lnTo>
                <a:lnTo>
                  <a:pt x="2078" y="196"/>
                </a:lnTo>
                <a:moveTo>
                  <a:pt x="2039" y="196"/>
                </a:moveTo>
                <a:lnTo>
                  <a:pt x="2020" y="196"/>
                </a:lnTo>
                <a:lnTo>
                  <a:pt x="2020" y="186"/>
                </a:lnTo>
                <a:lnTo>
                  <a:pt x="2039" y="186"/>
                </a:lnTo>
                <a:lnTo>
                  <a:pt x="2039" y="196"/>
                </a:lnTo>
                <a:moveTo>
                  <a:pt x="2000" y="196"/>
                </a:moveTo>
                <a:lnTo>
                  <a:pt x="1980" y="196"/>
                </a:lnTo>
                <a:lnTo>
                  <a:pt x="1980" y="186"/>
                </a:lnTo>
                <a:lnTo>
                  <a:pt x="2000" y="186"/>
                </a:lnTo>
                <a:lnTo>
                  <a:pt x="2000" y="196"/>
                </a:lnTo>
                <a:moveTo>
                  <a:pt x="1961" y="196"/>
                </a:moveTo>
                <a:lnTo>
                  <a:pt x="1941" y="196"/>
                </a:lnTo>
                <a:lnTo>
                  <a:pt x="1941" y="186"/>
                </a:lnTo>
                <a:lnTo>
                  <a:pt x="1961" y="186"/>
                </a:lnTo>
                <a:lnTo>
                  <a:pt x="1961" y="196"/>
                </a:lnTo>
                <a:moveTo>
                  <a:pt x="1922" y="196"/>
                </a:moveTo>
                <a:lnTo>
                  <a:pt x="1902" y="196"/>
                </a:lnTo>
                <a:lnTo>
                  <a:pt x="1902" y="186"/>
                </a:lnTo>
                <a:lnTo>
                  <a:pt x="1922" y="186"/>
                </a:lnTo>
                <a:lnTo>
                  <a:pt x="1922" y="196"/>
                </a:lnTo>
                <a:moveTo>
                  <a:pt x="1883" y="196"/>
                </a:moveTo>
                <a:lnTo>
                  <a:pt x="1863" y="196"/>
                </a:lnTo>
                <a:lnTo>
                  <a:pt x="1863" y="186"/>
                </a:lnTo>
                <a:lnTo>
                  <a:pt x="1883" y="186"/>
                </a:lnTo>
                <a:lnTo>
                  <a:pt x="1883" y="196"/>
                </a:lnTo>
                <a:moveTo>
                  <a:pt x="1844" y="196"/>
                </a:moveTo>
                <a:lnTo>
                  <a:pt x="1824" y="196"/>
                </a:lnTo>
                <a:lnTo>
                  <a:pt x="1824" y="186"/>
                </a:lnTo>
                <a:lnTo>
                  <a:pt x="1844" y="186"/>
                </a:lnTo>
                <a:lnTo>
                  <a:pt x="1844" y="196"/>
                </a:lnTo>
                <a:moveTo>
                  <a:pt x="1805" y="196"/>
                </a:moveTo>
                <a:lnTo>
                  <a:pt x="1785" y="196"/>
                </a:lnTo>
                <a:lnTo>
                  <a:pt x="1785" y="186"/>
                </a:lnTo>
                <a:lnTo>
                  <a:pt x="1805" y="186"/>
                </a:lnTo>
                <a:lnTo>
                  <a:pt x="1805" y="196"/>
                </a:lnTo>
                <a:moveTo>
                  <a:pt x="1765" y="196"/>
                </a:moveTo>
                <a:lnTo>
                  <a:pt x="1746" y="196"/>
                </a:lnTo>
                <a:lnTo>
                  <a:pt x="1746" y="186"/>
                </a:lnTo>
                <a:lnTo>
                  <a:pt x="1765" y="186"/>
                </a:lnTo>
                <a:lnTo>
                  <a:pt x="1765" y="196"/>
                </a:lnTo>
                <a:moveTo>
                  <a:pt x="1726" y="196"/>
                </a:moveTo>
                <a:lnTo>
                  <a:pt x="1707" y="196"/>
                </a:lnTo>
                <a:lnTo>
                  <a:pt x="1707" y="186"/>
                </a:lnTo>
                <a:lnTo>
                  <a:pt x="1726" y="186"/>
                </a:lnTo>
                <a:lnTo>
                  <a:pt x="1726" y="196"/>
                </a:lnTo>
                <a:moveTo>
                  <a:pt x="1687" y="196"/>
                </a:moveTo>
                <a:lnTo>
                  <a:pt x="1668" y="196"/>
                </a:lnTo>
                <a:lnTo>
                  <a:pt x="1668" y="186"/>
                </a:lnTo>
                <a:lnTo>
                  <a:pt x="1687" y="186"/>
                </a:lnTo>
                <a:lnTo>
                  <a:pt x="1687" y="196"/>
                </a:lnTo>
                <a:moveTo>
                  <a:pt x="1648" y="196"/>
                </a:moveTo>
                <a:lnTo>
                  <a:pt x="1629" y="196"/>
                </a:lnTo>
                <a:lnTo>
                  <a:pt x="1629" y="186"/>
                </a:lnTo>
                <a:lnTo>
                  <a:pt x="1648" y="186"/>
                </a:lnTo>
                <a:lnTo>
                  <a:pt x="1648" y="196"/>
                </a:lnTo>
                <a:moveTo>
                  <a:pt x="1609" y="196"/>
                </a:moveTo>
                <a:lnTo>
                  <a:pt x="1589" y="196"/>
                </a:lnTo>
                <a:lnTo>
                  <a:pt x="1589" y="186"/>
                </a:lnTo>
                <a:lnTo>
                  <a:pt x="1609" y="186"/>
                </a:lnTo>
                <a:lnTo>
                  <a:pt x="1609" y="196"/>
                </a:lnTo>
                <a:moveTo>
                  <a:pt x="1570" y="196"/>
                </a:moveTo>
                <a:lnTo>
                  <a:pt x="1550" y="196"/>
                </a:lnTo>
                <a:lnTo>
                  <a:pt x="1550" y="186"/>
                </a:lnTo>
                <a:lnTo>
                  <a:pt x="1570" y="186"/>
                </a:lnTo>
                <a:lnTo>
                  <a:pt x="1570" y="196"/>
                </a:lnTo>
                <a:moveTo>
                  <a:pt x="1531" y="196"/>
                </a:moveTo>
                <a:lnTo>
                  <a:pt x="1511" y="196"/>
                </a:lnTo>
                <a:lnTo>
                  <a:pt x="1511" y="186"/>
                </a:lnTo>
                <a:lnTo>
                  <a:pt x="1531" y="186"/>
                </a:lnTo>
                <a:lnTo>
                  <a:pt x="1531" y="196"/>
                </a:lnTo>
                <a:moveTo>
                  <a:pt x="1492" y="196"/>
                </a:moveTo>
                <a:lnTo>
                  <a:pt x="1472" y="196"/>
                </a:lnTo>
                <a:lnTo>
                  <a:pt x="1472" y="186"/>
                </a:lnTo>
                <a:lnTo>
                  <a:pt x="1492" y="186"/>
                </a:lnTo>
                <a:lnTo>
                  <a:pt x="1492" y="196"/>
                </a:lnTo>
                <a:moveTo>
                  <a:pt x="1453" y="196"/>
                </a:moveTo>
                <a:lnTo>
                  <a:pt x="1433" y="196"/>
                </a:lnTo>
                <a:lnTo>
                  <a:pt x="1433" y="186"/>
                </a:lnTo>
                <a:lnTo>
                  <a:pt x="1453" y="186"/>
                </a:lnTo>
                <a:lnTo>
                  <a:pt x="1453" y="196"/>
                </a:lnTo>
                <a:moveTo>
                  <a:pt x="1414" y="196"/>
                </a:moveTo>
                <a:lnTo>
                  <a:pt x="1394" y="196"/>
                </a:lnTo>
                <a:lnTo>
                  <a:pt x="1394" y="186"/>
                </a:lnTo>
                <a:lnTo>
                  <a:pt x="1414" y="186"/>
                </a:lnTo>
                <a:lnTo>
                  <a:pt x="1414" y="196"/>
                </a:lnTo>
                <a:moveTo>
                  <a:pt x="1374" y="196"/>
                </a:moveTo>
                <a:lnTo>
                  <a:pt x="1355" y="196"/>
                </a:lnTo>
                <a:lnTo>
                  <a:pt x="1355" y="186"/>
                </a:lnTo>
                <a:lnTo>
                  <a:pt x="1374" y="186"/>
                </a:lnTo>
                <a:lnTo>
                  <a:pt x="1374" y="196"/>
                </a:lnTo>
                <a:moveTo>
                  <a:pt x="1335" y="196"/>
                </a:moveTo>
                <a:lnTo>
                  <a:pt x="1316" y="196"/>
                </a:lnTo>
                <a:lnTo>
                  <a:pt x="1316" y="186"/>
                </a:lnTo>
                <a:lnTo>
                  <a:pt x="1335" y="186"/>
                </a:lnTo>
                <a:lnTo>
                  <a:pt x="1335" y="196"/>
                </a:lnTo>
                <a:moveTo>
                  <a:pt x="1296" y="196"/>
                </a:moveTo>
                <a:lnTo>
                  <a:pt x="1277" y="196"/>
                </a:lnTo>
                <a:lnTo>
                  <a:pt x="1277" y="186"/>
                </a:lnTo>
                <a:lnTo>
                  <a:pt x="1296" y="186"/>
                </a:lnTo>
                <a:lnTo>
                  <a:pt x="1296" y="196"/>
                </a:lnTo>
                <a:moveTo>
                  <a:pt x="1257" y="196"/>
                </a:moveTo>
                <a:lnTo>
                  <a:pt x="1238" y="196"/>
                </a:lnTo>
                <a:lnTo>
                  <a:pt x="1238" y="186"/>
                </a:lnTo>
                <a:lnTo>
                  <a:pt x="1257" y="186"/>
                </a:lnTo>
                <a:lnTo>
                  <a:pt x="1257" y="196"/>
                </a:lnTo>
                <a:moveTo>
                  <a:pt x="1218" y="196"/>
                </a:moveTo>
                <a:lnTo>
                  <a:pt x="1199" y="196"/>
                </a:lnTo>
                <a:lnTo>
                  <a:pt x="1199" y="186"/>
                </a:lnTo>
                <a:lnTo>
                  <a:pt x="1218" y="186"/>
                </a:lnTo>
                <a:lnTo>
                  <a:pt x="1218" y="196"/>
                </a:lnTo>
                <a:moveTo>
                  <a:pt x="1179" y="196"/>
                </a:moveTo>
                <a:lnTo>
                  <a:pt x="1159" y="196"/>
                </a:lnTo>
                <a:lnTo>
                  <a:pt x="1159" y="186"/>
                </a:lnTo>
                <a:lnTo>
                  <a:pt x="1179" y="186"/>
                </a:lnTo>
                <a:lnTo>
                  <a:pt x="1179" y="196"/>
                </a:lnTo>
                <a:moveTo>
                  <a:pt x="1140" y="196"/>
                </a:moveTo>
                <a:lnTo>
                  <a:pt x="1120" y="196"/>
                </a:lnTo>
                <a:lnTo>
                  <a:pt x="1120" y="186"/>
                </a:lnTo>
                <a:lnTo>
                  <a:pt x="1140" y="186"/>
                </a:lnTo>
                <a:lnTo>
                  <a:pt x="1140" y="196"/>
                </a:lnTo>
                <a:moveTo>
                  <a:pt x="1101" y="196"/>
                </a:moveTo>
                <a:lnTo>
                  <a:pt x="1081" y="196"/>
                </a:lnTo>
                <a:lnTo>
                  <a:pt x="1081" y="186"/>
                </a:lnTo>
                <a:lnTo>
                  <a:pt x="1101" y="186"/>
                </a:lnTo>
                <a:lnTo>
                  <a:pt x="1101" y="196"/>
                </a:lnTo>
                <a:moveTo>
                  <a:pt x="1062" y="196"/>
                </a:moveTo>
                <a:lnTo>
                  <a:pt x="1042" y="196"/>
                </a:lnTo>
                <a:lnTo>
                  <a:pt x="1042" y="186"/>
                </a:lnTo>
                <a:lnTo>
                  <a:pt x="1062" y="186"/>
                </a:lnTo>
                <a:lnTo>
                  <a:pt x="1062" y="196"/>
                </a:lnTo>
                <a:moveTo>
                  <a:pt x="1023" y="196"/>
                </a:moveTo>
                <a:lnTo>
                  <a:pt x="1003" y="196"/>
                </a:lnTo>
                <a:lnTo>
                  <a:pt x="1003" y="186"/>
                </a:lnTo>
                <a:lnTo>
                  <a:pt x="1023" y="186"/>
                </a:lnTo>
                <a:lnTo>
                  <a:pt x="1023" y="196"/>
                </a:lnTo>
                <a:moveTo>
                  <a:pt x="984" y="196"/>
                </a:moveTo>
                <a:lnTo>
                  <a:pt x="964" y="196"/>
                </a:lnTo>
                <a:lnTo>
                  <a:pt x="964" y="186"/>
                </a:lnTo>
                <a:lnTo>
                  <a:pt x="984" y="186"/>
                </a:lnTo>
                <a:lnTo>
                  <a:pt x="984" y="196"/>
                </a:lnTo>
                <a:moveTo>
                  <a:pt x="944" y="196"/>
                </a:moveTo>
                <a:lnTo>
                  <a:pt x="925" y="196"/>
                </a:lnTo>
                <a:lnTo>
                  <a:pt x="925" y="186"/>
                </a:lnTo>
                <a:lnTo>
                  <a:pt x="944" y="186"/>
                </a:lnTo>
                <a:lnTo>
                  <a:pt x="944" y="196"/>
                </a:lnTo>
                <a:moveTo>
                  <a:pt x="905" y="196"/>
                </a:moveTo>
                <a:lnTo>
                  <a:pt x="886" y="196"/>
                </a:lnTo>
                <a:lnTo>
                  <a:pt x="886" y="186"/>
                </a:lnTo>
                <a:lnTo>
                  <a:pt x="905" y="186"/>
                </a:lnTo>
                <a:lnTo>
                  <a:pt x="905" y="196"/>
                </a:lnTo>
                <a:moveTo>
                  <a:pt x="866" y="196"/>
                </a:moveTo>
                <a:lnTo>
                  <a:pt x="847" y="196"/>
                </a:lnTo>
                <a:lnTo>
                  <a:pt x="847" y="186"/>
                </a:lnTo>
                <a:lnTo>
                  <a:pt x="866" y="186"/>
                </a:lnTo>
                <a:lnTo>
                  <a:pt x="866" y="196"/>
                </a:lnTo>
                <a:moveTo>
                  <a:pt x="827" y="196"/>
                </a:moveTo>
                <a:lnTo>
                  <a:pt x="808" y="196"/>
                </a:lnTo>
                <a:lnTo>
                  <a:pt x="808" y="186"/>
                </a:lnTo>
                <a:lnTo>
                  <a:pt x="827" y="186"/>
                </a:lnTo>
                <a:lnTo>
                  <a:pt x="827" y="196"/>
                </a:lnTo>
                <a:moveTo>
                  <a:pt x="788" y="196"/>
                </a:moveTo>
                <a:lnTo>
                  <a:pt x="768" y="196"/>
                </a:lnTo>
                <a:lnTo>
                  <a:pt x="768" y="186"/>
                </a:lnTo>
                <a:lnTo>
                  <a:pt x="788" y="186"/>
                </a:lnTo>
                <a:lnTo>
                  <a:pt x="788" y="196"/>
                </a:lnTo>
                <a:moveTo>
                  <a:pt x="749" y="196"/>
                </a:moveTo>
                <a:lnTo>
                  <a:pt x="729" y="196"/>
                </a:lnTo>
                <a:lnTo>
                  <a:pt x="729" y="186"/>
                </a:lnTo>
                <a:lnTo>
                  <a:pt x="749" y="186"/>
                </a:lnTo>
                <a:lnTo>
                  <a:pt x="749" y="196"/>
                </a:lnTo>
                <a:moveTo>
                  <a:pt x="710" y="196"/>
                </a:moveTo>
                <a:lnTo>
                  <a:pt x="690" y="196"/>
                </a:lnTo>
                <a:lnTo>
                  <a:pt x="690" y="186"/>
                </a:lnTo>
                <a:lnTo>
                  <a:pt x="710" y="186"/>
                </a:lnTo>
                <a:lnTo>
                  <a:pt x="710" y="196"/>
                </a:lnTo>
                <a:moveTo>
                  <a:pt x="671" y="196"/>
                </a:moveTo>
                <a:lnTo>
                  <a:pt x="651" y="196"/>
                </a:lnTo>
                <a:lnTo>
                  <a:pt x="651" y="186"/>
                </a:lnTo>
                <a:lnTo>
                  <a:pt x="671" y="186"/>
                </a:lnTo>
                <a:lnTo>
                  <a:pt x="671" y="196"/>
                </a:lnTo>
                <a:moveTo>
                  <a:pt x="632" y="196"/>
                </a:moveTo>
                <a:lnTo>
                  <a:pt x="612" y="196"/>
                </a:lnTo>
                <a:lnTo>
                  <a:pt x="612" y="186"/>
                </a:lnTo>
                <a:lnTo>
                  <a:pt x="632" y="186"/>
                </a:lnTo>
                <a:lnTo>
                  <a:pt x="632" y="196"/>
                </a:lnTo>
                <a:moveTo>
                  <a:pt x="593" y="196"/>
                </a:moveTo>
                <a:lnTo>
                  <a:pt x="573" y="196"/>
                </a:lnTo>
                <a:lnTo>
                  <a:pt x="573" y="186"/>
                </a:lnTo>
                <a:lnTo>
                  <a:pt x="593" y="186"/>
                </a:lnTo>
                <a:lnTo>
                  <a:pt x="593" y="196"/>
                </a:lnTo>
                <a:moveTo>
                  <a:pt x="553" y="196"/>
                </a:moveTo>
                <a:lnTo>
                  <a:pt x="534" y="196"/>
                </a:lnTo>
                <a:lnTo>
                  <a:pt x="534" y="186"/>
                </a:lnTo>
                <a:lnTo>
                  <a:pt x="553" y="186"/>
                </a:lnTo>
                <a:lnTo>
                  <a:pt x="553" y="196"/>
                </a:lnTo>
                <a:moveTo>
                  <a:pt x="514" y="196"/>
                </a:moveTo>
                <a:lnTo>
                  <a:pt x="495" y="196"/>
                </a:lnTo>
                <a:lnTo>
                  <a:pt x="495" y="186"/>
                </a:lnTo>
                <a:lnTo>
                  <a:pt x="514" y="186"/>
                </a:lnTo>
                <a:lnTo>
                  <a:pt x="514" y="196"/>
                </a:lnTo>
                <a:moveTo>
                  <a:pt x="475" y="196"/>
                </a:moveTo>
                <a:lnTo>
                  <a:pt x="456" y="196"/>
                </a:lnTo>
                <a:lnTo>
                  <a:pt x="456" y="186"/>
                </a:lnTo>
                <a:lnTo>
                  <a:pt x="475" y="186"/>
                </a:lnTo>
                <a:lnTo>
                  <a:pt x="475" y="196"/>
                </a:lnTo>
                <a:moveTo>
                  <a:pt x="436" y="196"/>
                </a:moveTo>
                <a:lnTo>
                  <a:pt x="417" y="196"/>
                </a:lnTo>
                <a:lnTo>
                  <a:pt x="417" y="186"/>
                </a:lnTo>
                <a:lnTo>
                  <a:pt x="436" y="186"/>
                </a:lnTo>
                <a:lnTo>
                  <a:pt x="436" y="196"/>
                </a:lnTo>
                <a:moveTo>
                  <a:pt x="397" y="196"/>
                </a:moveTo>
                <a:lnTo>
                  <a:pt x="378" y="196"/>
                </a:lnTo>
                <a:lnTo>
                  <a:pt x="378" y="186"/>
                </a:lnTo>
                <a:lnTo>
                  <a:pt x="397" y="186"/>
                </a:lnTo>
                <a:lnTo>
                  <a:pt x="397" y="196"/>
                </a:lnTo>
                <a:moveTo>
                  <a:pt x="358" y="196"/>
                </a:moveTo>
                <a:lnTo>
                  <a:pt x="338" y="196"/>
                </a:lnTo>
                <a:lnTo>
                  <a:pt x="338" y="186"/>
                </a:lnTo>
                <a:lnTo>
                  <a:pt x="358" y="186"/>
                </a:lnTo>
                <a:lnTo>
                  <a:pt x="358" y="196"/>
                </a:lnTo>
                <a:moveTo>
                  <a:pt x="319" y="196"/>
                </a:moveTo>
                <a:lnTo>
                  <a:pt x="299" y="196"/>
                </a:lnTo>
                <a:lnTo>
                  <a:pt x="299" y="186"/>
                </a:lnTo>
                <a:lnTo>
                  <a:pt x="319" y="186"/>
                </a:lnTo>
                <a:lnTo>
                  <a:pt x="319" y="196"/>
                </a:lnTo>
                <a:moveTo>
                  <a:pt x="280" y="196"/>
                </a:moveTo>
                <a:lnTo>
                  <a:pt x="260" y="196"/>
                </a:lnTo>
                <a:lnTo>
                  <a:pt x="260" y="186"/>
                </a:lnTo>
                <a:lnTo>
                  <a:pt x="280" y="186"/>
                </a:lnTo>
                <a:lnTo>
                  <a:pt x="280" y="196"/>
                </a:lnTo>
                <a:moveTo>
                  <a:pt x="241" y="196"/>
                </a:moveTo>
                <a:lnTo>
                  <a:pt x="221" y="196"/>
                </a:lnTo>
                <a:lnTo>
                  <a:pt x="221" y="186"/>
                </a:lnTo>
                <a:lnTo>
                  <a:pt x="241" y="186"/>
                </a:lnTo>
                <a:lnTo>
                  <a:pt x="241" y="196"/>
                </a:lnTo>
                <a:moveTo>
                  <a:pt x="202" y="196"/>
                </a:moveTo>
                <a:lnTo>
                  <a:pt x="182" y="196"/>
                </a:lnTo>
                <a:lnTo>
                  <a:pt x="182" y="186"/>
                </a:lnTo>
                <a:lnTo>
                  <a:pt x="202" y="186"/>
                </a:lnTo>
                <a:lnTo>
                  <a:pt x="202" y="196"/>
                </a:lnTo>
                <a:moveTo>
                  <a:pt x="163" y="196"/>
                </a:moveTo>
                <a:lnTo>
                  <a:pt x="143" y="196"/>
                </a:lnTo>
                <a:lnTo>
                  <a:pt x="143" y="186"/>
                </a:lnTo>
                <a:lnTo>
                  <a:pt x="163" y="186"/>
                </a:lnTo>
                <a:lnTo>
                  <a:pt x="163" y="196"/>
                </a:lnTo>
                <a:moveTo>
                  <a:pt x="123" y="196"/>
                </a:moveTo>
                <a:lnTo>
                  <a:pt x="104" y="196"/>
                </a:lnTo>
                <a:lnTo>
                  <a:pt x="104" y="186"/>
                </a:lnTo>
                <a:lnTo>
                  <a:pt x="123" y="186"/>
                </a:lnTo>
                <a:lnTo>
                  <a:pt x="123" y="196"/>
                </a:lnTo>
                <a:moveTo>
                  <a:pt x="84" y="196"/>
                </a:moveTo>
                <a:cubicBezTo>
                  <a:pt x="77" y="195"/>
                  <a:pt x="70" y="194"/>
                  <a:pt x="64" y="191"/>
                </a:cubicBezTo>
                <a:lnTo>
                  <a:pt x="67" y="182"/>
                </a:lnTo>
                <a:cubicBezTo>
                  <a:pt x="73" y="184"/>
                  <a:pt x="79" y="185"/>
                  <a:pt x="85" y="186"/>
                </a:cubicBezTo>
                <a:lnTo>
                  <a:pt x="84" y="196"/>
                </a:lnTo>
                <a:moveTo>
                  <a:pt x="45" y="183"/>
                </a:moveTo>
                <a:cubicBezTo>
                  <a:pt x="39" y="179"/>
                  <a:pt x="33" y="175"/>
                  <a:pt x="28" y="170"/>
                </a:cubicBezTo>
                <a:lnTo>
                  <a:pt x="35" y="163"/>
                </a:lnTo>
                <a:cubicBezTo>
                  <a:pt x="40" y="167"/>
                  <a:pt x="45" y="171"/>
                  <a:pt x="50" y="174"/>
                </a:cubicBezTo>
                <a:lnTo>
                  <a:pt x="45" y="183"/>
                </a:lnTo>
                <a:moveTo>
                  <a:pt x="15" y="154"/>
                </a:moveTo>
                <a:cubicBezTo>
                  <a:pt x="11" y="148"/>
                  <a:pt x="8" y="142"/>
                  <a:pt x="6" y="134"/>
                </a:cubicBezTo>
                <a:lnTo>
                  <a:pt x="15" y="131"/>
                </a:lnTo>
                <a:cubicBezTo>
                  <a:pt x="17" y="138"/>
                  <a:pt x="20" y="143"/>
                  <a:pt x="23" y="148"/>
                </a:cubicBezTo>
                <a:lnTo>
                  <a:pt x="15" y="154"/>
                </a:lnTo>
                <a:moveTo>
                  <a:pt x="1" y="114"/>
                </a:moveTo>
                <a:cubicBezTo>
                  <a:pt x="1" y="110"/>
                  <a:pt x="0" y="106"/>
                  <a:pt x="0" y="103"/>
                </a:cubicBezTo>
                <a:lnTo>
                  <a:pt x="0" y="94"/>
                </a:lnTo>
                <a:lnTo>
                  <a:pt x="10" y="94"/>
                </a:lnTo>
                <a:lnTo>
                  <a:pt x="10" y="103"/>
                </a:lnTo>
                <a:cubicBezTo>
                  <a:pt x="10" y="106"/>
                  <a:pt x="10" y="109"/>
                  <a:pt x="11" y="113"/>
                </a:cubicBezTo>
                <a:lnTo>
                  <a:pt x="1" y="114"/>
                </a:lnTo>
                <a:moveTo>
                  <a:pt x="2" y="74"/>
                </a:moveTo>
                <a:cubicBezTo>
                  <a:pt x="4" y="67"/>
                  <a:pt x="6" y="61"/>
                  <a:pt x="9" y="54"/>
                </a:cubicBezTo>
                <a:lnTo>
                  <a:pt x="18" y="58"/>
                </a:lnTo>
                <a:cubicBezTo>
                  <a:pt x="15" y="64"/>
                  <a:pt x="13" y="70"/>
                  <a:pt x="12" y="76"/>
                </a:cubicBezTo>
                <a:lnTo>
                  <a:pt x="2" y="74"/>
                </a:lnTo>
                <a:moveTo>
                  <a:pt x="19" y="36"/>
                </a:moveTo>
                <a:cubicBezTo>
                  <a:pt x="24" y="31"/>
                  <a:pt x="29" y="26"/>
                  <a:pt x="34" y="21"/>
                </a:cubicBezTo>
                <a:lnTo>
                  <a:pt x="40" y="29"/>
                </a:lnTo>
                <a:cubicBezTo>
                  <a:pt x="35" y="33"/>
                  <a:pt x="31" y="37"/>
                  <a:pt x="27" y="42"/>
                </a:cubicBezTo>
                <a:lnTo>
                  <a:pt x="19" y="36"/>
                </a:lnTo>
                <a:moveTo>
                  <a:pt x="51" y="10"/>
                </a:moveTo>
                <a:cubicBezTo>
                  <a:pt x="58" y="7"/>
                  <a:pt x="64" y="4"/>
                  <a:pt x="71" y="3"/>
                </a:cubicBezTo>
                <a:lnTo>
                  <a:pt x="74" y="12"/>
                </a:lnTo>
                <a:cubicBezTo>
                  <a:pt x="67" y="14"/>
                  <a:pt x="61" y="16"/>
                  <a:pt x="56" y="19"/>
                </a:cubicBezTo>
                <a:lnTo>
                  <a:pt x="51" y="10"/>
                </a:lnTo>
                <a:moveTo>
                  <a:pt x="91" y="0"/>
                </a:moveTo>
                <a:cubicBezTo>
                  <a:pt x="92" y="0"/>
                  <a:pt x="93" y="0"/>
                  <a:pt x="93" y="0"/>
                </a:cubicBezTo>
                <a:lnTo>
                  <a:pt x="113" y="0"/>
                </a:lnTo>
                <a:lnTo>
                  <a:pt x="113" y="10"/>
                </a:lnTo>
                <a:lnTo>
                  <a:pt x="93" y="10"/>
                </a:lnTo>
                <a:lnTo>
                  <a:pt x="92" y="10"/>
                </a:lnTo>
                <a:lnTo>
                  <a:pt x="91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457240" y="735480"/>
            <a:ext cx="546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4625640" y="738720"/>
            <a:ext cx="5760" cy="179640"/>
          </a:xfrm>
          <a:custGeom>
            <a:avLst/>
            <a:gdLst/>
            <a:ahLst/>
            <a:rect l="0" t="0" r="r" b="b"/>
            <a:pathLst>
              <a:path w="16" h="499">
                <a:moveTo>
                  <a:pt x="16" y="0"/>
                </a:moveTo>
                <a:lnTo>
                  <a:pt x="16" y="30"/>
                </a:lnTo>
                <a:lnTo>
                  <a:pt x="0" y="30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7"/>
                </a:lnTo>
                <a:lnTo>
                  <a:pt x="0" y="147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6"/>
                </a:lnTo>
                <a:lnTo>
                  <a:pt x="0" y="206"/>
                </a:lnTo>
                <a:lnTo>
                  <a:pt x="0" y="176"/>
                </a:lnTo>
                <a:lnTo>
                  <a:pt x="16" y="176"/>
                </a:lnTo>
                <a:moveTo>
                  <a:pt x="16" y="236"/>
                </a:moveTo>
                <a:lnTo>
                  <a:pt x="16" y="265"/>
                </a:lnTo>
                <a:lnTo>
                  <a:pt x="0" y="265"/>
                </a:lnTo>
                <a:lnTo>
                  <a:pt x="0" y="236"/>
                </a:lnTo>
                <a:lnTo>
                  <a:pt x="16" y="236"/>
                </a:lnTo>
                <a:moveTo>
                  <a:pt x="16" y="294"/>
                </a:moveTo>
                <a:lnTo>
                  <a:pt x="16" y="323"/>
                </a:lnTo>
                <a:lnTo>
                  <a:pt x="0" y="323"/>
                </a:lnTo>
                <a:lnTo>
                  <a:pt x="0" y="294"/>
                </a:lnTo>
                <a:lnTo>
                  <a:pt x="16" y="294"/>
                </a:lnTo>
                <a:moveTo>
                  <a:pt x="16" y="353"/>
                </a:moveTo>
                <a:lnTo>
                  <a:pt x="16" y="382"/>
                </a:lnTo>
                <a:lnTo>
                  <a:pt x="0" y="382"/>
                </a:lnTo>
                <a:lnTo>
                  <a:pt x="0" y="353"/>
                </a:lnTo>
                <a:lnTo>
                  <a:pt x="16" y="353"/>
                </a:lnTo>
                <a:moveTo>
                  <a:pt x="16" y="411"/>
                </a:moveTo>
                <a:lnTo>
                  <a:pt x="16" y="440"/>
                </a:lnTo>
                <a:lnTo>
                  <a:pt x="0" y="440"/>
                </a:lnTo>
                <a:lnTo>
                  <a:pt x="0" y="411"/>
                </a:lnTo>
                <a:lnTo>
                  <a:pt x="16" y="411"/>
                </a:lnTo>
                <a:moveTo>
                  <a:pt x="16" y="470"/>
                </a:moveTo>
                <a:lnTo>
                  <a:pt x="16" y="499"/>
                </a:lnTo>
                <a:lnTo>
                  <a:pt x="0" y="499"/>
                </a:lnTo>
                <a:lnTo>
                  <a:pt x="0" y="470"/>
                </a:lnTo>
                <a:lnTo>
                  <a:pt x="16" y="47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3117960" y="942480"/>
            <a:ext cx="5760" cy="432360"/>
          </a:xfrm>
          <a:custGeom>
            <a:avLst/>
            <a:gdLst/>
            <a:ahLst/>
            <a:rect l="0" t="0" r="r" b="b"/>
            <a:pathLst>
              <a:path w="16" h="1201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2"/>
                </a:lnTo>
                <a:lnTo>
                  <a:pt x="0" y="382"/>
                </a:lnTo>
                <a:lnTo>
                  <a:pt x="0" y="351"/>
                </a:lnTo>
                <a:lnTo>
                  <a:pt x="16" y="351"/>
                </a:lnTo>
                <a:moveTo>
                  <a:pt x="16" y="411"/>
                </a:moveTo>
                <a:lnTo>
                  <a:pt x="16" y="440"/>
                </a:lnTo>
                <a:lnTo>
                  <a:pt x="0" y="440"/>
                </a:lnTo>
                <a:lnTo>
                  <a:pt x="0" y="411"/>
                </a:lnTo>
                <a:lnTo>
                  <a:pt x="16" y="411"/>
                </a:lnTo>
                <a:moveTo>
                  <a:pt x="16" y="469"/>
                </a:moveTo>
                <a:lnTo>
                  <a:pt x="16" y="499"/>
                </a:lnTo>
                <a:lnTo>
                  <a:pt x="0" y="499"/>
                </a:lnTo>
                <a:lnTo>
                  <a:pt x="0" y="469"/>
                </a:lnTo>
                <a:lnTo>
                  <a:pt x="16" y="469"/>
                </a:lnTo>
                <a:moveTo>
                  <a:pt x="16" y="528"/>
                </a:moveTo>
                <a:lnTo>
                  <a:pt x="16" y="557"/>
                </a:lnTo>
                <a:lnTo>
                  <a:pt x="0" y="557"/>
                </a:lnTo>
                <a:lnTo>
                  <a:pt x="0" y="528"/>
                </a:lnTo>
                <a:lnTo>
                  <a:pt x="16" y="528"/>
                </a:lnTo>
                <a:moveTo>
                  <a:pt x="16" y="586"/>
                </a:moveTo>
                <a:lnTo>
                  <a:pt x="16" y="616"/>
                </a:lnTo>
                <a:lnTo>
                  <a:pt x="0" y="616"/>
                </a:lnTo>
                <a:lnTo>
                  <a:pt x="0" y="586"/>
                </a:lnTo>
                <a:lnTo>
                  <a:pt x="16" y="586"/>
                </a:lnTo>
                <a:moveTo>
                  <a:pt x="16" y="645"/>
                </a:moveTo>
                <a:lnTo>
                  <a:pt x="16" y="674"/>
                </a:lnTo>
                <a:lnTo>
                  <a:pt x="0" y="674"/>
                </a:lnTo>
                <a:lnTo>
                  <a:pt x="0" y="645"/>
                </a:lnTo>
                <a:lnTo>
                  <a:pt x="16" y="645"/>
                </a:lnTo>
                <a:moveTo>
                  <a:pt x="16" y="703"/>
                </a:moveTo>
                <a:lnTo>
                  <a:pt x="16" y="733"/>
                </a:lnTo>
                <a:lnTo>
                  <a:pt x="0" y="733"/>
                </a:lnTo>
                <a:lnTo>
                  <a:pt x="0" y="703"/>
                </a:lnTo>
                <a:lnTo>
                  <a:pt x="16" y="703"/>
                </a:lnTo>
                <a:moveTo>
                  <a:pt x="16" y="762"/>
                </a:moveTo>
                <a:lnTo>
                  <a:pt x="16" y="791"/>
                </a:lnTo>
                <a:lnTo>
                  <a:pt x="0" y="791"/>
                </a:lnTo>
                <a:lnTo>
                  <a:pt x="0" y="762"/>
                </a:lnTo>
                <a:lnTo>
                  <a:pt x="16" y="762"/>
                </a:lnTo>
                <a:moveTo>
                  <a:pt x="16" y="820"/>
                </a:moveTo>
                <a:lnTo>
                  <a:pt x="16" y="850"/>
                </a:lnTo>
                <a:lnTo>
                  <a:pt x="0" y="850"/>
                </a:lnTo>
                <a:lnTo>
                  <a:pt x="0" y="820"/>
                </a:lnTo>
                <a:lnTo>
                  <a:pt x="16" y="820"/>
                </a:lnTo>
                <a:moveTo>
                  <a:pt x="16" y="879"/>
                </a:moveTo>
                <a:lnTo>
                  <a:pt x="16" y="908"/>
                </a:lnTo>
                <a:lnTo>
                  <a:pt x="0" y="908"/>
                </a:lnTo>
                <a:lnTo>
                  <a:pt x="0" y="879"/>
                </a:lnTo>
                <a:lnTo>
                  <a:pt x="16" y="879"/>
                </a:lnTo>
                <a:moveTo>
                  <a:pt x="16" y="937"/>
                </a:moveTo>
                <a:lnTo>
                  <a:pt x="16" y="967"/>
                </a:lnTo>
                <a:lnTo>
                  <a:pt x="0" y="967"/>
                </a:lnTo>
                <a:lnTo>
                  <a:pt x="0" y="937"/>
                </a:lnTo>
                <a:lnTo>
                  <a:pt x="16" y="937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3117960" y="942480"/>
            <a:ext cx="5760" cy="1338120"/>
          </a:xfrm>
          <a:custGeom>
            <a:avLst/>
            <a:gdLst/>
            <a:ahLst/>
            <a:rect l="0" t="0" r="r" b="b"/>
            <a:pathLst>
              <a:path w="16" h="3717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5"/>
                </a:lnTo>
                <a:lnTo>
                  <a:pt x="0" y="1785"/>
                </a:lnTo>
                <a:lnTo>
                  <a:pt x="0" y="1756"/>
                </a:lnTo>
                <a:lnTo>
                  <a:pt x="16" y="1756"/>
                </a:lnTo>
                <a:moveTo>
                  <a:pt x="16" y="1814"/>
                </a:moveTo>
                <a:lnTo>
                  <a:pt x="16" y="1844"/>
                </a:lnTo>
                <a:lnTo>
                  <a:pt x="0" y="1844"/>
                </a:lnTo>
                <a:lnTo>
                  <a:pt x="0" y="1814"/>
                </a:lnTo>
                <a:lnTo>
                  <a:pt x="16" y="1814"/>
                </a:lnTo>
                <a:moveTo>
                  <a:pt x="16" y="1873"/>
                </a:moveTo>
                <a:lnTo>
                  <a:pt x="16" y="1902"/>
                </a:lnTo>
                <a:lnTo>
                  <a:pt x="0" y="1902"/>
                </a:lnTo>
                <a:lnTo>
                  <a:pt x="0" y="1873"/>
                </a:lnTo>
                <a:lnTo>
                  <a:pt x="16" y="1873"/>
                </a:lnTo>
                <a:moveTo>
                  <a:pt x="16" y="1931"/>
                </a:moveTo>
                <a:lnTo>
                  <a:pt x="16" y="1961"/>
                </a:lnTo>
                <a:lnTo>
                  <a:pt x="0" y="1961"/>
                </a:lnTo>
                <a:lnTo>
                  <a:pt x="0" y="1931"/>
                </a:lnTo>
                <a:lnTo>
                  <a:pt x="16" y="1931"/>
                </a:lnTo>
                <a:moveTo>
                  <a:pt x="16" y="1990"/>
                </a:moveTo>
                <a:lnTo>
                  <a:pt x="16" y="2019"/>
                </a:lnTo>
                <a:lnTo>
                  <a:pt x="0" y="2019"/>
                </a:lnTo>
                <a:lnTo>
                  <a:pt x="0" y="1990"/>
                </a:lnTo>
                <a:lnTo>
                  <a:pt x="16" y="1990"/>
                </a:lnTo>
                <a:moveTo>
                  <a:pt x="16" y="2048"/>
                </a:moveTo>
                <a:lnTo>
                  <a:pt x="16" y="2078"/>
                </a:lnTo>
                <a:lnTo>
                  <a:pt x="0" y="2078"/>
                </a:lnTo>
                <a:lnTo>
                  <a:pt x="0" y="2048"/>
                </a:lnTo>
                <a:lnTo>
                  <a:pt x="16" y="2048"/>
                </a:lnTo>
                <a:moveTo>
                  <a:pt x="16" y="2107"/>
                </a:moveTo>
                <a:lnTo>
                  <a:pt x="16" y="2136"/>
                </a:lnTo>
                <a:lnTo>
                  <a:pt x="0" y="2136"/>
                </a:lnTo>
                <a:lnTo>
                  <a:pt x="0" y="2107"/>
                </a:lnTo>
                <a:lnTo>
                  <a:pt x="16" y="2107"/>
                </a:lnTo>
                <a:moveTo>
                  <a:pt x="16" y="2165"/>
                </a:moveTo>
                <a:lnTo>
                  <a:pt x="16" y="2195"/>
                </a:lnTo>
                <a:lnTo>
                  <a:pt x="0" y="2195"/>
                </a:lnTo>
                <a:lnTo>
                  <a:pt x="0" y="2165"/>
                </a:lnTo>
                <a:lnTo>
                  <a:pt x="16" y="2165"/>
                </a:lnTo>
                <a:moveTo>
                  <a:pt x="16" y="2224"/>
                </a:moveTo>
                <a:lnTo>
                  <a:pt x="16" y="2253"/>
                </a:lnTo>
                <a:lnTo>
                  <a:pt x="0" y="2253"/>
                </a:lnTo>
                <a:lnTo>
                  <a:pt x="0" y="2224"/>
                </a:lnTo>
                <a:lnTo>
                  <a:pt x="16" y="2224"/>
                </a:lnTo>
                <a:moveTo>
                  <a:pt x="16" y="2282"/>
                </a:moveTo>
                <a:lnTo>
                  <a:pt x="16" y="2312"/>
                </a:lnTo>
                <a:lnTo>
                  <a:pt x="0" y="2312"/>
                </a:lnTo>
                <a:lnTo>
                  <a:pt x="0" y="2282"/>
                </a:lnTo>
                <a:lnTo>
                  <a:pt x="16" y="2282"/>
                </a:lnTo>
                <a:moveTo>
                  <a:pt x="16" y="2341"/>
                </a:moveTo>
                <a:lnTo>
                  <a:pt x="16" y="2370"/>
                </a:lnTo>
                <a:lnTo>
                  <a:pt x="0" y="2370"/>
                </a:lnTo>
                <a:lnTo>
                  <a:pt x="0" y="2341"/>
                </a:lnTo>
                <a:lnTo>
                  <a:pt x="16" y="2341"/>
                </a:lnTo>
                <a:moveTo>
                  <a:pt x="16" y="2399"/>
                </a:moveTo>
                <a:lnTo>
                  <a:pt x="16" y="2429"/>
                </a:lnTo>
                <a:lnTo>
                  <a:pt x="0" y="2429"/>
                </a:lnTo>
                <a:lnTo>
                  <a:pt x="0" y="2399"/>
                </a:lnTo>
                <a:lnTo>
                  <a:pt x="16" y="2399"/>
                </a:lnTo>
                <a:moveTo>
                  <a:pt x="16" y="2458"/>
                </a:moveTo>
                <a:lnTo>
                  <a:pt x="16" y="2487"/>
                </a:lnTo>
                <a:lnTo>
                  <a:pt x="0" y="2487"/>
                </a:lnTo>
                <a:lnTo>
                  <a:pt x="0" y="2458"/>
                </a:lnTo>
                <a:lnTo>
                  <a:pt x="16" y="2458"/>
                </a:lnTo>
                <a:moveTo>
                  <a:pt x="16" y="2516"/>
                </a:moveTo>
                <a:lnTo>
                  <a:pt x="16" y="2546"/>
                </a:lnTo>
                <a:lnTo>
                  <a:pt x="0" y="2546"/>
                </a:lnTo>
                <a:lnTo>
                  <a:pt x="0" y="2516"/>
                </a:lnTo>
                <a:lnTo>
                  <a:pt x="16" y="2516"/>
                </a:lnTo>
                <a:moveTo>
                  <a:pt x="16" y="2575"/>
                </a:moveTo>
                <a:lnTo>
                  <a:pt x="16" y="2604"/>
                </a:lnTo>
                <a:lnTo>
                  <a:pt x="0" y="2604"/>
                </a:lnTo>
                <a:lnTo>
                  <a:pt x="0" y="2575"/>
                </a:lnTo>
                <a:lnTo>
                  <a:pt x="16" y="2575"/>
                </a:lnTo>
                <a:moveTo>
                  <a:pt x="16" y="2634"/>
                </a:moveTo>
                <a:lnTo>
                  <a:pt x="16" y="2663"/>
                </a:lnTo>
                <a:lnTo>
                  <a:pt x="0" y="2663"/>
                </a:lnTo>
                <a:lnTo>
                  <a:pt x="0" y="2634"/>
                </a:lnTo>
                <a:lnTo>
                  <a:pt x="16" y="2634"/>
                </a:lnTo>
                <a:moveTo>
                  <a:pt x="16" y="2692"/>
                </a:moveTo>
                <a:lnTo>
                  <a:pt x="16" y="2721"/>
                </a:lnTo>
                <a:lnTo>
                  <a:pt x="0" y="2721"/>
                </a:lnTo>
                <a:lnTo>
                  <a:pt x="0" y="2692"/>
                </a:lnTo>
                <a:lnTo>
                  <a:pt x="16" y="2692"/>
                </a:lnTo>
                <a:moveTo>
                  <a:pt x="16" y="2751"/>
                </a:moveTo>
                <a:lnTo>
                  <a:pt x="16" y="2780"/>
                </a:lnTo>
                <a:lnTo>
                  <a:pt x="0" y="2780"/>
                </a:lnTo>
                <a:lnTo>
                  <a:pt x="0" y="2751"/>
                </a:lnTo>
                <a:lnTo>
                  <a:pt x="16" y="2751"/>
                </a:lnTo>
                <a:moveTo>
                  <a:pt x="16" y="2809"/>
                </a:moveTo>
                <a:lnTo>
                  <a:pt x="16" y="2838"/>
                </a:lnTo>
                <a:lnTo>
                  <a:pt x="0" y="2838"/>
                </a:lnTo>
                <a:lnTo>
                  <a:pt x="0" y="2809"/>
                </a:lnTo>
                <a:lnTo>
                  <a:pt x="16" y="2809"/>
                </a:lnTo>
                <a:moveTo>
                  <a:pt x="16" y="2868"/>
                </a:moveTo>
                <a:lnTo>
                  <a:pt x="16" y="2897"/>
                </a:lnTo>
                <a:lnTo>
                  <a:pt x="0" y="2897"/>
                </a:lnTo>
                <a:lnTo>
                  <a:pt x="0" y="2868"/>
                </a:lnTo>
                <a:lnTo>
                  <a:pt x="16" y="2868"/>
                </a:lnTo>
                <a:moveTo>
                  <a:pt x="16" y="2926"/>
                </a:moveTo>
                <a:lnTo>
                  <a:pt x="16" y="2956"/>
                </a:lnTo>
                <a:lnTo>
                  <a:pt x="0" y="2956"/>
                </a:lnTo>
                <a:lnTo>
                  <a:pt x="0" y="2926"/>
                </a:lnTo>
                <a:lnTo>
                  <a:pt x="16" y="2926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3117960" y="942480"/>
            <a:ext cx="5760" cy="2265120"/>
          </a:xfrm>
          <a:custGeom>
            <a:avLst/>
            <a:gdLst/>
            <a:ahLst/>
            <a:rect l="0" t="0" r="r" b="b"/>
            <a:pathLst>
              <a:path w="16" h="6292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8"/>
                </a:moveTo>
                <a:lnTo>
                  <a:pt x="16" y="557"/>
                </a:lnTo>
                <a:lnTo>
                  <a:pt x="0" y="557"/>
                </a:lnTo>
                <a:lnTo>
                  <a:pt x="0" y="528"/>
                </a:lnTo>
                <a:lnTo>
                  <a:pt x="16" y="528"/>
                </a:lnTo>
                <a:moveTo>
                  <a:pt x="16" y="586"/>
                </a:moveTo>
                <a:lnTo>
                  <a:pt x="16" y="616"/>
                </a:lnTo>
                <a:lnTo>
                  <a:pt x="0" y="616"/>
                </a:lnTo>
                <a:lnTo>
                  <a:pt x="0" y="586"/>
                </a:lnTo>
                <a:lnTo>
                  <a:pt x="16" y="586"/>
                </a:lnTo>
                <a:moveTo>
                  <a:pt x="16" y="645"/>
                </a:moveTo>
                <a:lnTo>
                  <a:pt x="16" y="674"/>
                </a:lnTo>
                <a:lnTo>
                  <a:pt x="0" y="674"/>
                </a:lnTo>
                <a:lnTo>
                  <a:pt x="0" y="645"/>
                </a:lnTo>
                <a:lnTo>
                  <a:pt x="16" y="645"/>
                </a:lnTo>
                <a:moveTo>
                  <a:pt x="16" y="703"/>
                </a:moveTo>
                <a:lnTo>
                  <a:pt x="16" y="733"/>
                </a:lnTo>
                <a:lnTo>
                  <a:pt x="0" y="733"/>
                </a:lnTo>
                <a:lnTo>
                  <a:pt x="0" y="703"/>
                </a:lnTo>
                <a:lnTo>
                  <a:pt x="16" y="703"/>
                </a:lnTo>
                <a:moveTo>
                  <a:pt x="16" y="762"/>
                </a:moveTo>
                <a:lnTo>
                  <a:pt x="16" y="791"/>
                </a:lnTo>
                <a:lnTo>
                  <a:pt x="0" y="791"/>
                </a:lnTo>
                <a:lnTo>
                  <a:pt x="0" y="762"/>
                </a:lnTo>
                <a:lnTo>
                  <a:pt x="16" y="762"/>
                </a:lnTo>
                <a:moveTo>
                  <a:pt x="16" y="820"/>
                </a:moveTo>
                <a:lnTo>
                  <a:pt x="16" y="850"/>
                </a:lnTo>
                <a:lnTo>
                  <a:pt x="0" y="850"/>
                </a:lnTo>
                <a:lnTo>
                  <a:pt x="0" y="820"/>
                </a:lnTo>
                <a:lnTo>
                  <a:pt x="16" y="820"/>
                </a:lnTo>
                <a:moveTo>
                  <a:pt x="16" y="879"/>
                </a:moveTo>
                <a:lnTo>
                  <a:pt x="16" y="908"/>
                </a:lnTo>
                <a:lnTo>
                  <a:pt x="0" y="908"/>
                </a:lnTo>
                <a:lnTo>
                  <a:pt x="0" y="879"/>
                </a:lnTo>
                <a:lnTo>
                  <a:pt x="16" y="879"/>
                </a:lnTo>
                <a:moveTo>
                  <a:pt x="16" y="937"/>
                </a:moveTo>
                <a:lnTo>
                  <a:pt x="16" y="967"/>
                </a:lnTo>
                <a:lnTo>
                  <a:pt x="0" y="967"/>
                </a:lnTo>
                <a:lnTo>
                  <a:pt x="0" y="937"/>
                </a:lnTo>
                <a:lnTo>
                  <a:pt x="16" y="937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moveTo>
                  <a:pt x="16" y="1230"/>
                </a:moveTo>
                <a:lnTo>
                  <a:pt x="16" y="1259"/>
                </a:lnTo>
                <a:lnTo>
                  <a:pt x="0" y="1259"/>
                </a:lnTo>
                <a:lnTo>
                  <a:pt x="0" y="1230"/>
                </a:lnTo>
                <a:lnTo>
                  <a:pt x="16" y="1230"/>
                </a:lnTo>
                <a:moveTo>
                  <a:pt x="16" y="1289"/>
                </a:moveTo>
                <a:lnTo>
                  <a:pt x="16" y="1318"/>
                </a:lnTo>
                <a:lnTo>
                  <a:pt x="0" y="1318"/>
                </a:lnTo>
                <a:lnTo>
                  <a:pt x="0" y="1289"/>
                </a:lnTo>
                <a:lnTo>
                  <a:pt x="16" y="1289"/>
                </a:lnTo>
                <a:moveTo>
                  <a:pt x="16" y="1347"/>
                </a:moveTo>
                <a:lnTo>
                  <a:pt x="16" y="1376"/>
                </a:lnTo>
                <a:lnTo>
                  <a:pt x="0" y="1376"/>
                </a:lnTo>
                <a:lnTo>
                  <a:pt x="0" y="1347"/>
                </a:lnTo>
                <a:lnTo>
                  <a:pt x="16" y="1347"/>
                </a:lnTo>
                <a:moveTo>
                  <a:pt x="16" y="1406"/>
                </a:moveTo>
                <a:lnTo>
                  <a:pt x="16" y="1435"/>
                </a:lnTo>
                <a:lnTo>
                  <a:pt x="0" y="1435"/>
                </a:lnTo>
                <a:lnTo>
                  <a:pt x="0" y="1406"/>
                </a:lnTo>
                <a:lnTo>
                  <a:pt x="16" y="1406"/>
                </a:lnTo>
                <a:moveTo>
                  <a:pt x="16" y="1464"/>
                </a:moveTo>
                <a:lnTo>
                  <a:pt x="16" y="1493"/>
                </a:lnTo>
                <a:lnTo>
                  <a:pt x="0" y="1493"/>
                </a:lnTo>
                <a:lnTo>
                  <a:pt x="0" y="1464"/>
                </a:lnTo>
                <a:lnTo>
                  <a:pt x="16" y="1464"/>
                </a:lnTo>
                <a:moveTo>
                  <a:pt x="16" y="1523"/>
                </a:moveTo>
                <a:lnTo>
                  <a:pt x="16" y="1552"/>
                </a:lnTo>
                <a:lnTo>
                  <a:pt x="0" y="1552"/>
                </a:lnTo>
                <a:lnTo>
                  <a:pt x="0" y="1523"/>
                </a:lnTo>
                <a:lnTo>
                  <a:pt x="16" y="1523"/>
                </a:lnTo>
                <a:moveTo>
                  <a:pt x="16" y="1581"/>
                </a:moveTo>
                <a:lnTo>
                  <a:pt x="16" y="1610"/>
                </a:lnTo>
                <a:lnTo>
                  <a:pt x="0" y="1610"/>
                </a:lnTo>
                <a:lnTo>
                  <a:pt x="0" y="1581"/>
                </a:lnTo>
                <a:lnTo>
                  <a:pt x="16" y="1581"/>
                </a:lnTo>
                <a:moveTo>
                  <a:pt x="16" y="1640"/>
                </a:moveTo>
                <a:lnTo>
                  <a:pt x="16" y="1669"/>
                </a:lnTo>
                <a:lnTo>
                  <a:pt x="0" y="1669"/>
                </a:lnTo>
                <a:lnTo>
                  <a:pt x="0" y="1640"/>
                </a:lnTo>
                <a:lnTo>
                  <a:pt x="16" y="1640"/>
                </a:lnTo>
                <a:moveTo>
                  <a:pt x="16" y="1698"/>
                </a:moveTo>
                <a:lnTo>
                  <a:pt x="16" y="1727"/>
                </a:lnTo>
                <a:lnTo>
                  <a:pt x="0" y="1727"/>
                </a:lnTo>
                <a:lnTo>
                  <a:pt x="0" y="1698"/>
                </a:lnTo>
                <a:lnTo>
                  <a:pt x="16" y="1698"/>
                </a:lnTo>
                <a:moveTo>
                  <a:pt x="16" y="1757"/>
                </a:moveTo>
                <a:lnTo>
                  <a:pt x="16" y="1786"/>
                </a:lnTo>
                <a:lnTo>
                  <a:pt x="0" y="1786"/>
                </a:lnTo>
                <a:lnTo>
                  <a:pt x="0" y="1757"/>
                </a:lnTo>
                <a:lnTo>
                  <a:pt x="16" y="1757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3117960" y="942480"/>
            <a:ext cx="5760" cy="2598840"/>
          </a:xfrm>
          <a:custGeom>
            <a:avLst/>
            <a:gdLst/>
            <a:ahLst/>
            <a:rect l="0" t="0" r="r" b="b"/>
            <a:pathLst>
              <a:path w="16" h="7219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moveTo>
                  <a:pt x="16" y="1230"/>
                </a:moveTo>
                <a:lnTo>
                  <a:pt x="16" y="1259"/>
                </a:lnTo>
                <a:lnTo>
                  <a:pt x="0" y="1259"/>
                </a:lnTo>
                <a:lnTo>
                  <a:pt x="0" y="1230"/>
                </a:lnTo>
                <a:lnTo>
                  <a:pt x="16" y="1230"/>
                </a:lnTo>
                <a:moveTo>
                  <a:pt x="16" y="1289"/>
                </a:moveTo>
                <a:lnTo>
                  <a:pt x="16" y="1318"/>
                </a:lnTo>
                <a:lnTo>
                  <a:pt x="0" y="1318"/>
                </a:lnTo>
                <a:lnTo>
                  <a:pt x="0" y="1289"/>
                </a:lnTo>
                <a:lnTo>
                  <a:pt x="16" y="1289"/>
                </a:lnTo>
                <a:moveTo>
                  <a:pt x="16" y="1347"/>
                </a:moveTo>
                <a:lnTo>
                  <a:pt x="16" y="1376"/>
                </a:lnTo>
                <a:lnTo>
                  <a:pt x="0" y="1376"/>
                </a:lnTo>
                <a:lnTo>
                  <a:pt x="0" y="1347"/>
                </a:lnTo>
                <a:lnTo>
                  <a:pt x="16" y="1347"/>
                </a:lnTo>
                <a:moveTo>
                  <a:pt x="16" y="1406"/>
                </a:moveTo>
                <a:lnTo>
                  <a:pt x="16" y="1435"/>
                </a:lnTo>
                <a:lnTo>
                  <a:pt x="0" y="1435"/>
                </a:lnTo>
                <a:lnTo>
                  <a:pt x="0" y="1406"/>
                </a:lnTo>
                <a:lnTo>
                  <a:pt x="16" y="1406"/>
                </a:lnTo>
                <a:moveTo>
                  <a:pt x="16" y="1464"/>
                </a:moveTo>
                <a:lnTo>
                  <a:pt x="16" y="1493"/>
                </a:lnTo>
                <a:lnTo>
                  <a:pt x="0" y="1493"/>
                </a:lnTo>
                <a:lnTo>
                  <a:pt x="0" y="1464"/>
                </a:lnTo>
                <a:lnTo>
                  <a:pt x="16" y="1464"/>
                </a:lnTo>
                <a:moveTo>
                  <a:pt x="16" y="1523"/>
                </a:moveTo>
                <a:lnTo>
                  <a:pt x="16" y="1552"/>
                </a:lnTo>
                <a:lnTo>
                  <a:pt x="0" y="1552"/>
                </a:lnTo>
                <a:lnTo>
                  <a:pt x="0" y="1523"/>
                </a:lnTo>
                <a:lnTo>
                  <a:pt x="16" y="1523"/>
                </a:lnTo>
                <a:moveTo>
                  <a:pt x="16" y="1581"/>
                </a:moveTo>
                <a:lnTo>
                  <a:pt x="16" y="1610"/>
                </a:lnTo>
                <a:lnTo>
                  <a:pt x="0" y="1610"/>
                </a:lnTo>
                <a:lnTo>
                  <a:pt x="0" y="1581"/>
                </a:lnTo>
                <a:lnTo>
                  <a:pt x="16" y="1581"/>
                </a:lnTo>
                <a:moveTo>
                  <a:pt x="16" y="1640"/>
                </a:moveTo>
                <a:lnTo>
                  <a:pt x="16" y="1669"/>
                </a:lnTo>
                <a:lnTo>
                  <a:pt x="0" y="1669"/>
                </a:lnTo>
                <a:lnTo>
                  <a:pt x="0" y="1640"/>
                </a:lnTo>
                <a:lnTo>
                  <a:pt x="16" y="1640"/>
                </a:lnTo>
                <a:moveTo>
                  <a:pt x="16" y="1698"/>
                </a:moveTo>
                <a:lnTo>
                  <a:pt x="16" y="1727"/>
                </a:lnTo>
                <a:lnTo>
                  <a:pt x="0" y="1727"/>
                </a:lnTo>
                <a:lnTo>
                  <a:pt x="0" y="1698"/>
                </a:lnTo>
                <a:lnTo>
                  <a:pt x="16" y="1698"/>
                </a:lnTo>
                <a:moveTo>
                  <a:pt x="16" y="1757"/>
                </a:moveTo>
                <a:lnTo>
                  <a:pt x="16" y="1786"/>
                </a:lnTo>
                <a:lnTo>
                  <a:pt x="0" y="1786"/>
                </a:lnTo>
                <a:lnTo>
                  <a:pt x="0" y="1757"/>
                </a:lnTo>
                <a:lnTo>
                  <a:pt x="16" y="1757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19"/>
                </a:lnTo>
                <a:lnTo>
                  <a:pt x="0" y="7219"/>
                </a:lnTo>
                <a:lnTo>
                  <a:pt x="0" y="7199"/>
                </a:lnTo>
                <a:lnTo>
                  <a:pt x="16" y="71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3117960" y="942480"/>
            <a:ext cx="5760" cy="3167640"/>
          </a:xfrm>
          <a:custGeom>
            <a:avLst/>
            <a:gdLst/>
            <a:ahLst/>
            <a:rect l="0" t="0" r="r" b="b"/>
            <a:pathLst>
              <a:path w="16" h="8799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6"/>
                </a:lnTo>
                <a:lnTo>
                  <a:pt x="0" y="1786"/>
                </a:lnTo>
                <a:lnTo>
                  <a:pt x="0" y="1756"/>
                </a:lnTo>
                <a:lnTo>
                  <a:pt x="16" y="1756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28"/>
                </a:lnTo>
                <a:lnTo>
                  <a:pt x="0" y="7228"/>
                </a:lnTo>
                <a:lnTo>
                  <a:pt x="0" y="7199"/>
                </a:lnTo>
                <a:lnTo>
                  <a:pt x="16" y="7199"/>
                </a:lnTo>
                <a:moveTo>
                  <a:pt x="16" y="7258"/>
                </a:moveTo>
                <a:lnTo>
                  <a:pt x="16" y="7287"/>
                </a:lnTo>
                <a:lnTo>
                  <a:pt x="0" y="7287"/>
                </a:lnTo>
                <a:lnTo>
                  <a:pt x="0" y="7258"/>
                </a:lnTo>
                <a:lnTo>
                  <a:pt x="16" y="7258"/>
                </a:lnTo>
                <a:moveTo>
                  <a:pt x="16" y="7316"/>
                </a:moveTo>
                <a:lnTo>
                  <a:pt x="16" y="7345"/>
                </a:lnTo>
                <a:lnTo>
                  <a:pt x="0" y="7345"/>
                </a:lnTo>
                <a:lnTo>
                  <a:pt x="0" y="7316"/>
                </a:lnTo>
                <a:lnTo>
                  <a:pt x="16" y="7316"/>
                </a:lnTo>
                <a:moveTo>
                  <a:pt x="16" y="7375"/>
                </a:moveTo>
                <a:lnTo>
                  <a:pt x="16" y="7404"/>
                </a:lnTo>
                <a:lnTo>
                  <a:pt x="0" y="7404"/>
                </a:lnTo>
                <a:lnTo>
                  <a:pt x="0" y="7375"/>
                </a:lnTo>
                <a:lnTo>
                  <a:pt x="16" y="7375"/>
                </a:lnTo>
                <a:moveTo>
                  <a:pt x="16" y="7433"/>
                </a:moveTo>
                <a:lnTo>
                  <a:pt x="16" y="7462"/>
                </a:lnTo>
                <a:lnTo>
                  <a:pt x="0" y="7462"/>
                </a:lnTo>
                <a:lnTo>
                  <a:pt x="0" y="7433"/>
                </a:lnTo>
                <a:lnTo>
                  <a:pt x="16" y="7433"/>
                </a:lnTo>
                <a:moveTo>
                  <a:pt x="16" y="7492"/>
                </a:moveTo>
                <a:lnTo>
                  <a:pt x="16" y="7521"/>
                </a:lnTo>
                <a:lnTo>
                  <a:pt x="0" y="7521"/>
                </a:lnTo>
                <a:lnTo>
                  <a:pt x="0" y="7492"/>
                </a:lnTo>
                <a:lnTo>
                  <a:pt x="16" y="7492"/>
                </a:lnTo>
                <a:moveTo>
                  <a:pt x="16" y="7550"/>
                </a:moveTo>
                <a:lnTo>
                  <a:pt x="16" y="7579"/>
                </a:lnTo>
                <a:lnTo>
                  <a:pt x="0" y="7579"/>
                </a:lnTo>
                <a:lnTo>
                  <a:pt x="0" y="7550"/>
                </a:lnTo>
                <a:lnTo>
                  <a:pt x="16" y="7550"/>
                </a:lnTo>
                <a:moveTo>
                  <a:pt x="16" y="7609"/>
                </a:moveTo>
                <a:lnTo>
                  <a:pt x="16" y="7638"/>
                </a:lnTo>
                <a:lnTo>
                  <a:pt x="0" y="7638"/>
                </a:lnTo>
                <a:lnTo>
                  <a:pt x="0" y="7609"/>
                </a:lnTo>
                <a:lnTo>
                  <a:pt x="16" y="7609"/>
                </a:lnTo>
                <a:moveTo>
                  <a:pt x="16" y="7667"/>
                </a:moveTo>
                <a:lnTo>
                  <a:pt x="16" y="7696"/>
                </a:lnTo>
                <a:lnTo>
                  <a:pt x="0" y="7696"/>
                </a:lnTo>
                <a:lnTo>
                  <a:pt x="0" y="7667"/>
                </a:lnTo>
                <a:lnTo>
                  <a:pt x="16" y="7667"/>
                </a:lnTo>
                <a:moveTo>
                  <a:pt x="16" y="7726"/>
                </a:moveTo>
                <a:lnTo>
                  <a:pt x="16" y="7755"/>
                </a:lnTo>
                <a:lnTo>
                  <a:pt x="0" y="7755"/>
                </a:lnTo>
                <a:lnTo>
                  <a:pt x="0" y="7726"/>
                </a:lnTo>
                <a:lnTo>
                  <a:pt x="16" y="7726"/>
                </a:lnTo>
                <a:moveTo>
                  <a:pt x="16" y="7784"/>
                </a:moveTo>
                <a:lnTo>
                  <a:pt x="16" y="7814"/>
                </a:lnTo>
                <a:lnTo>
                  <a:pt x="0" y="7814"/>
                </a:lnTo>
                <a:lnTo>
                  <a:pt x="0" y="7784"/>
                </a:lnTo>
                <a:lnTo>
                  <a:pt x="16" y="7784"/>
                </a:lnTo>
                <a:moveTo>
                  <a:pt x="16" y="7843"/>
                </a:moveTo>
                <a:lnTo>
                  <a:pt x="16" y="7872"/>
                </a:lnTo>
                <a:lnTo>
                  <a:pt x="0" y="7872"/>
                </a:lnTo>
                <a:lnTo>
                  <a:pt x="0" y="7843"/>
                </a:lnTo>
                <a:lnTo>
                  <a:pt x="16" y="7843"/>
                </a:lnTo>
                <a:moveTo>
                  <a:pt x="16" y="7901"/>
                </a:moveTo>
                <a:lnTo>
                  <a:pt x="16" y="7931"/>
                </a:lnTo>
                <a:lnTo>
                  <a:pt x="0" y="7931"/>
                </a:lnTo>
                <a:lnTo>
                  <a:pt x="0" y="7901"/>
                </a:lnTo>
                <a:lnTo>
                  <a:pt x="16" y="7901"/>
                </a:lnTo>
                <a:moveTo>
                  <a:pt x="16" y="7960"/>
                </a:moveTo>
                <a:lnTo>
                  <a:pt x="16" y="7989"/>
                </a:lnTo>
                <a:lnTo>
                  <a:pt x="0" y="7989"/>
                </a:lnTo>
                <a:lnTo>
                  <a:pt x="0" y="7960"/>
                </a:lnTo>
                <a:lnTo>
                  <a:pt x="16" y="7960"/>
                </a:lnTo>
                <a:moveTo>
                  <a:pt x="16" y="8018"/>
                </a:moveTo>
                <a:lnTo>
                  <a:pt x="16" y="8048"/>
                </a:lnTo>
                <a:lnTo>
                  <a:pt x="0" y="8048"/>
                </a:lnTo>
                <a:lnTo>
                  <a:pt x="0" y="8018"/>
                </a:lnTo>
                <a:lnTo>
                  <a:pt x="16" y="8018"/>
                </a:lnTo>
                <a:moveTo>
                  <a:pt x="16" y="8077"/>
                </a:moveTo>
                <a:lnTo>
                  <a:pt x="16" y="8106"/>
                </a:lnTo>
                <a:lnTo>
                  <a:pt x="0" y="8106"/>
                </a:lnTo>
                <a:lnTo>
                  <a:pt x="0" y="8077"/>
                </a:lnTo>
                <a:lnTo>
                  <a:pt x="16" y="8077"/>
                </a:lnTo>
                <a:moveTo>
                  <a:pt x="16" y="8135"/>
                </a:moveTo>
                <a:lnTo>
                  <a:pt x="16" y="8165"/>
                </a:lnTo>
                <a:lnTo>
                  <a:pt x="0" y="8165"/>
                </a:lnTo>
                <a:lnTo>
                  <a:pt x="0" y="8135"/>
                </a:lnTo>
                <a:lnTo>
                  <a:pt x="16" y="8135"/>
                </a:lnTo>
                <a:moveTo>
                  <a:pt x="16" y="8194"/>
                </a:moveTo>
                <a:lnTo>
                  <a:pt x="16" y="8223"/>
                </a:lnTo>
                <a:lnTo>
                  <a:pt x="0" y="8223"/>
                </a:lnTo>
                <a:lnTo>
                  <a:pt x="0" y="8194"/>
                </a:lnTo>
                <a:lnTo>
                  <a:pt x="16" y="8194"/>
                </a:lnTo>
                <a:moveTo>
                  <a:pt x="16" y="8252"/>
                </a:moveTo>
                <a:lnTo>
                  <a:pt x="16" y="8282"/>
                </a:lnTo>
                <a:lnTo>
                  <a:pt x="0" y="8282"/>
                </a:lnTo>
                <a:lnTo>
                  <a:pt x="0" y="8252"/>
                </a:lnTo>
                <a:lnTo>
                  <a:pt x="16" y="8252"/>
                </a:lnTo>
                <a:moveTo>
                  <a:pt x="16" y="8311"/>
                </a:moveTo>
                <a:lnTo>
                  <a:pt x="16" y="8340"/>
                </a:lnTo>
                <a:lnTo>
                  <a:pt x="0" y="8340"/>
                </a:lnTo>
                <a:lnTo>
                  <a:pt x="0" y="8311"/>
                </a:lnTo>
                <a:lnTo>
                  <a:pt x="16" y="8311"/>
                </a:lnTo>
                <a:moveTo>
                  <a:pt x="16" y="8369"/>
                </a:moveTo>
                <a:lnTo>
                  <a:pt x="16" y="8399"/>
                </a:lnTo>
                <a:lnTo>
                  <a:pt x="0" y="8399"/>
                </a:lnTo>
                <a:lnTo>
                  <a:pt x="0" y="8369"/>
                </a:lnTo>
                <a:lnTo>
                  <a:pt x="16" y="8369"/>
                </a:lnTo>
                <a:moveTo>
                  <a:pt x="16" y="8428"/>
                </a:moveTo>
                <a:lnTo>
                  <a:pt x="16" y="8457"/>
                </a:lnTo>
                <a:lnTo>
                  <a:pt x="0" y="8457"/>
                </a:lnTo>
                <a:lnTo>
                  <a:pt x="0" y="8428"/>
                </a:lnTo>
                <a:lnTo>
                  <a:pt x="16" y="8428"/>
                </a:lnTo>
                <a:moveTo>
                  <a:pt x="16" y="8486"/>
                </a:moveTo>
                <a:lnTo>
                  <a:pt x="16" y="8516"/>
                </a:lnTo>
                <a:lnTo>
                  <a:pt x="0" y="8516"/>
                </a:lnTo>
                <a:lnTo>
                  <a:pt x="0" y="8486"/>
                </a:lnTo>
                <a:lnTo>
                  <a:pt x="16" y="8486"/>
                </a:lnTo>
                <a:moveTo>
                  <a:pt x="16" y="8545"/>
                </a:moveTo>
                <a:lnTo>
                  <a:pt x="16" y="8574"/>
                </a:lnTo>
                <a:lnTo>
                  <a:pt x="0" y="8574"/>
                </a:lnTo>
                <a:lnTo>
                  <a:pt x="0" y="8545"/>
                </a:lnTo>
                <a:lnTo>
                  <a:pt x="16" y="8545"/>
                </a:lnTo>
                <a:moveTo>
                  <a:pt x="16" y="8604"/>
                </a:moveTo>
                <a:lnTo>
                  <a:pt x="16" y="8633"/>
                </a:lnTo>
                <a:lnTo>
                  <a:pt x="0" y="8633"/>
                </a:lnTo>
                <a:lnTo>
                  <a:pt x="0" y="8604"/>
                </a:lnTo>
                <a:lnTo>
                  <a:pt x="16" y="8604"/>
                </a:lnTo>
                <a:moveTo>
                  <a:pt x="16" y="8662"/>
                </a:moveTo>
                <a:lnTo>
                  <a:pt x="16" y="8691"/>
                </a:lnTo>
                <a:lnTo>
                  <a:pt x="0" y="8691"/>
                </a:lnTo>
                <a:lnTo>
                  <a:pt x="0" y="8662"/>
                </a:lnTo>
                <a:lnTo>
                  <a:pt x="16" y="8662"/>
                </a:lnTo>
                <a:moveTo>
                  <a:pt x="16" y="8721"/>
                </a:moveTo>
                <a:lnTo>
                  <a:pt x="16" y="8750"/>
                </a:lnTo>
                <a:lnTo>
                  <a:pt x="0" y="8750"/>
                </a:lnTo>
                <a:lnTo>
                  <a:pt x="0" y="8721"/>
                </a:lnTo>
                <a:lnTo>
                  <a:pt x="16" y="8721"/>
                </a:lnTo>
                <a:moveTo>
                  <a:pt x="16" y="8779"/>
                </a:moveTo>
                <a:lnTo>
                  <a:pt x="16" y="8799"/>
                </a:lnTo>
                <a:lnTo>
                  <a:pt x="0" y="8799"/>
                </a:lnTo>
                <a:lnTo>
                  <a:pt x="0" y="8779"/>
                </a:lnTo>
                <a:lnTo>
                  <a:pt x="16" y="877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3117960" y="942480"/>
            <a:ext cx="5760" cy="3550320"/>
          </a:xfrm>
          <a:custGeom>
            <a:avLst/>
            <a:gdLst/>
            <a:ahLst/>
            <a:rect l="0" t="0" r="r" b="b"/>
            <a:pathLst>
              <a:path w="16" h="9862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5"/>
                </a:lnTo>
                <a:lnTo>
                  <a:pt x="0" y="1785"/>
                </a:lnTo>
                <a:lnTo>
                  <a:pt x="0" y="1756"/>
                </a:lnTo>
                <a:lnTo>
                  <a:pt x="16" y="1756"/>
                </a:lnTo>
                <a:moveTo>
                  <a:pt x="16" y="1814"/>
                </a:moveTo>
                <a:lnTo>
                  <a:pt x="16" y="1844"/>
                </a:lnTo>
                <a:lnTo>
                  <a:pt x="0" y="1844"/>
                </a:lnTo>
                <a:lnTo>
                  <a:pt x="0" y="1814"/>
                </a:lnTo>
                <a:lnTo>
                  <a:pt x="16" y="1814"/>
                </a:lnTo>
                <a:moveTo>
                  <a:pt x="16" y="1873"/>
                </a:moveTo>
                <a:lnTo>
                  <a:pt x="16" y="1902"/>
                </a:lnTo>
                <a:lnTo>
                  <a:pt x="0" y="1902"/>
                </a:lnTo>
                <a:lnTo>
                  <a:pt x="0" y="1873"/>
                </a:lnTo>
                <a:lnTo>
                  <a:pt x="16" y="1873"/>
                </a:lnTo>
                <a:moveTo>
                  <a:pt x="16" y="1931"/>
                </a:moveTo>
                <a:lnTo>
                  <a:pt x="16" y="1961"/>
                </a:lnTo>
                <a:lnTo>
                  <a:pt x="0" y="1961"/>
                </a:lnTo>
                <a:lnTo>
                  <a:pt x="0" y="1931"/>
                </a:lnTo>
                <a:lnTo>
                  <a:pt x="16" y="1931"/>
                </a:lnTo>
                <a:moveTo>
                  <a:pt x="16" y="1990"/>
                </a:moveTo>
                <a:lnTo>
                  <a:pt x="16" y="2019"/>
                </a:lnTo>
                <a:lnTo>
                  <a:pt x="0" y="2019"/>
                </a:lnTo>
                <a:lnTo>
                  <a:pt x="0" y="1990"/>
                </a:lnTo>
                <a:lnTo>
                  <a:pt x="16" y="1990"/>
                </a:lnTo>
                <a:moveTo>
                  <a:pt x="16" y="2048"/>
                </a:moveTo>
                <a:lnTo>
                  <a:pt x="16" y="2078"/>
                </a:lnTo>
                <a:lnTo>
                  <a:pt x="0" y="2078"/>
                </a:lnTo>
                <a:lnTo>
                  <a:pt x="0" y="2048"/>
                </a:lnTo>
                <a:lnTo>
                  <a:pt x="16" y="2048"/>
                </a:lnTo>
                <a:moveTo>
                  <a:pt x="16" y="2107"/>
                </a:moveTo>
                <a:lnTo>
                  <a:pt x="16" y="2136"/>
                </a:lnTo>
                <a:lnTo>
                  <a:pt x="0" y="2136"/>
                </a:lnTo>
                <a:lnTo>
                  <a:pt x="0" y="2107"/>
                </a:lnTo>
                <a:lnTo>
                  <a:pt x="16" y="2107"/>
                </a:lnTo>
                <a:moveTo>
                  <a:pt x="16" y="2165"/>
                </a:moveTo>
                <a:lnTo>
                  <a:pt x="16" y="2195"/>
                </a:lnTo>
                <a:lnTo>
                  <a:pt x="0" y="2195"/>
                </a:lnTo>
                <a:lnTo>
                  <a:pt x="0" y="2165"/>
                </a:lnTo>
                <a:lnTo>
                  <a:pt x="16" y="2165"/>
                </a:lnTo>
                <a:moveTo>
                  <a:pt x="16" y="2224"/>
                </a:moveTo>
                <a:lnTo>
                  <a:pt x="16" y="2253"/>
                </a:lnTo>
                <a:lnTo>
                  <a:pt x="0" y="2253"/>
                </a:lnTo>
                <a:lnTo>
                  <a:pt x="0" y="2224"/>
                </a:lnTo>
                <a:lnTo>
                  <a:pt x="16" y="2224"/>
                </a:lnTo>
                <a:moveTo>
                  <a:pt x="16" y="2282"/>
                </a:moveTo>
                <a:lnTo>
                  <a:pt x="16" y="2312"/>
                </a:lnTo>
                <a:lnTo>
                  <a:pt x="0" y="2312"/>
                </a:lnTo>
                <a:lnTo>
                  <a:pt x="0" y="2282"/>
                </a:lnTo>
                <a:lnTo>
                  <a:pt x="16" y="2282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28"/>
                </a:lnTo>
                <a:lnTo>
                  <a:pt x="0" y="7228"/>
                </a:lnTo>
                <a:lnTo>
                  <a:pt x="0" y="7199"/>
                </a:lnTo>
                <a:lnTo>
                  <a:pt x="16" y="7199"/>
                </a:lnTo>
                <a:moveTo>
                  <a:pt x="16" y="7258"/>
                </a:moveTo>
                <a:lnTo>
                  <a:pt x="16" y="7287"/>
                </a:lnTo>
                <a:lnTo>
                  <a:pt x="0" y="7287"/>
                </a:lnTo>
                <a:lnTo>
                  <a:pt x="0" y="7258"/>
                </a:lnTo>
                <a:lnTo>
                  <a:pt x="16" y="7258"/>
                </a:lnTo>
                <a:moveTo>
                  <a:pt x="16" y="7316"/>
                </a:moveTo>
                <a:lnTo>
                  <a:pt x="16" y="7345"/>
                </a:lnTo>
                <a:lnTo>
                  <a:pt x="0" y="7345"/>
                </a:lnTo>
                <a:lnTo>
                  <a:pt x="0" y="7316"/>
                </a:lnTo>
                <a:lnTo>
                  <a:pt x="16" y="7316"/>
                </a:lnTo>
                <a:moveTo>
                  <a:pt x="16" y="7375"/>
                </a:moveTo>
                <a:lnTo>
                  <a:pt x="16" y="7404"/>
                </a:lnTo>
                <a:lnTo>
                  <a:pt x="0" y="7404"/>
                </a:lnTo>
                <a:lnTo>
                  <a:pt x="0" y="7375"/>
                </a:lnTo>
                <a:lnTo>
                  <a:pt x="16" y="7375"/>
                </a:lnTo>
                <a:moveTo>
                  <a:pt x="16" y="7433"/>
                </a:moveTo>
                <a:lnTo>
                  <a:pt x="16" y="7462"/>
                </a:lnTo>
                <a:lnTo>
                  <a:pt x="0" y="7462"/>
                </a:lnTo>
                <a:lnTo>
                  <a:pt x="0" y="7433"/>
                </a:lnTo>
                <a:lnTo>
                  <a:pt x="16" y="7433"/>
                </a:lnTo>
                <a:moveTo>
                  <a:pt x="16" y="7492"/>
                </a:moveTo>
                <a:lnTo>
                  <a:pt x="16" y="7521"/>
                </a:lnTo>
                <a:lnTo>
                  <a:pt x="0" y="7521"/>
                </a:lnTo>
                <a:lnTo>
                  <a:pt x="0" y="7492"/>
                </a:lnTo>
                <a:lnTo>
                  <a:pt x="16" y="7492"/>
                </a:lnTo>
                <a:moveTo>
                  <a:pt x="16" y="7550"/>
                </a:moveTo>
                <a:lnTo>
                  <a:pt x="16" y="7579"/>
                </a:lnTo>
                <a:lnTo>
                  <a:pt x="0" y="7579"/>
                </a:lnTo>
                <a:lnTo>
                  <a:pt x="0" y="7550"/>
                </a:lnTo>
                <a:lnTo>
                  <a:pt x="16" y="7550"/>
                </a:lnTo>
                <a:moveTo>
                  <a:pt x="16" y="7609"/>
                </a:moveTo>
                <a:lnTo>
                  <a:pt x="16" y="7638"/>
                </a:lnTo>
                <a:lnTo>
                  <a:pt x="0" y="7638"/>
                </a:lnTo>
                <a:lnTo>
                  <a:pt x="0" y="7609"/>
                </a:lnTo>
                <a:lnTo>
                  <a:pt x="16" y="7609"/>
                </a:lnTo>
                <a:moveTo>
                  <a:pt x="16" y="7667"/>
                </a:moveTo>
                <a:lnTo>
                  <a:pt x="16" y="7696"/>
                </a:lnTo>
                <a:lnTo>
                  <a:pt x="0" y="7696"/>
                </a:lnTo>
                <a:lnTo>
                  <a:pt x="0" y="7667"/>
                </a:lnTo>
                <a:lnTo>
                  <a:pt x="16" y="7667"/>
                </a:lnTo>
                <a:moveTo>
                  <a:pt x="16" y="7726"/>
                </a:moveTo>
                <a:lnTo>
                  <a:pt x="16" y="7755"/>
                </a:lnTo>
                <a:lnTo>
                  <a:pt x="0" y="7755"/>
                </a:lnTo>
                <a:lnTo>
                  <a:pt x="0" y="7726"/>
                </a:lnTo>
                <a:lnTo>
                  <a:pt x="16" y="7726"/>
                </a:lnTo>
                <a:moveTo>
                  <a:pt x="16" y="7784"/>
                </a:moveTo>
                <a:lnTo>
                  <a:pt x="16" y="7814"/>
                </a:lnTo>
                <a:lnTo>
                  <a:pt x="0" y="7814"/>
                </a:lnTo>
                <a:lnTo>
                  <a:pt x="0" y="7784"/>
                </a:lnTo>
                <a:lnTo>
                  <a:pt x="16" y="7784"/>
                </a:lnTo>
                <a:moveTo>
                  <a:pt x="16" y="7843"/>
                </a:moveTo>
                <a:lnTo>
                  <a:pt x="16" y="7872"/>
                </a:lnTo>
                <a:lnTo>
                  <a:pt x="0" y="7872"/>
                </a:lnTo>
                <a:lnTo>
                  <a:pt x="0" y="7843"/>
                </a:lnTo>
                <a:lnTo>
                  <a:pt x="16" y="7843"/>
                </a:lnTo>
                <a:moveTo>
                  <a:pt x="16" y="7901"/>
                </a:moveTo>
                <a:lnTo>
                  <a:pt x="16" y="7931"/>
                </a:lnTo>
                <a:lnTo>
                  <a:pt x="0" y="7931"/>
                </a:lnTo>
                <a:lnTo>
                  <a:pt x="0" y="7901"/>
                </a:lnTo>
                <a:lnTo>
                  <a:pt x="16" y="7901"/>
                </a:lnTo>
                <a:moveTo>
                  <a:pt x="16" y="7960"/>
                </a:moveTo>
                <a:lnTo>
                  <a:pt x="16" y="7989"/>
                </a:lnTo>
                <a:lnTo>
                  <a:pt x="0" y="7989"/>
                </a:lnTo>
                <a:lnTo>
                  <a:pt x="0" y="7960"/>
                </a:lnTo>
                <a:lnTo>
                  <a:pt x="16" y="7960"/>
                </a:lnTo>
                <a:moveTo>
                  <a:pt x="16" y="8018"/>
                </a:moveTo>
                <a:lnTo>
                  <a:pt x="16" y="8048"/>
                </a:lnTo>
                <a:lnTo>
                  <a:pt x="0" y="8048"/>
                </a:lnTo>
                <a:lnTo>
                  <a:pt x="0" y="8018"/>
                </a:lnTo>
                <a:lnTo>
                  <a:pt x="16" y="8018"/>
                </a:lnTo>
                <a:moveTo>
                  <a:pt x="16" y="8077"/>
                </a:moveTo>
                <a:lnTo>
                  <a:pt x="16" y="8106"/>
                </a:lnTo>
                <a:lnTo>
                  <a:pt x="0" y="8106"/>
                </a:lnTo>
                <a:lnTo>
                  <a:pt x="0" y="8077"/>
                </a:lnTo>
                <a:lnTo>
                  <a:pt x="16" y="8077"/>
                </a:lnTo>
                <a:moveTo>
                  <a:pt x="16" y="8135"/>
                </a:moveTo>
                <a:lnTo>
                  <a:pt x="16" y="8165"/>
                </a:lnTo>
                <a:lnTo>
                  <a:pt x="0" y="8165"/>
                </a:lnTo>
                <a:lnTo>
                  <a:pt x="0" y="8135"/>
                </a:lnTo>
                <a:lnTo>
                  <a:pt x="16" y="8135"/>
                </a:lnTo>
                <a:moveTo>
                  <a:pt x="16" y="8194"/>
                </a:moveTo>
                <a:lnTo>
                  <a:pt x="16" y="8223"/>
                </a:lnTo>
                <a:lnTo>
                  <a:pt x="0" y="8223"/>
                </a:lnTo>
                <a:lnTo>
                  <a:pt x="0" y="8194"/>
                </a:lnTo>
                <a:lnTo>
                  <a:pt x="16" y="8194"/>
                </a:lnTo>
                <a:moveTo>
                  <a:pt x="16" y="8252"/>
                </a:moveTo>
                <a:lnTo>
                  <a:pt x="16" y="8282"/>
                </a:lnTo>
                <a:lnTo>
                  <a:pt x="0" y="8282"/>
                </a:lnTo>
                <a:lnTo>
                  <a:pt x="0" y="8252"/>
                </a:lnTo>
                <a:lnTo>
                  <a:pt x="16" y="8252"/>
                </a:lnTo>
                <a:moveTo>
                  <a:pt x="16" y="8311"/>
                </a:moveTo>
                <a:lnTo>
                  <a:pt x="16" y="8340"/>
                </a:lnTo>
                <a:lnTo>
                  <a:pt x="0" y="8340"/>
                </a:lnTo>
                <a:lnTo>
                  <a:pt x="0" y="8311"/>
                </a:lnTo>
                <a:lnTo>
                  <a:pt x="16" y="8311"/>
                </a:lnTo>
                <a:moveTo>
                  <a:pt x="16" y="8369"/>
                </a:moveTo>
                <a:lnTo>
                  <a:pt x="16" y="8399"/>
                </a:lnTo>
                <a:lnTo>
                  <a:pt x="0" y="8399"/>
                </a:lnTo>
                <a:lnTo>
                  <a:pt x="0" y="8369"/>
                </a:lnTo>
                <a:lnTo>
                  <a:pt x="16" y="8369"/>
                </a:lnTo>
                <a:moveTo>
                  <a:pt x="16" y="8428"/>
                </a:moveTo>
                <a:lnTo>
                  <a:pt x="16" y="8457"/>
                </a:lnTo>
                <a:lnTo>
                  <a:pt x="0" y="8457"/>
                </a:lnTo>
                <a:lnTo>
                  <a:pt x="0" y="8428"/>
                </a:lnTo>
                <a:lnTo>
                  <a:pt x="16" y="8428"/>
                </a:lnTo>
                <a:moveTo>
                  <a:pt x="16" y="8486"/>
                </a:moveTo>
                <a:lnTo>
                  <a:pt x="16" y="8516"/>
                </a:lnTo>
                <a:lnTo>
                  <a:pt x="0" y="8516"/>
                </a:lnTo>
                <a:lnTo>
                  <a:pt x="0" y="8486"/>
                </a:lnTo>
                <a:lnTo>
                  <a:pt x="16" y="8486"/>
                </a:lnTo>
                <a:moveTo>
                  <a:pt x="16" y="8545"/>
                </a:moveTo>
                <a:lnTo>
                  <a:pt x="16" y="8574"/>
                </a:lnTo>
                <a:lnTo>
                  <a:pt x="0" y="8574"/>
                </a:lnTo>
                <a:lnTo>
                  <a:pt x="0" y="8545"/>
                </a:lnTo>
                <a:lnTo>
                  <a:pt x="16" y="8545"/>
                </a:lnTo>
                <a:moveTo>
                  <a:pt x="16" y="8604"/>
                </a:moveTo>
                <a:lnTo>
                  <a:pt x="16" y="8633"/>
                </a:lnTo>
                <a:lnTo>
                  <a:pt x="0" y="8633"/>
                </a:lnTo>
                <a:lnTo>
                  <a:pt x="0" y="8604"/>
                </a:lnTo>
                <a:lnTo>
                  <a:pt x="16" y="8604"/>
                </a:lnTo>
                <a:moveTo>
                  <a:pt x="16" y="8662"/>
                </a:moveTo>
                <a:lnTo>
                  <a:pt x="16" y="8691"/>
                </a:lnTo>
                <a:lnTo>
                  <a:pt x="0" y="8691"/>
                </a:lnTo>
                <a:lnTo>
                  <a:pt x="0" y="8662"/>
                </a:lnTo>
                <a:lnTo>
                  <a:pt x="16" y="8662"/>
                </a:lnTo>
                <a:moveTo>
                  <a:pt x="16" y="8721"/>
                </a:moveTo>
                <a:lnTo>
                  <a:pt x="16" y="8750"/>
                </a:lnTo>
                <a:lnTo>
                  <a:pt x="0" y="8750"/>
                </a:lnTo>
                <a:lnTo>
                  <a:pt x="0" y="8721"/>
                </a:lnTo>
                <a:lnTo>
                  <a:pt x="16" y="8721"/>
                </a:lnTo>
                <a:moveTo>
                  <a:pt x="16" y="8779"/>
                </a:moveTo>
                <a:lnTo>
                  <a:pt x="16" y="8808"/>
                </a:lnTo>
                <a:lnTo>
                  <a:pt x="0" y="8808"/>
                </a:lnTo>
                <a:lnTo>
                  <a:pt x="0" y="8779"/>
                </a:lnTo>
                <a:lnTo>
                  <a:pt x="16" y="8779"/>
                </a:lnTo>
                <a:moveTo>
                  <a:pt x="16" y="8838"/>
                </a:moveTo>
                <a:lnTo>
                  <a:pt x="16" y="8867"/>
                </a:lnTo>
                <a:lnTo>
                  <a:pt x="0" y="8867"/>
                </a:lnTo>
                <a:lnTo>
                  <a:pt x="0" y="8838"/>
                </a:lnTo>
                <a:lnTo>
                  <a:pt x="16" y="8838"/>
                </a:lnTo>
                <a:moveTo>
                  <a:pt x="16" y="8896"/>
                </a:moveTo>
                <a:lnTo>
                  <a:pt x="16" y="8925"/>
                </a:lnTo>
                <a:lnTo>
                  <a:pt x="0" y="8925"/>
                </a:lnTo>
                <a:lnTo>
                  <a:pt x="0" y="8896"/>
                </a:lnTo>
                <a:lnTo>
                  <a:pt x="16" y="8896"/>
                </a:lnTo>
                <a:moveTo>
                  <a:pt x="16" y="8955"/>
                </a:moveTo>
                <a:lnTo>
                  <a:pt x="16" y="8984"/>
                </a:lnTo>
                <a:lnTo>
                  <a:pt x="0" y="8984"/>
                </a:lnTo>
                <a:lnTo>
                  <a:pt x="0" y="8955"/>
                </a:lnTo>
                <a:lnTo>
                  <a:pt x="16" y="8955"/>
                </a:lnTo>
                <a:moveTo>
                  <a:pt x="16" y="9013"/>
                </a:moveTo>
                <a:lnTo>
                  <a:pt x="16" y="9042"/>
                </a:lnTo>
                <a:lnTo>
                  <a:pt x="0" y="9042"/>
                </a:lnTo>
                <a:lnTo>
                  <a:pt x="0" y="9013"/>
                </a:lnTo>
                <a:lnTo>
                  <a:pt x="16" y="9013"/>
                </a:lnTo>
                <a:moveTo>
                  <a:pt x="16" y="9072"/>
                </a:moveTo>
                <a:lnTo>
                  <a:pt x="16" y="9101"/>
                </a:lnTo>
                <a:lnTo>
                  <a:pt x="0" y="9101"/>
                </a:lnTo>
                <a:lnTo>
                  <a:pt x="0" y="9072"/>
                </a:lnTo>
                <a:lnTo>
                  <a:pt x="16" y="9072"/>
                </a:lnTo>
                <a:moveTo>
                  <a:pt x="16" y="9130"/>
                </a:moveTo>
                <a:lnTo>
                  <a:pt x="16" y="9159"/>
                </a:lnTo>
                <a:lnTo>
                  <a:pt x="0" y="9159"/>
                </a:lnTo>
                <a:lnTo>
                  <a:pt x="0" y="9130"/>
                </a:lnTo>
                <a:lnTo>
                  <a:pt x="16" y="9130"/>
                </a:lnTo>
                <a:moveTo>
                  <a:pt x="16" y="9189"/>
                </a:moveTo>
                <a:lnTo>
                  <a:pt x="16" y="9218"/>
                </a:lnTo>
                <a:lnTo>
                  <a:pt x="0" y="9218"/>
                </a:lnTo>
                <a:lnTo>
                  <a:pt x="0" y="9189"/>
                </a:lnTo>
                <a:lnTo>
                  <a:pt x="16" y="9189"/>
                </a:lnTo>
                <a:moveTo>
                  <a:pt x="16" y="9247"/>
                </a:moveTo>
                <a:lnTo>
                  <a:pt x="16" y="9277"/>
                </a:lnTo>
                <a:lnTo>
                  <a:pt x="0" y="9277"/>
                </a:lnTo>
                <a:lnTo>
                  <a:pt x="0" y="9247"/>
                </a:lnTo>
                <a:lnTo>
                  <a:pt x="16" y="9247"/>
                </a:lnTo>
                <a:moveTo>
                  <a:pt x="16" y="9306"/>
                </a:moveTo>
                <a:lnTo>
                  <a:pt x="16" y="9335"/>
                </a:lnTo>
                <a:lnTo>
                  <a:pt x="0" y="9335"/>
                </a:lnTo>
                <a:lnTo>
                  <a:pt x="0" y="9306"/>
                </a:lnTo>
                <a:lnTo>
                  <a:pt x="16" y="9306"/>
                </a:lnTo>
                <a:moveTo>
                  <a:pt x="16" y="9364"/>
                </a:moveTo>
                <a:lnTo>
                  <a:pt x="16" y="9394"/>
                </a:lnTo>
                <a:lnTo>
                  <a:pt x="0" y="9394"/>
                </a:lnTo>
                <a:lnTo>
                  <a:pt x="0" y="9364"/>
                </a:lnTo>
                <a:lnTo>
                  <a:pt x="16" y="9364"/>
                </a:lnTo>
                <a:moveTo>
                  <a:pt x="16" y="9423"/>
                </a:moveTo>
                <a:lnTo>
                  <a:pt x="16" y="9452"/>
                </a:lnTo>
                <a:lnTo>
                  <a:pt x="0" y="9452"/>
                </a:lnTo>
                <a:lnTo>
                  <a:pt x="0" y="9423"/>
                </a:lnTo>
                <a:lnTo>
                  <a:pt x="16" y="9423"/>
                </a:lnTo>
                <a:moveTo>
                  <a:pt x="16" y="9481"/>
                </a:moveTo>
                <a:lnTo>
                  <a:pt x="16" y="9511"/>
                </a:lnTo>
                <a:lnTo>
                  <a:pt x="0" y="9511"/>
                </a:lnTo>
                <a:lnTo>
                  <a:pt x="0" y="9481"/>
                </a:lnTo>
                <a:lnTo>
                  <a:pt x="16" y="9481"/>
                </a:lnTo>
                <a:moveTo>
                  <a:pt x="16" y="9540"/>
                </a:moveTo>
                <a:lnTo>
                  <a:pt x="16" y="9569"/>
                </a:lnTo>
                <a:lnTo>
                  <a:pt x="0" y="9569"/>
                </a:lnTo>
                <a:lnTo>
                  <a:pt x="0" y="9540"/>
                </a:lnTo>
                <a:lnTo>
                  <a:pt x="16" y="9540"/>
                </a:lnTo>
                <a:moveTo>
                  <a:pt x="16" y="9598"/>
                </a:moveTo>
                <a:lnTo>
                  <a:pt x="16" y="9628"/>
                </a:lnTo>
                <a:lnTo>
                  <a:pt x="0" y="9628"/>
                </a:lnTo>
                <a:lnTo>
                  <a:pt x="0" y="9598"/>
                </a:lnTo>
                <a:lnTo>
                  <a:pt x="16" y="9598"/>
                </a:lnTo>
                <a:moveTo>
                  <a:pt x="16" y="9657"/>
                </a:moveTo>
                <a:lnTo>
                  <a:pt x="16" y="9686"/>
                </a:lnTo>
                <a:lnTo>
                  <a:pt x="0" y="9686"/>
                </a:lnTo>
                <a:lnTo>
                  <a:pt x="0" y="9657"/>
                </a:lnTo>
                <a:lnTo>
                  <a:pt x="16" y="9657"/>
                </a:lnTo>
                <a:moveTo>
                  <a:pt x="16" y="9715"/>
                </a:moveTo>
                <a:lnTo>
                  <a:pt x="16" y="9745"/>
                </a:lnTo>
                <a:lnTo>
                  <a:pt x="0" y="9745"/>
                </a:lnTo>
                <a:lnTo>
                  <a:pt x="0" y="9715"/>
                </a:lnTo>
                <a:lnTo>
                  <a:pt x="16" y="9715"/>
                </a:lnTo>
                <a:moveTo>
                  <a:pt x="16" y="9774"/>
                </a:moveTo>
                <a:lnTo>
                  <a:pt x="16" y="9803"/>
                </a:lnTo>
                <a:lnTo>
                  <a:pt x="0" y="9803"/>
                </a:lnTo>
                <a:lnTo>
                  <a:pt x="0" y="9774"/>
                </a:lnTo>
                <a:lnTo>
                  <a:pt x="16" y="9774"/>
                </a:lnTo>
                <a:moveTo>
                  <a:pt x="16" y="9832"/>
                </a:moveTo>
                <a:lnTo>
                  <a:pt x="16" y="9862"/>
                </a:lnTo>
                <a:lnTo>
                  <a:pt x="0" y="9862"/>
                </a:lnTo>
                <a:lnTo>
                  <a:pt x="0" y="9832"/>
                </a:lnTo>
                <a:lnTo>
                  <a:pt x="16" y="983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3036240" y="942480"/>
            <a:ext cx="2977200" cy="351360"/>
          </a:xfrm>
          <a:custGeom>
            <a:avLst/>
            <a:gdLst/>
            <a:ahLst/>
            <a:rect l="0" t="0" r="r" b="b"/>
            <a:pathLst>
              <a:path w="8270" h="976">
                <a:moveTo>
                  <a:pt x="0" y="0"/>
                </a:moveTo>
                <a:lnTo>
                  <a:pt x="8270" y="0"/>
                </a:lnTo>
                <a:lnTo>
                  <a:pt x="8270" y="976"/>
                </a:lnTo>
                <a:lnTo>
                  <a:pt x="0" y="97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3036240" y="942480"/>
            <a:ext cx="2977200" cy="351360"/>
          </a:xfrm>
          <a:custGeom>
            <a:avLst/>
            <a:gdLst/>
            <a:ahLst/>
            <a:rect l="0" t="0" r="r" b="b"/>
            <a:pathLst>
              <a:path w="8270" h="976">
                <a:moveTo>
                  <a:pt x="0" y="0"/>
                </a:moveTo>
                <a:lnTo>
                  <a:pt x="8270" y="0"/>
                </a:lnTo>
                <a:lnTo>
                  <a:pt x="8270" y="976"/>
                </a:lnTo>
                <a:lnTo>
                  <a:pt x="0" y="976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5942520" y="9705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5942520" y="982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2966040" y="840240"/>
            <a:ext cx="1319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3071520" y="966600"/>
            <a:ext cx="27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3085560" y="1090080"/>
            <a:ext cx="2586600" cy="168840"/>
          </a:xfrm>
          <a:custGeom>
            <a:avLst/>
            <a:gdLst/>
            <a:ahLst/>
            <a:rect l="0" t="0" r="r" b="b"/>
            <a:pathLst>
              <a:path w="7185" h="469">
                <a:moveTo>
                  <a:pt x="0" y="0"/>
                </a:moveTo>
                <a:lnTo>
                  <a:pt x="7185" y="0"/>
                </a:lnTo>
                <a:lnTo>
                  <a:pt x="7185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3085560" y="1090080"/>
            <a:ext cx="2586600" cy="168840"/>
          </a:xfrm>
          <a:custGeom>
            <a:avLst/>
            <a:gdLst/>
            <a:ahLst/>
            <a:rect l="0" t="0" r="r" b="b"/>
            <a:pathLst>
              <a:path w="7185" h="469">
                <a:moveTo>
                  <a:pt x="0" y="0"/>
                </a:moveTo>
                <a:lnTo>
                  <a:pt x="7185" y="0"/>
                </a:lnTo>
                <a:lnTo>
                  <a:pt x="7185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5601240" y="11181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5601240" y="11304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3071520" y="1023480"/>
            <a:ext cx="2576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3120840" y="1114200"/>
            <a:ext cx="27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3036240" y="1392120"/>
            <a:ext cx="1643400" cy="804240"/>
          </a:xfrm>
          <a:custGeom>
            <a:avLst/>
            <a:gdLst/>
            <a:ahLst/>
            <a:rect l="0" t="0" r="r" b="b"/>
            <a:pathLst>
              <a:path w="4565" h="2234">
                <a:moveTo>
                  <a:pt x="0" y="0"/>
                </a:moveTo>
                <a:lnTo>
                  <a:pt x="4565" y="0"/>
                </a:lnTo>
                <a:lnTo>
                  <a:pt x="4565" y="2234"/>
                </a:lnTo>
                <a:lnTo>
                  <a:pt x="0" y="2234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3034440" y="1390320"/>
            <a:ext cx="1647000" cy="807840"/>
          </a:xfrm>
          <a:custGeom>
            <a:avLst/>
            <a:gdLst/>
            <a:ahLst/>
            <a:rect l="0" t="0" r="r" b="b"/>
            <a:pathLst>
              <a:path w="4575" h="2244">
                <a:moveTo>
                  <a:pt x="83" y="0"/>
                </a:moveTo>
                <a:lnTo>
                  <a:pt x="132" y="0"/>
                </a:lnTo>
                <a:lnTo>
                  <a:pt x="132" y="9"/>
                </a:lnTo>
                <a:lnTo>
                  <a:pt x="83" y="9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9"/>
                </a:lnTo>
                <a:lnTo>
                  <a:pt x="161" y="9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9"/>
                </a:lnTo>
                <a:lnTo>
                  <a:pt x="239" y="9"/>
                </a:lnTo>
                <a:lnTo>
                  <a:pt x="239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9"/>
                </a:lnTo>
                <a:lnTo>
                  <a:pt x="318" y="9"/>
                </a:lnTo>
                <a:lnTo>
                  <a:pt x="318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9"/>
                </a:lnTo>
                <a:lnTo>
                  <a:pt x="396" y="9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9"/>
                </a:lnTo>
                <a:lnTo>
                  <a:pt x="474" y="9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9"/>
                </a:lnTo>
                <a:lnTo>
                  <a:pt x="552" y="9"/>
                </a:lnTo>
                <a:lnTo>
                  <a:pt x="552" y="0"/>
                </a:lnTo>
                <a:moveTo>
                  <a:pt x="630" y="0"/>
                </a:moveTo>
                <a:lnTo>
                  <a:pt x="679" y="0"/>
                </a:lnTo>
                <a:lnTo>
                  <a:pt x="679" y="9"/>
                </a:lnTo>
                <a:lnTo>
                  <a:pt x="630" y="9"/>
                </a:lnTo>
                <a:lnTo>
                  <a:pt x="630" y="0"/>
                </a:lnTo>
                <a:moveTo>
                  <a:pt x="709" y="0"/>
                </a:moveTo>
                <a:lnTo>
                  <a:pt x="757" y="0"/>
                </a:lnTo>
                <a:lnTo>
                  <a:pt x="757" y="9"/>
                </a:lnTo>
                <a:lnTo>
                  <a:pt x="709" y="9"/>
                </a:lnTo>
                <a:lnTo>
                  <a:pt x="709" y="0"/>
                </a:lnTo>
                <a:moveTo>
                  <a:pt x="787" y="0"/>
                </a:moveTo>
                <a:lnTo>
                  <a:pt x="836" y="0"/>
                </a:lnTo>
                <a:lnTo>
                  <a:pt x="836" y="9"/>
                </a:lnTo>
                <a:lnTo>
                  <a:pt x="787" y="9"/>
                </a:lnTo>
                <a:lnTo>
                  <a:pt x="787" y="0"/>
                </a:lnTo>
                <a:moveTo>
                  <a:pt x="865" y="0"/>
                </a:moveTo>
                <a:lnTo>
                  <a:pt x="914" y="0"/>
                </a:lnTo>
                <a:lnTo>
                  <a:pt x="914" y="9"/>
                </a:lnTo>
                <a:lnTo>
                  <a:pt x="865" y="9"/>
                </a:lnTo>
                <a:lnTo>
                  <a:pt x="865" y="0"/>
                </a:lnTo>
                <a:moveTo>
                  <a:pt x="943" y="0"/>
                </a:moveTo>
                <a:lnTo>
                  <a:pt x="992" y="0"/>
                </a:lnTo>
                <a:lnTo>
                  <a:pt x="992" y="9"/>
                </a:lnTo>
                <a:lnTo>
                  <a:pt x="943" y="9"/>
                </a:lnTo>
                <a:lnTo>
                  <a:pt x="943" y="0"/>
                </a:lnTo>
                <a:moveTo>
                  <a:pt x="1021" y="0"/>
                </a:moveTo>
                <a:lnTo>
                  <a:pt x="1070" y="0"/>
                </a:lnTo>
                <a:lnTo>
                  <a:pt x="1070" y="9"/>
                </a:lnTo>
                <a:lnTo>
                  <a:pt x="1021" y="9"/>
                </a:lnTo>
                <a:lnTo>
                  <a:pt x="1021" y="0"/>
                </a:lnTo>
                <a:moveTo>
                  <a:pt x="1100" y="0"/>
                </a:moveTo>
                <a:lnTo>
                  <a:pt x="1148" y="0"/>
                </a:lnTo>
                <a:lnTo>
                  <a:pt x="1148" y="9"/>
                </a:lnTo>
                <a:lnTo>
                  <a:pt x="1100" y="9"/>
                </a:lnTo>
                <a:lnTo>
                  <a:pt x="1100" y="0"/>
                </a:lnTo>
                <a:moveTo>
                  <a:pt x="1178" y="0"/>
                </a:moveTo>
                <a:lnTo>
                  <a:pt x="1227" y="0"/>
                </a:lnTo>
                <a:lnTo>
                  <a:pt x="1227" y="9"/>
                </a:lnTo>
                <a:lnTo>
                  <a:pt x="1178" y="9"/>
                </a:lnTo>
                <a:lnTo>
                  <a:pt x="1178" y="0"/>
                </a:lnTo>
                <a:moveTo>
                  <a:pt x="1256" y="0"/>
                </a:moveTo>
                <a:lnTo>
                  <a:pt x="1305" y="0"/>
                </a:lnTo>
                <a:lnTo>
                  <a:pt x="1305" y="9"/>
                </a:lnTo>
                <a:lnTo>
                  <a:pt x="1256" y="9"/>
                </a:lnTo>
                <a:lnTo>
                  <a:pt x="1256" y="0"/>
                </a:lnTo>
                <a:moveTo>
                  <a:pt x="1334" y="0"/>
                </a:moveTo>
                <a:lnTo>
                  <a:pt x="1383" y="0"/>
                </a:lnTo>
                <a:lnTo>
                  <a:pt x="1383" y="9"/>
                </a:lnTo>
                <a:lnTo>
                  <a:pt x="1334" y="9"/>
                </a:lnTo>
                <a:lnTo>
                  <a:pt x="1334" y="0"/>
                </a:lnTo>
                <a:moveTo>
                  <a:pt x="1412" y="0"/>
                </a:moveTo>
                <a:lnTo>
                  <a:pt x="1461" y="0"/>
                </a:lnTo>
                <a:lnTo>
                  <a:pt x="1461" y="9"/>
                </a:lnTo>
                <a:lnTo>
                  <a:pt x="1412" y="9"/>
                </a:lnTo>
                <a:lnTo>
                  <a:pt x="1412" y="0"/>
                </a:lnTo>
                <a:moveTo>
                  <a:pt x="1491" y="0"/>
                </a:moveTo>
                <a:lnTo>
                  <a:pt x="1539" y="0"/>
                </a:lnTo>
                <a:lnTo>
                  <a:pt x="1539" y="9"/>
                </a:lnTo>
                <a:lnTo>
                  <a:pt x="1491" y="9"/>
                </a:lnTo>
                <a:lnTo>
                  <a:pt x="1491" y="0"/>
                </a:lnTo>
                <a:moveTo>
                  <a:pt x="1569" y="0"/>
                </a:moveTo>
                <a:lnTo>
                  <a:pt x="1618" y="0"/>
                </a:lnTo>
                <a:lnTo>
                  <a:pt x="1618" y="9"/>
                </a:lnTo>
                <a:lnTo>
                  <a:pt x="1569" y="9"/>
                </a:lnTo>
                <a:lnTo>
                  <a:pt x="1569" y="0"/>
                </a:lnTo>
                <a:moveTo>
                  <a:pt x="1647" y="0"/>
                </a:moveTo>
                <a:lnTo>
                  <a:pt x="1696" y="0"/>
                </a:lnTo>
                <a:lnTo>
                  <a:pt x="1696" y="9"/>
                </a:lnTo>
                <a:lnTo>
                  <a:pt x="1647" y="9"/>
                </a:lnTo>
                <a:lnTo>
                  <a:pt x="1647" y="0"/>
                </a:lnTo>
                <a:moveTo>
                  <a:pt x="1725" y="0"/>
                </a:moveTo>
                <a:lnTo>
                  <a:pt x="1774" y="0"/>
                </a:lnTo>
                <a:lnTo>
                  <a:pt x="1774" y="9"/>
                </a:lnTo>
                <a:lnTo>
                  <a:pt x="1725" y="9"/>
                </a:lnTo>
                <a:lnTo>
                  <a:pt x="1725" y="0"/>
                </a:lnTo>
                <a:moveTo>
                  <a:pt x="1803" y="0"/>
                </a:moveTo>
                <a:lnTo>
                  <a:pt x="1852" y="0"/>
                </a:lnTo>
                <a:lnTo>
                  <a:pt x="1852" y="9"/>
                </a:lnTo>
                <a:lnTo>
                  <a:pt x="1803" y="9"/>
                </a:lnTo>
                <a:lnTo>
                  <a:pt x="1803" y="0"/>
                </a:lnTo>
                <a:moveTo>
                  <a:pt x="1881" y="0"/>
                </a:moveTo>
                <a:lnTo>
                  <a:pt x="1930" y="0"/>
                </a:lnTo>
                <a:lnTo>
                  <a:pt x="1930" y="9"/>
                </a:lnTo>
                <a:lnTo>
                  <a:pt x="1881" y="9"/>
                </a:lnTo>
                <a:lnTo>
                  <a:pt x="1881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9"/>
                </a:lnTo>
                <a:lnTo>
                  <a:pt x="1960" y="9"/>
                </a:lnTo>
                <a:lnTo>
                  <a:pt x="1960" y="0"/>
                </a:lnTo>
                <a:moveTo>
                  <a:pt x="2038" y="0"/>
                </a:moveTo>
                <a:lnTo>
                  <a:pt x="2087" y="0"/>
                </a:lnTo>
                <a:lnTo>
                  <a:pt x="2087" y="9"/>
                </a:lnTo>
                <a:lnTo>
                  <a:pt x="2038" y="9"/>
                </a:lnTo>
                <a:lnTo>
                  <a:pt x="2038" y="0"/>
                </a:lnTo>
                <a:moveTo>
                  <a:pt x="2116" y="0"/>
                </a:moveTo>
                <a:lnTo>
                  <a:pt x="2165" y="0"/>
                </a:lnTo>
                <a:lnTo>
                  <a:pt x="2165" y="9"/>
                </a:lnTo>
                <a:lnTo>
                  <a:pt x="2116" y="9"/>
                </a:lnTo>
                <a:lnTo>
                  <a:pt x="2116" y="0"/>
                </a:lnTo>
                <a:moveTo>
                  <a:pt x="2194" y="0"/>
                </a:moveTo>
                <a:lnTo>
                  <a:pt x="2243" y="0"/>
                </a:lnTo>
                <a:lnTo>
                  <a:pt x="2243" y="9"/>
                </a:lnTo>
                <a:lnTo>
                  <a:pt x="2194" y="9"/>
                </a:lnTo>
                <a:lnTo>
                  <a:pt x="2194" y="0"/>
                </a:lnTo>
                <a:moveTo>
                  <a:pt x="2272" y="0"/>
                </a:moveTo>
                <a:lnTo>
                  <a:pt x="2321" y="0"/>
                </a:lnTo>
                <a:lnTo>
                  <a:pt x="2321" y="9"/>
                </a:lnTo>
                <a:lnTo>
                  <a:pt x="2272" y="9"/>
                </a:lnTo>
                <a:lnTo>
                  <a:pt x="2272" y="0"/>
                </a:lnTo>
                <a:moveTo>
                  <a:pt x="2351" y="0"/>
                </a:moveTo>
                <a:lnTo>
                  <a:pt x="2399" y="0"/>
                </a:lnTo>
                <a:lnTo>
                  <a:pt x="2399" y="9"/>
                </a:lnTo>
                <a:lnTo>
                  <a:pt x="2351" y="9"/>
                </a:lnTo>
                <a:lnTo>
                  <a:pt x="2351" y="0"/>
                </a:lnTo>
                <a:moveTo>
                  <a:pt x="2429" y="0"/>
                </a:moveTo>
                <a:lnTo>
                  <a:pt x="2478" y="0"/>
                </a:lnTo>
                <a:lnTo>
                  <a:pt x="2478" y="9"/>
                </a:lnTo>
                <a:lnTo>
                  <a:pt x="2429" y="9"/>
                </a:lnTo>
                <a:lnTo>
                  <a:pt x="2429" y="0"/>
                </a:lnTo>
                <a:moveTo>
                  <a:pt x="2507" y="0"/>
                </a:moveTo>
                <a:lnTo>
                  <a:pt x="2556" y="0"/>
                </a:lnTo>
                <a:lnTo>
                  <a:pt x="2556" y="9"/>
                </a:lnTo>
                <a:lnTo>
                  <a:pt x="2507" y="9"/>
                </a:lnTo>
                <a:lnTo>
                  <a:pt x="2507" y="0"/>
                </a:lnTo>
                <a:moveTo>
                  <a:pt x="2585" y="0"/>
                </a:moveTo>
                <a:lnTo>
                  <a:pt x="2634" y="0"/>
                </a:lnTo>
                <a:lnTo>
                  <a:pt x="2634" y="9"/>
                </a:lnTo>
                <a:lnTo>
                  <a:pt x="2585" y="9"/>
                </a:lnTo>
                <a:lnTo>
                  <a:pt x="2585" y="0"/>
                </a:lnTo>
                <a:moveTo>
                  <a:pt x="2663" y="0"/>
                </a:moveTo>
                <a:lnTo>
                  <a:pt x="2712" y="0"/>
                </a:lnTo>
                <a:lnTo>
                  <a:pt x="2712" y="9"/>
                </a:lnTo>
                <a:lnTo>
                  <a:pt x="2663" y="9"/>
                </a:lnTo>
                <a:lnTo>
                  <a:pt x="2663" y="0"/>
                </a:lnTo>
                <a:moveTo>
                  <a:pt x="2742" y="0"/>
                </a:moveTo>
                <a:lnTo>
                  <a:pt x="2790" y="0"/>
                </a:lnTo>
                <a:lnTo>
                  <a:pt x="2790" y="9"/>
                </a:lnTo>
                <a:lnTo>
                  <a:pt x="2742" y="9"/>
                </a:lnTo>
                <a:lnTo>
                  <a:pt x="2742" y="0"/>
                </a:lnTo>
                <a:moveTo>
                  <a:pt x="2820" y="0"/>
                </a:moveTo>
                <a:lnTo>
                  <a:pt x="2869" y="0"/>
                </a:lnTo>
                <a:lnTo>
                  <a:pt x="2869" y="9"/>
                </a:lnTo>
                <a:lnTo>
                  <a:pt x="2820" y="9"/>
                </a:lnTo>
                <a:lnTo>
                  <a:pt x="2820" y="0"/>
                </a:lnTo>
                <a:moveTo>
                  <a:pt x="2898" y="0"/>
                </a:moveTo>
                <a:lnTo>
                  <a:pt x="2947" y="0"/>
                </a:lnTo>
                <a:lnTo>
                  <a:pt x="2947" y="9"/>
                </a:lnTo>
                <a:lnTo>
                  <a:pt x="2898" y="9"/>
                </a:lnTo>
                <a:lnTo>
                  <a:pt x="2898" y="0"/>
                </a:lnTo>
                <a:moveTo>
                  <a:pt x="2976" y="0"/>
                </a:moveTo>
                <a:lnTo>
                  <a:pt x="3026" y="0"/>
                </a:lnTo>
                <a:lnTo>
                  <a:pt x="3026" y="9"/>
                </a:lnTo>
                <a:lnTo>
                  <a:pt x="2976" y="9"/>
                </a:lnTo>
                <a:lnTo>
                  <a:pt x="2976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75" y="0"/>
                </a:lnTo>
                <a:lnTo>
                  <a:pt x="4575" y="24"/>
                </a:lnTo>
                <a:lnTo>
                  <a:pt x="4565" y="24"/>
                </a:lnTo>
                <a:lnTo>
                  <a:pt x="4565" y="5"/>
                </a:lnTo>
                <a:lnTo>
                  <a:pt x="4570" y="5"/>
                </a:lnTo>
                <a:lnTo>
                  <a:pt x="4570" y="9"/>
                </a:lnTo>
                <a:lnTo>
                  <a:pt x="4541" y="9"/>
                </a:lnTo>
                <a:lnTo>
                  <a:pt x="4541" y="0"/>
                </a:lnTo>
                <a:moveTo>
                  <a:pt x="4575" y="53"/>
                </a:moveTo>
                <a:lnTo>
                  <a:pt x="4575" y="102"/>
                </a:lnTo>
                <a:lnTo>
                  <a:pt x="4565" y="102"/>
                </a:lnTo>
                <a:lnTo>
                  <a:pt x="4565" y="53"/>
                </a:lnTo>
                <a:lnTo>
                  <a:pt x="4575" y="53"/>
                </a:lnTo>
                <a:moveTo>
                  <a:pt x="4575" y="131"/>
                </a:moveTo>
                <a:lnTo>
                  <a:pt x="4575" y="180"/>
                </a:lnTo>
                <a:lnTo>
                  <a:pt x="4565" y="180"/>
                </a:lnTo>
                <a:lnTo>
                  <a:pt x="4565" y="131"/>
                </a:lnTo>
                <a:lnTo>
                  <a:pt x="4575" y="131"/>
                </a:lnTo>
                <a:moveTo>
                  <a:pt x="4575" y="209"/>
                </a:moveTo>
                <a:lnTo>
                  <a:pt x="4575" y="258"/>
                </a:lnTo>
                <a:lnTo>
                  <a:pt x="4565" y="258"/>
                </a:lnTo>
                <a:lnTo>
                  <a:pt x="4565" y="209"/>
                </a:lnTo>
                <a:lnTo>
                  <a:pt x="4575" y="209"/>
                </a:lnTo>
                <a:moveTo>
                  <a:pt x="4575" y="287"/>
                </a:moveTo>
                <a:lnTo>
                  <a:pt x="4575" y="336"/>
                </a:lnTo>
                <a:lnTo>
                  <a:pt x="4565" y="336"/>
                </a:lnTo>
                <a:lnTo>
                  <a:pt x="4565" y="287"/>
                </a:lnTo>
                <a:lnTo>
                  <a:pt x="4575" y="287"/>
                </a:lnTo>
                <a:moveTo>
                  <a:pt x="4575" y="365"/>
                </a:moveTo>
                <a:lnTo>
                  <a:pt x="4575" y="414"/>
                </a:lnTo>
                <a:lnTo>
                  <a:pt x="4565" y="414"/>
                </a:lnTo>
                <a:lnTo>
                  <a:pt x="4565" y="365"/>
                </a:lnTo>
                <a:lnTo>
                  <a:pt x="4575" y="365"/>
                </a:lnTo>
                <a:moveTo>
                  <a:pt x="4575" y="443"/>
                </a:moveTo>
                <a:lnTo>
                  <a:pt x="4575" y="492"/>
                </a:lnTo>
                <a:lnTo>
                  <a:pt x="4565" y="492"/>
                </a:lnTo>
                <a:lnTo>
                  <a:pt x="4565" y="443"/>
                </a:lnTo>
                <a:lnTo>
                  <a:pt x="4575" y="443"/>
                </a:lnTo>
                <a:moveTo>
                  <a:pt x="4575" y="521"/>
                </a:moveTo>
                <a:lnTo>
                  <a:pt x="4575" y="570"/>
                </a:lnTo>
                <a:lnTo>
                  <a:pt x="4565" y="570"/>
                </a:lnTo>
                <a:lnTo>
                  <a:pt x="4565" y="521"/>
                </a:lnTo>
                <a:lnTo>
                  <a:pt x="4575" y="521"/>
                </a:lnTo>
                <a:moveTo>
                  <a:pt x="4575" y="600"/>
                </a:moveTo>
                <a:lnTo>
                  <a:pt x="4575" y="648"/>
                </a:lnTo>
                <a:lnTo>
                  <a:pt x="4565" y="648"/>
                </a:lnTo>
                <a:lnTo>
                  <a:pt x="4565" y="600"/>
                </a:lnTo>
                <a:lnTo>
                  <a:pt x="4575" y="600"/>
                </a:lnTo>
                <a:moveTo>
                  <a:pt x="4575" y="678"/>
                </a:moveTo>
                <a:lnTo>
                  <a:pt x="4575" y="726"/>
                </a:lnTo>
                <a:lnTo>
                  <a:pt x="4565" y="726"/>
                </a:lnTo>
                <a:lnTo>
                  <a:pt x="4565" y="678"/>
                </a:lnTo>
                <a:lnTo>
                  <a:pt x="4575" y="678"/>
                </a:lnTo>
                <a:moveTo>
                  <a:pt x="4575" y="756"/>
                </a:moveTo>
                <a:lnTo>
                  <a:pt x="4575" y="804"/>
                </a:lnTo>
                <a:lnTo>
                  <a:pt x="4565" y="804"/>
                </a:lnTo>
                <a:lnTo>
                  <a:pt x="4565" y="756"/>
                </a:lnTo>
                <a:lnTo>
                  <a:pt x="4575" y="756"/>
                </a:lnTo>
                <a:moveTo>
                  <a:pt x="4575" y="834"/>
                </a:moveTo>
                <a:lnTo>
                  <a:pt x="4575" y="882"/>
                </a:lnTo>
                <a:lnTo>
                  <a:pt x="4565" y="882"/>
                </a:lnTo>
                <a:lnTo>
                  <a:pt x="4565" y="834"/>
                </a:lnTo>
                <a:lnTo>
                  <a:pt x="4575" y="834"/>
                </a:lnTo>
                <a:moveTo>
                  <a:pt x="4575" y="912"/>
                </a:moveTo>
                <a:lnTo>
                  <a:pt x="4575" y="960"/>
                </a:lnTo>
                <a:lnTo>
                  <a:pt x="4565" y="960"/>
                </a:lnTo>
                <a:lnTo>
                  <a:pt x="4565" y="912"/>
                </a:lnTo>
                <a:lnTo>
                  <a:pt x="4575" y="912"/>
                </a:lnTo>
                <a:moveTo>
                  <a:pt x="4575" y="990"/>
                </a:moveTo>
                <a:lnTo>
                  <a:pt x="4575" y="1038"/>
                </a:lnTo>
                <a:lnTo>
                  <a:pt x="4565" y="1038"/>
                </a:lnTo>
                <a:lnTo>
                  <a:pt x="4565" y="990"/>
                </a:lnTo>
                <a:lnTo>
                  <a:pt x="4575" y="990"/>
                </a:lnTo>
                <a:moveTo>
                  <a:pt x="4575" y="1068"/>
                </a:moveTo>
                <a:lnTo>
                  <a:pt x="4575" y="1116"/>
                </a:lnTo>
                <a:lnTo>
                  <a:pt x="4565" y="1116"/>
                </a:lnTo>
                <a:lnTo>
                  <a:pt x="4565" y="1068"/>
                </a:lnTo>
                <a:lnTo>
                  <a:pt x="4575" y="1068"/>
                </a:lnTo>
                <a:moveTo>
                  <a:pt x="4575" y="1146"/>
                </a:moveTo>
                <a:lnTo>
                  <a:pt x="4575" y="1194"/>
                </a:lnTo>
                <a:lnTo>
                  <a:pt x="4565" y="1194"/>
                </a:lnTo>
                <a:lnTo>
                  <a:pt x="4565" y="1146"/>
                </a:lnTo>
                <a:lnTo>
                  <a:pt x="4575" y="1146"/>
                </a:lnTo>
                <a:moveTo>
                  <a:pt x="4575" y="1224"/>
                </a:moveTo>
                <a:lnTo>
                  <a:pt x="4575" y="1272"/>
                </a:lnTo>
                <a:lnTo>
                  <a:pt x="4565" y="1272"/>
                </a:lnTo>
                <a:lnTo>
                  <a:pt x="4565" y="1224"/>
                </a:lnTo>
                <a:lnTo>
                  <a:pt x="4575" y="1224"/>
                </a:lnTo>
                <a:moveTo>
                  <a:pt x="4575" y="1302"/>
                </a:moveTo>
                <a:lnTo>
                  <a:pt x="4575" y="1351"/>
                </a:lnTo>
                <a:lnTo>
                  <a:pt x="4565" y="1351"/>
                </a:lnTo>
                <a:lnTo>
                  <a:pt x="4565" y="1302"/>
                </a:lnTo>
                <a:lnTo>
                  <a:pt x="4575" y="1302"/>
                </a:lnTo>
                <a:moveTo>
                  <a:pt x="4575" y="1380"/>
                </a:moveTo>
                <a:lnTo>
                  <a:pt x="4575" y="1429"/>
                </a:lnTo>
                <a:lnTo>
                  <a:pt x="4565" y="1429"/>
                </a:lnTo>
                <a:lnTo>
                  <a:pt x="4565" y="1380"/>
                </a:lnTo>
                <a:lnTo>
                  <a:pt x="4575" y="1380"/>
                </a:lnTo>
                <a:moveTo>
                  <a:pt x="4575" y="1458"/>
                </a:moveTo>
                <a:lnTo>
                  <a:pt x="4575" y="1507"/>
                </a:lnTo>
                <a:lnTo>
                  <a:pt x="4565" y="1507"/>
                </a:lnTo>
                <a:lnTo>
                  <a:pt x="4565" y="1458"/>
                </a:lnTo>
                <a:lnTo>
                  <a:pt x="4575" y="1458"/>
                </a:lnTo>
                <a:moveTo>
                  <a:pt x="4575" y="1536"/>
                </a:moveTo>
                <a:lnTo>
                  <a:pt x="4575" y="1585"/>
                </a:lnTo>
                <a:lnTo>
                  <a:pt x="4565" y="1585"/>
                </a:lnTo>
                <a:lnTo>
                  <a:pt x="4565" y="1536"/>
                </a:lnTo>
                <a:lnTo>
                  <a:pt x="4575" y="1536"/>
                </a:lnTo>
                <a:moveTo>
                  <a:pt x="4575" y="1614"/>
                </a:moveTo>
                <a:lnTo>
                  <a:pt x="4575" y="1663"/>
                </a:lnTo>
                <a:lnTo>
                  <a:pt x="4565" y="1663"/>
                </a:lnTo>
                <a:lnTo>
                  <a:pt x="4565" y="1614"/>
                </a:lnTo>
                <a:lnTo>
                  <a:pt x="4575" y="1614"/>
                </a:lnTo>
                <a:moveTo>
                  <a:pt x="4575" y="1692"/>
                </a:moveTo>
                <a:lnTo>
                  <a:pt x="4575" y="1741"/>
                </a:lnTo>
                <a:lnTo>
                  <a:pt x="4565" y="1741"/>
                </a:lnTo>
                <a:lnTo>
                  <a:pt x="4565" y="1692"/>
                </a:lnTo>
                <a:lnTo>
                  <a:pt x="4575" y="1692"/>
                </a:lnTo>
                <a:moveTo>
                  <a:pt x="4575" y="1771"/>
                </a:moveTo>
                <a:lnTo>
                  <a:pt x="4575" y="1820"/>
                </a:lnTo>
                <a:lnTo>
                  <a:pt x="4565" y="1820"/>
                </a:lnTo>
                <a:lnTo>
                  <a:pt x="4565" y="1771"/>
                </a:lnTo>
                <a:lnTo>
                  <a:pt x="4575" y="1771"/>
                </a:lnTo>
                <a:moveTo>
                  <a:pt x="4575" y="1849"/>
                </a:moveTo>
                <a:lnTo>
                  <a:pt x="4575" y="1898"/>
                </a:lnTo>
                <a:lnTo>
                  <a:pt x="4565" y="1898"/>
                </a:lnTo>
                <a:lnTo>
                  <a:pt x="4565" y="1849"/>
                </a:lnTo>
                <a:lnTo>
                  <a:pt x="4575" y="1849"/>
                </a:lnTo>
                <a:moveTo>
                  <a:pt x="4575" y="1927"/>
                </a:moveTo>
                <a:lnTo>
                  <a:pt x="4575" y="1976"/>
                </a:lnTo>
                <a:lnTo>
                  <a:pt x="4565" y="1976"/>
                </a:lnTo>
                <a:lnTo>
                  <a:pt x="4565" y="1927"/>
                </a:lnTo>
                <a:lnTo>
                  <a:pt x="4575" y="1927"/>
                </a:lnTo>
                <a:moveTo>
                  <a:pt x="4575" y="2005"/>
                </a:moveTo>
                <a:lnTo>
                  <a:pt x="4575" y="2054"/>
                </a:lnTo>
                <a:lnTo>
                  <a:pt x="4565" y="2054"/>
                </a:lnTo>
                <a:lnTo>
                  <a:pt x="4565" y="2005"/>
                </a:lnTo>
                <a:lnTo>
                  <a:pt x="4575" y="2005"/>
                </a:lnTo>
                <a:moveTo>
                  <a:pt x="4575" y="2083"/>
                </a:moveTo>
                <a:lnTo>
                  <a:pt x="4575" y="2132"/>
                </a:lnTo>
                <a:lnTo>
                  <a:pt x="4565" y="2132"/>
                </a:lnTo>
                <a:lnTo>
                  <a:pt x="4565" y="2083"/>
                </a:lnTo>
                <a:lnTo>
                  <a:pt x="4575" y="2083"/>
                </a:lnTo>
                <a:moveTo>
                  <a:pt x="4575" y="2161"/>
                </a:moveTo>
                <a:lnTo>
                  <a:pt x="4575" y="2210"/>
                </a:lnTo>
                <a:lnTo>
                  <a:pt x="4565" y="2210"/>
                </a:lnTo>
                <a:lnTo>
                  <a:pt x="4565" y="2161"/>
                </a:lnTo>
                <a:lnTo>
                  <a:pt x="4575" y="2161"/>
                </a:lnTo>
                <a:moveTo>
                  <a:pt x="4570" y="2244"/>
                </a:moveTo>
                <a:lnTo>
                  <a:pt x="4521" y="2244"/>
                </a:lnTo>
                <a:lnTo>
                  <a:pt x="4521" y="2234"/>
                </a:lnTo>
                <a:lnTo>
                  <a:pt x="4570" y="2234"/>
                </a:lnTo>
                <a:lnTo>
                  <a:pt x="4570" y="2244"/>
                </a:lnTo>
                <a:moveTo>
                  <a:pt x="4492" y="2244"/>
                </a:moveTo>
                <a:lnTo>
                  <a:pt x="4443" y="2244"/>
                </a:lnTo>
                <a:lnTo>
                  <a:pt x="4443" y="2234"/>
                </a:lnTo>
                <a:lnTo>
                  <a:pt x="4492" y="2234"/>
                </a:lnTo>
                <a:lnTo>
                  <a:pt x="4492" y="2244"/>
                </a:lnTo>
                <a:moveTo>
                  <a:pt x="4414" y="2244"/>
                </a:moveTo>
                <a:lnTo>
                  <a:pt x="4365" y="2244"/>
                </a:lnTo>
                <a:lnTo>
                  <a:pt x="4365" y="2234"/>
                </a:lnTo>
                <a:lnTo>
                  <a:pt x="4414" y="2234"/>
                </a:lnTo>
                <a:lnTo>
                  <a:pt x="4414" y="2244"/>
                </a:lnTo>
                <a:moveTo>
                  <a:pt x="4336" y="2244"/>
                </a:moveTo>
                <a:lnTo>
                  <a:pt x="4287" y="2244"/>
                </a:lnTo>
                <a:lnTo>
                  <a:pt x="4287" y="2234"/>
                </a:lnTo>
                <a:lnTo>
                  <a:pt x="4336" y="2234"/>
                </a:lnTo>
                <a:lnTo>
                  <a:pt x="4336" y="2244"/>
                </a:lnTo>
                <a:moveTo>
                  <a:pt x="4258" y="2244"/>
                </a:moveTo>
                <a:lnTo>
                  <a:pt x="4209" y="2244"/>
                </a:lnTo>
                <a:lnTo>
                  <a:pt x="4209" y="2234"/>
                </a:lnTo>
                <a:lnTo>
                  <a:pt x="4258" y="2234"/>
                </a:lnTo>
                <a:lnTo>
                  <a:pt x="4258" y="2244"/>
                </a:lnTo>
                <a:moveTo>
                  <a:pt x="4179" y="2244"/>
                </a:moveTo>
                <a:lnTo>
                  <a:pt x="4130" y="2244"/>
                </a:lnTo>
                <a:lnTo>
                  <a:pt x="4130" y="2234"/>
                </a:lnTo>
                <a:lnTo>
                  <a:pt x="4179" y="2234"/>
                </a:lnTo>
                <a:lnTo>
                  <a:pt x="4179" y="2244"/>
                </a:lnTo>
                <a:moveTo>
                  <a:pt x="4101" y="2244"/>
                </a:moveTo>
                <a:lnTo>
                  <a:pt x="4052" y="2244"/>
                </a:lnTo>
                <a:lnTo>
                  <a:pt x="4052" y="2234"/>
                </a:lnTo>
                <a:lnTo>
                  <a:pt x="4101" y="2234"/>
                </a:lnTo>
                <a:lnTo>
                  <a:pt x="4101" y="2244"/>
                </a:lnTo>
                <a:moveTo>
                  <a:pt x="4023" y="2244"/>
                </a:moveTo>
                <a:lnTo>
                  <a:pt x="3974" y="2244"/>
                </a:lnTo>
                <a:lnTo>
                  <a:pt x="3974" y="2234"/>
                </a:lnTo>
                <a:lnTo>
                  <a:pt x="4023" y="2234"/>
                </a:lnTo>
                <a:lnTo>
                  <a:pt x="4023" y="2244"/>
                </a:lnTo>
                <a:moveTo>
                  <a:pt x="3945" y="2244"/>
                </a:moveTo>
                <a:lnTo>
                  <a:pt x="3896" y="2244"/>
                </a:lnTo>
                <a:lnTo>
                  <a:pt x="3896" y="2234"/>
                </a:lnTo>
                <a:lnTo>
                  <a:pt x="3945" y="2234"/>
                </a:lnTo>
                <a:lnTo>
                  <a:pt x="3945" y="2244"/>
                </a:lnTo>
                <a:moveTo>
                  <a:pt x="3867" y="2244"/>
                </a:moveTo>
                <a:lnTo>
                  <a:pt x="3818" y="2244"/>
                </a:lnTo>
                <a:lnTo>
                  <a:pt x="3818" y="2234"/>
                </a:lnTo>
                <a:lnTo>
                  <a:pt x="3867" y="2234"/>
                </a:lnTo>
                <a:lnTo>
                  <a:pt x="3867" y="2244"/>
                </a:lnTo>
                <a:moveTo>
                  <a:pt x="3788" y="2244"/>
                </a:moveTo>
                <a:lnTo>
                  <a:pt x="3740" y="2244"/>
                </a:lnTo>
                <a:lnTo>
                  <a:pt x="3740" y="2234"/>
                </a:lnTo>
                <a:lnTo>
                  <a:pt x="3788" y="2234"/>
                </a:lnTo>
                <a:lnTo>
                  <a:pt x="3788" y="2244"/>
                </a:lnTo>
                <a:moveTo>
                  <a:pt x="3710" y="2244"/>
                </a:moveTo>
                <a:lnTo>
                  <a:pt x="3661" y="2244"/>
                </a:lnTo>
                <a:lnTo>
                  <a:pt x="3661" y="2234"/>
                </a:lnTo>
                <a:lnTo>
                  <a:pt x="3710" y="2234"/>
                </a:lnTo>
                <a:lnTo>
                  <a:pt x="3710" y="2244"/>
                </a:lnTo>
                <a:moveTo>
                  <a:pt x="3632" y="2244"/>
                </a:moveTo>
                <a:lnTo>
                  <a:pt x="3583" y="2244"/>
                </a:lnTo>
                <a:lnTo>
                  <a:pt x="3583" y="2234"/>
                </a:lnTo>
                <a:lnTo>
                  <a:pt x="3632" y="2234"/>
                </a:lnTo>
                <a:lnTo>
                  <a:pt x="3632" y="2244"/>
                </a:lnTo>
                <a:moveTo>
                  <a:pt x="3554" y="2244"/>
                </a:moveTo>
                <a:lnTo>
                  <a:pt x="3505" y="2244"/>
                </a:lnTo>
                <a:lnTo>
                  <a:pt x="3505" y="2234"/>
                </a:lnTo>
                <a:lnTo>
                  <a:pt x="3554" y="2234"/>
                </a:lnTo>
                <a:lnTo>
                  <a:pt x="3554" y="2244"/>
                </a:lnTo>
                <a:moveTo>
                  <a:pt x="3476" y="2244"/>
                </a:moveTo>
                <a:lnTo>
                  <a:pt x="3427" y="2244"/>
                </a:lnTo>
                <a:lnTo>
                  <a:pt x="3427" y="2234"/>
                </a:lnTo>
                <a:lnTo>
                  <a:pt x="3476" y="2234"/>
                </a:lnTo>
                <a:lnTo>
                  <a:pt x="3476" y="2244"/>
                </a:lnTo>
                <a:moveTo>
                  <a:pt x="3397" y="2244"/>
                </a:moveTo>
                <a:lnTo>
                  <a:pt x="3349" y="2244"/>
                </a:lnTo>
                <a:lnTo>
                  <a:pt x="3349" y="2234"/>
                </a:lnTo>
                <a:lnTo>
                  <a:pt x="3397" y="2234"/>
                </a:lnTo>
                <a:lnTo>
                  <a:pt x="3397" y="2244"/>
                </a:lnTo>
                <a:moveTo>
                  <a:pt x="3319" y="2244"/>
                </a:moveTo>
                <a:lnTo>
                  <a:pt x="3270" y="2244"/>
                </a:lnTo>
                <a:lnTo>
                  <a:pt x="3270" y="2234"/>
                </a:lnTo>
                <a:lnTo>
                  <a:pt x="3319" y="2234"/>
                </a:lnTo>
                <a:lnTo>
                  <a:pt x="3319" y="2244"/>
                </a:lnTo>
                <a:moveTo>
                  <a:pt x="3241" y="2244"/>
                </a:moveTo>
                <a:lnTo>
                  <a:pt x="3192" y="2244"/>
                </a:lnTo>
                <a:lnTo>
                  <a:pt x="3192" y="2234"/>
                </a:lnTo>
                <a:lnTo>
                  <a:pt x="3241" y="2234"/>
                </a:lnTo>
                <a:lnTo>
                  <a:pt x="3241" y="2244"/>
                </a:lnTo>
                <a:moveTo>
                  <a:pt x="3163" y="2244"/>
                </a:moveTo>
                <a:lnTo>
                  <a:pt x="3114" y="2244"/>
                </a:lnTo>
                <a:lnTo>
                  <a:pt x="3114" y="2234"/>
                </a:lnTo>
                <a:lnTo>
                  <a:pt x="3163" y="2234"/>
                </a:lnTo>
                <a:lnTo>
                  <a:pt x="3163" y="2244"/>
                </a:lnTo>
                <a:moveTo>
                  <a:pt x="3085" y="2244"/>
                </a:moveTo>
                <a:lnTo>
                  <a:pt x="3036" y="2244"/>
                </a:lnTo>
                <a:lnTo>
                  <a:pt x="3036" y="2234"/>
                </a:lnTo>
                <a:lnTo>
                  <a:pt x="3085" y="2234"/>
                </a:lnTo>
                <a:lnTo>
                  <a:pt x="3085" y="2244"/>
                </a:lnTo>
                <a:moveTo>
                  <a:pt x="3005" y="2244"/>
                </a:moveTo>
                <a:lnTo>
                  <a:pt x="2957" y="2244"/>
                </a:lnTo>
                <a:lnTo>
                  <a:pt x="2957" y="2234"/>
                </a:lnTo>
                <a:lnTo>
                  <a:pt x="3005" y="2234"/>
                </a:lnTo>
                <a:lnTo>
                  <a:pt x="3005" y="2244"/>
                </a:lnTo>
                <a:moveTo>
                  <a:pt x="2927" y="2244"/>
                </a:moveTo>
                <a:lnTo>
                  <a:pt x="2878" y="2244"/>
                </a:lnTo>
                <a:lnTo>
                  <a:pt x="2878" y="2234"/>
                </a:lnTo>
                <a:lnTo>
                  <a:pt x="2927" y="2234"/>
                </a:lnTo>
                <a:lnTo>
                  <a:pt x="2927" y="2244"/>
                </a:lnTo>
                <a:moveTo>
                  <a:pt x="2849" y="2244"/>
                </a:moveTo>
                <a:lnTo>
                  <a:pt x="2800" y="2244"/>
                </a:lnTo>
                <a:lnTo>
                  <a:pt x="2800" y="2234"/>
                </a:lnTo>
                <a:lnTo>
                  <a:pt x="2849" y="2234"/>
                </a:lnTo>
                <a:lnTo>
                  <a:pt x="2849" y="2244"/>
                </a:lnTo>
                <a:moveTo>
                  <a:pt x="2771" y="2244"/>
                </a:moveTo>
                <a:lnTo>
                  <a:pt x="2722" y="2244"/>
                </a:lnTo>
                <a:lnTo>
                  <a:pt x="2722" y="2234"/>
                </a:lnTo>
                <a:lnTo>
                  <a:pt x="2771" y="2234"/>
                </a:lnTo>
                <a:lnTo>
                  <a:pt x="2771" y="2244"/>
                </a:lnTo>
                <a:moveTo>
                  <a:pt x="2693" y="2244"/>
                </a:moveTo>
                <a:lnTo>
                  <a:pt x="2644" y="2244"/>
                </a:lnTo>
                <a:lnTo>
                  <a:pt x="2644" y="2234"/>
                </a:lnTo>
                <a:lnTo>
                  <a:pt x="2693" y="2234"/>
                </a:lnTo>
                <a:lnTo>
                  <a:pt x="2693" y="2244"/>
                </a:lnTo>
                <a:moveTo>
                  <a:pt x="2615" y="2244"/>
                </a:moveTo>
                <a:lnTo>
                  <a:pt x="2566" y="2244"/>
                </a:lnTo>
                <a:lnTo>
                  <a:pt x="2566" y="2234"/>
                </a:lnTo>
                <a:lnTo>
                  <a:pt x="2615" y="2234"/>
                </a:lnTo>
                <a:lnTo>
                  <a:pt x="2615" y="2244"/>
                </a:lnTo>
                <a:moveTo>
                  <a:pt x="2536" y="2244"/>
                </a:moveTo>
                <a:lnTo>
                  <a:pt x="2487" y="2244"/>
                </a:lnTo>
                <a:lnTo>
                  <a:pt x="2487" y="2234"/>
                </a:lnTo>
                <a:lnTo>
                  <a:pt x="2536" y="2234"/>
                </a:lnTo>
                <a:lnTo>
                  <a:pt x="2536" y="2244"/>
                </a:lnTo>
                <a:moveTo>
                  <a:pt x="2458" y="2244"/>
                </a:moveTo>
                <a:lnTo>
                  <a:pt x="2409" y="2244"/>
                </a:lnTo>
                <a:lnTo>
                  <a:pt x="2409" y="2234"/>
                </a:lnTo>
                <a:lnTo>
                  <a:pt x="2458" y="2234"/>
                </a:lnTo>
                <a:lnTo>
                  <a:pt x="2458" y="2244"/>
                </a:lnTo>
                <a:moveTo>
                  <a:pt x="2380" y="2244"/>
                </a:moveTo>
                <a:lnTo>
                  <a:pt x="2331" y="2244"/>
                </a:lnTo>
                <a:lnTo>
                  <a:pt x="2331" y="2234"/>
                </a:lnTo>
                <a:lnTo>
                  <a:pt x="2380" y="2234"/>
                </a:lnTo>
                <a:lnTo>
                  <a:pt x="2380" y="2244"/>
                </a:lnTo>
                <a:moveTo>
                  <a:pt x="2302" y="2244"/>
                </a:moveTo>
                <a:lnTo>
                  <a:pt x="2253" y="2244"/>
                </a:lnTo>
                <a:lnTo>
                  <a:pt x="2253" y="2234"/>
                </a:lnTo>
                <a:lnTo>
                  <a:pt x="2302" y="2234"/>
                </a:lnTo>
                <a:lnTo>
                  <a:pt x="2302" y="2244"/>
                </a:lnTo>
                <a:moveTo>
                  <a:pt x="2224" y="2244"/>
                </a:moveTo>
                <a:lnTo>
                  <a:pt x="2175" y="2244"/>
                </a:lnTo>
                <a:lnTo>
                  <a:pt x="2175" y="2234"/>
                </a:lnTo>
                <a:lnTo>
                  <a:pt x="2224" y="2234"/>
                </a:lnTo>
                <a:lnTo>
                  <a:pt x="2224" y="2244"/>
                </a:lnTo>
                <a:moveTo>
                  <a:pt x="2145" y="2244"/>
                </a:moveTo>
                <a:lnTo>
                  <a:pt x="2096" y="2244"/>
                </a:lnTo>
                <a:lnTo>
                  <a:pt x="2096" y="2234"/>
                </a:lnTo>
                <a:lnTo>
                  <a:pt x="2145" y="2234"/>
                </a:lnTo>
                <a:lnTo>
                  <a:pt x="2145" y="2244"/>
                </a:lnTo>
                <a:moveTo>
                  <a:pt x="2067" y="2244"/>
                </a:moveTo>
                <a:lnTo>
                  <a:pt x="2018" y="2244"/>
                </a:lnTo>
                <a:lnTo>
                  <a:pt x="2018" y="2234"/>
                </a:lnTo>
                <a:lnTo>
                  <a:pt x="2067" y="2234"/>
                </a:lnTo>
                <a:lnTo>
                  <a:pt x="2067" y="2244"/>
                </a:lnTo>
                <a:moveTo>
                  <a:pt x="1989" y="2244"/>
                </a:moveTo>
                <a:lnTo>
                  <a:pt x="1940" y="2244"/>
                </a:lnTo>
                <a:lnTo>
                  <a:pt x="1940" y="2234"/>
                </a:lnTo>
                <a:lnTo>
                  <a:pt x="1989" y="2234"/>
                </a:lnTo>
                <a:lnTo>
                  <a:pt x="1989" y="2244"/>
                </a:lnTo>
                <a:moveTo>
                  <a:pt x="1911" y="2244"/>
                </a:moveTo>
                <a:lnTo>
                  <a:pt x="1862" y="2244"/>
                </a:lnTo>
                <a:lnTo>
                  <a:pt x="1862" y="2234"/>
                </a:lnTo>
                <a:lnTo>
                  <a:pt x="1911" y="2234"/>
                </a:lnTo>
                <a:lnTo>
                  <a:pt x="1911" y="2244"/>
                </a:lnTo>
                <a:moveTo>
                  <a:pt x="1833" y="2244"/>
                </a:moveTo>
                <a:lnTo>
                  <a:pt x="1784" y="2244"/>
                </a:lnTo>
                <a:lnTo>
                  <a:pt x="1784" y="2234"/>
                </a:lnTo>
                <a:lnTo>
                  <a:pt x="1833" y="2234"/>
                </a:lnTo>
                <a:lnTo>
                  <a:pt x="1833" y="2244"/>
                </a:lnTo>
                <a:moveTo>
                  <a:pt x="1754" y="2244"/>
                </a:moveTo>
                <a:lnTo>
                  <a:pt x="1706" y="2244"/>
                </a:lnTo>
                <a:lnTo>
                  <a:pt x="1706" y="2234"/>
                </a:lnTo>
                <a:lnTo>
                  <a:pt x="1754" y="2234"/>
                </a:lnTo>
                <a:lnTo>
                  <a:pt x="1754" y="2244"/>
                </a:lnTo>
                <a:moveTo>
                  <a:pt x="1676" y="2244"/>
                </a:moveTo>
                <a:lnTo>
                  <a:pt x="1627" y="2244"/>
                </a:lnTo>
                <a:lnTo>
                  <a:pt x="1627" y="2234"/>
                </a:lnTo>
                <a:lnTo>
                  <a:pt x="1676" y="2234"/>
                </a:lnTo>
                <a:lnTo>
                  <a:pt x="1676" y="2244"/>
                </a:lnTo>
                <a:moveTo>
                  <a:pt x="1598" y="2244"/>
                </a:moveTo>
                <a:lnTo>
                  <a:pt x="1549" y="2244"/>
                </a:lnTo>
                <a:lnTo>
                  <a:pt x="1549" y="2234"/>
                </a:lnTo>
                <a:lnTo>
                  <a:pt x="1598" y="2234"/>
                </a:lnTo>
                <a:lnTo>
                  <a:pt x="1598" y="2244"/>
                </a:lnTo>
                <a:moveTo>
                  <a:pt x="1520" y="2244"/>
                </a:moveTo>
                <a:lnTo>
                  <a:pt x="1471" y="2244"/>
                </a:lnTo>
                <a:lnTo>
                  <a:pt x="1471" y="2234"/>
                </a:lnTo>
                <a:lnTo>
                  <a:pt x="1520" y="2234"/>
                </a:lnTo>
                <a:lnTo>
                  <a:pt x="1520" y="2244"/>
                </a:lnTo>
                <a:moveTo>
                  <a:pt x="1442" y="2244"/>
                </a:moveTo>
                <a:lnTo>
                  <a:pt x="1393" y="2244"/>
                </a:lnTo>
                <a:lnTo>
                  <a:pt x="1393" y="2234"/>
                </a:lnTo>
                <a:lnTo>
                  <a:pt x="1442" y="2234"/>
                </a:lnTo>
                <a:lnTo>
                  <a:pt x="1442" y="2244"/>
                </a:lnTo>
                <a:moveTo>
                  <a:pt x="1363" y="2244"/>
                </a:moveTo>
                <a:lnTo>
                  <a:pt x="1315" y="2244"/>
                </a:lnTo>
                <a:lnTo>
                  <a:pt x="1315" y="2234"/>
                </a:lnTo>
                <a:lnTo>
                  <a:pt x="1363" y="2234"/>
                </a:lnTo>
                <a:lnTo>
                  <a:pt x="1363" y="2244"/>
                </a:lnTo>
                <a:moveTo>
                  <a:pt x="1285" y="2244"/>
                </a:moveTo>
                <a:lnTo>
                  <a:pt x="1236" y="2244"/>
                </a:lnTo>
                <a:lnTo>
                  <a:pt x="1236" y="2234"/>
                </a:lnTo>
                <a:lnTo>
                  <a:pt x="1285" y="2234"/>
                </a:lnTo>
                <a:lnTo>
                  <a:pt x="1285" y="2244"/>
                </a:lnTo>
                <a:moveTo>
                  <a:pt x="1207" y="2244"/>
                </a:moveTo>
                <a:lnTo>
                  <a:pt x="1158" y="2244"/>
                </a:lnTo>
                <a:lnTo>
                  <a:pt x="1158" y="2234"/>
                </a:lnTo>
                <a:lnTo>
                  <a:pt x="1207" y="2234"/>
                </a:lnTo>
                <a:lnTo>
                  <a:pt x="1207" y="2244"/>
                </a:lnTo>
                <a:moveTo>
                  <a:pt x="1129" y="2244"/>
                </a:moveTo>
                <a:lnTo>
                  <a:pt x="1080" y="2244"/>
                </a:lnTo>
                <a:lnTo>
                  <a:pt x="1080" y="2234"/>
                </a:lnTo>
                <a:lnTo>
                  <a:pt x="1129" y="2234"/>
                </a:lnTo>
                <a:lnTo>
                  <a:pt x="1129" y="2244"/>
                </a:lnTo>
                <a:moveTo>
                  <a:pt x="1051" y="2244"/>
                </a:moveTo>
                <a:lnTo>
                  <a:pt x="1002" y="2244"/>
                </a:lnTo>
                <a:lnTo>
                  <a:pt x="1002" y="2234"/>
                </a:lnTo>
                <a:lnTo>
                  <a:pt x="1051" y="2234"/>
                </a:lnTo>
                <a:lnTo>
                  <a:pt x="1051" y="2244"/>
                </a:lnTo>
                <a:moveTo>
                  <a:pt x="973" y="2244"/>
                </a:moveTo>
                <a:lnTo>
                  <a:pt x="924" y="2244"/>
                </a:lnTo>
                <a:lnTo>
                  <a:pt x="924" y="2234"/>
                </a:lnTo>
                <a:lnTo>
                  <a:pt x="973" y="2234"/>
                </a:lnTo>
                <a:lnTo>
                  <a:pt x="973" y="2244"/>
                </a:lnTo>
                <a:moveTo>
                  <a:pt x="894" y="2244"/>
                </a:moveTo>
                <a:lnTo>
                  <a:pt x="845" y="2244"/>
                </a:lnTo>
                <a:lnTo>
                  <a:pt x="845" y="2234"/>
                </a:lnTo>
                <a:lnTo>
                  <a:pt x="894" y="2234"/>
                </a:lnTo>
                <a:lnTo>
                  <a:pt x="894" y="2244"/>
                </a:lnTo>
                <a:moveTo>
                  <a:pt x="816" y="2244"/>
                </a:moveTo>
                <a:lnTo>
                  <a:pt x="767" y="2244"/>
                </a:lnTo>
                <a:lnTo>
                  <a:pt x="767" y="2234"/>
                </a:lnTo>
                <a:lnTo>
                  <a:pt x="816" y="2234"/>
                </a:lnTo>
                <a:lnTo>
                  <a:pt x="816" y="2244"/>
                </a:lnTo>
                <a:moveTo>
                  <a:pt x="738" y="2244"/>
                </a:moveTo>
                <a:lnTo>
                  <a:pt x="689" y="2244"/>
                </a:lnTo>
                <a:lnTo>
                  <a:pt x="689" y="2234"/>
                </a:lnTo>
                <a:lnTo>
                  <a:pt x="738" y="2234"/>
                </a:lnTo>
                <a:lnTo>
                  <a:pt x="738" y="2244"/>
                </a:lnTo>
                <a:moveTo>
                  <a:pt x="660" y="2244"/>
                </a:moveTo>
                <a:lnTo>
                  <a:pt x="611" y="2244"/>
                </a:lnTo>
                <a:lnTo>
                  <a:pt x="611" y="2234"/>
                </a:lnTo>
                <a:lnTo>
                  <a:pt x="660" y="2234"/>
                </a:lnTo>
                <a:lnTo>
                  <a:pt x="660" y="2244"/>
                </a:lnTo>
                <a:moveTo>
                  <a:pt x="582" y="2244"/>
                </a:moveTo>
                <a:lnTo>
                  <a:pt x="533" y="2244"/>
                </a:lnTo>
                <a:lnTo>
                  <a:pt x="533" y="2234"/>
                </a:lnTo>
                <a:lnTo>
                  <a:pt x="582" y="2234"/>
                </a:lnTo>
                <a:lnTo>
                  <a:pt x="582" y="2244"/>
                </a:lnTo>
                <a:moveTo>
                  <a:pt x="503" y="2244"/>
                </a:moveTo>
                <a:lnTo>
                  <a:pt x="454" y="2244"/>
                </a:lnTo>
                <a:lnTo>
                  <a:pt x="454" y="2234"/>
                </a:lnTo>
                <a:lnTo>
                  <a:pt x="503" y="2234"/>
                </a:lnTo>
                <a:lnTo>
                  <a:pt x="503" y="2244"/>
                </a:lnTo>
                <a:moveTo>
                  <a:pt x="425" y="2244"/>
                </a:moveTo>
                <a:lnTo>
                  <a:pt x="376" y="2244"/>
                </a:lnTo>
                <a:lnTo>
                  <a:pt x="376" y="2234"/>
                </a:lnTo>
                <a:lnTo>
                  <a:pt x="425" y="2234"/>
                </a:lnTo>
                <a:lnTo>
                  <a:pt x="425" y="2244"/>
                </a:lnTo>
                <a:moveTo>
                  <a:pt x="347" y="2244"/>
                </a:moveTo>
                <a:lnTo>
                  <a:pt x="298" y="2244"/>
                </a:lnTo>
                <a:lnTo>
                  <a:pt x="298" y="2234"/>
                </a:lnTo>
                <a:lnTo>
                  <a:pt x="347" y="2234"/>
                </a:lnTo>
                <a:lnTo>
                  <a:pt x="347" y="2244"/>
                </a:lnTo>
                <a:moveTo>
                  <a:pt x="269" y="2244"/>
                </a:moveTo>
                <a:lnTo>
                  <a:pt x="220" y="2244"/>
                </a:lnTo>
                <a:lnTo>
                  <a:pt x="220" y="2234"/>
                </a:lnTo>
                <a:lnTo>
                  <a:pt x="269" y="2234"/>
                </a:lnTo>
                <a:lnTo>
                  <a:pt x="269" y="2244"/>
                </a:lnTo>
                <a:moveTo>
                  <a:pt x="191" y="2244"/>
                </a:moveTo>
                <a:lnTo>
                  <a:pt x="142" y="2244"/>
                </a:lnTo>
                <a:lnTo>
                  <a:pt x="142" y="2234"/>
                </a:lnTo>
                <a:lnTo>
                  <a:pt x="191" y="2234"/>
                </a:lnTo>
                <a:lnTo>
                  <a:pt x="191" y="2244"/>
                </a:lnTo>
                <a:moveTo>
                  <a:pt x="112" y="2244"/>
                </a:moveTo>
                <a:lnTo>
                  <a:pt x="64" y="2244"/>
                </a:lnTo>
                <a:lnTo>
                  <a:pt x="64" y="2234"/>
                </a:lnTo>
                <a:lnTo>
                  <a:pt x="112" y="2234"/>
                </a:lnTo>
                <a:lnTo>
                  <a:pt x="112" y="2244"/>
                </a:lnTo>
                <a:moveTo>
                  <a:pt x="34" y="2244"/>
                </a:moveTo>
                <a:lnTo>
                  <a:pt x="0" y="2244"/>
                </a:lnTo>
                <a:lnTo>
                  <a:pt x="0" y="2220"/>
                </a:lnTo>
                <a:lnTo>
                  <a:pt x="10" y="2220"/>
                </a:lnTo>
                <a:lnTo>
                  <a:pt x="10" y="2239"/>
                </a:lnTo>
                <a:lnTo>
                  <a:pt x="5" y="2239"/>
                </a:lnTo>
                <a:lnTo>
                  <a:pt x="5" y="2234"/>
                </a:lnTo>
                <a:lnTo>
                  <a:pt x="34" y="2234"/>
                </a:lnTo>
                <a:lnTo>
                  <a:pt x="34" y="2244"/>
                </a:lnTo>
                <a:moveTo>
                  <a:pt x="0" y="2190"/>
                </a:moveTo>
                <a:lnTo>
                  <a:pt x="0" y="2142"/>
                </a:lnTo>
                <a:lnTo>
                  <a:pt x="10" y="2142"/>
                </a:lnTo>
                <a:lnTo>
                  <a:pt x="10" y="2190"/>
                </a:lnTo>
                <a:lnTo>
                  <a:pt x="0" y="2190"/>
                </a:lnTo>
                <a:moveTo>
                  <a:pt x="0" y="2112"/>
                </a:moveTo>
                <a:lnTo>
                  <a:pt x="0" y="2064"/>
                </a:lnTo>
                <a:lnTo>
                  <a:pt x="10" y="2064"/>
                </a:lnTo>
                <a:lnTo>
                  <a:pt x="10" y="2112"/>
                </a:lnTo>
                <a:lnTo>
                  <a:pt x="0" y="2112"/>
                </a:lnTo>
                <a:moveTo>
                  <a:pt x="0" y="2034"/>
                </a:moveTo>
                <a:lnTo>
                  <a:pt x="0" y="1985"/>
                </a:lnTo>
                <a:lnTo>
                  <a:pt x="10" y="1985"/>
                </a:lnTo>
                <a:lnTo>
                  <a:pt x="10" y="2034"/>
                </a:lnTo>
                <a:lnTo>
                  <a:pt x="0" y="2034"/>
                </a:lnTo>
                <a:moveTo>
                  <a:pt x="0" y="1956"/>
                </a:moveTo>
                <a:lnTo>
                  <a:pt x="0" y="1907"/>
                </a:lnTo>
                <a:lnTo>
                  <a:pt x="10" y="1907"/>
                </a:lnTo>
                <a:lnTo>
                  <a:pt x="10" y="1956"/>
                </a:lnTo>
                <a:lnTo>
                  <a:pt x="0" y="1956"/>
                </a:lnTo>
                <a:moveTo>
                  <a:pt x="0" y="1878"/>
                </a:moveTo>
                <a:lnTo>
                  <a:pt x="0" y="1829"/>
                </a:lnTo>
                <a:lnTo>
                  <a:pt x="10" y="1829"/>
                </a:lnTo>
                <a:lnTo>
                  <a:pt x="10" y="1878"/>
                </a:lnTo>
                <a:lnTo>
                  <a:pt x="0" y="1878"/>
                </a:lnTo>
                <a:moveTo>
                  <a:pt x="0" y="1800"/>
                </a:moveTo>
                <a:lnTo>
                  <a:pt x="0" y="1751"/>
                </a:lnTo>
                <a:lnTo>
                  <a:pt x="10" y="1751"/>
                </a:lnTo>
                <a:lnTo>
                  <a:pt x="10" y="1800"/>
                </a:lnTo>
                <a:lnTo>
                  <a:pt x="0" y="1800"/>
                </a:lnTo>
                <a:moveTo>
                  <a:pt x="0" y="1721"/>
                </a:moveTo>
                <a:lnTo>
                  <a:pt x="0" y="1672"/>
                </a:lnTo>
                <a:lnTo>
                  <a:pt x="10" y="1672"/>
                </a:lnTo>
                <a:lnTo>
                  <a:pt x="10" y="1721"/>
                </a:lnTo>
                <a:lnTo>
                  <a:pt x="0" y="1721"/>
                </a:lnTo>
                <a:moveTo>
                  <a:pt x="0" y="1643"/>
                </a:moveTo>
                <a:lnTo>
                  <a:pt x="0" y="1594"/>
                </a:lnTo>
                <a:lnTo>
                  <a:pt x="10" y="1594"/>
                </a:lnTo>
                <a:lnTo>
                  <a:pt x="10" y="1643"/>
                </a:lnTo>
                <a:lnTo>
                  <a:pt x="0" y="1643"/>
                </a:lnTo>
                <a:moveTo>
                  <a:pt x="0" y="1565"/>
                </a:moveTo>
                <a:lnTo>
                  <a:pt x="0" y="1516"/>
                </a:lnTo>
                <a:lnTo>
                  <a:pt x="10" y="1516"/>
                </a:lnTo>
                <a:lnTo>
                  <a:pt x="10" y="1565"/>
                </a:lnTo>
                <a:lnTo>
                  <a:pt x="0" y="1565"/>
                </a:lnTo>
                <a:moveTo>
                  <a:pt x="0" y="1487"/>
                </a:moveTo>
                <a:lnTo>
                  <a:pt x="0" y="1438"/>
                </a:lnTo>
                <a:lnTo>
                  <a:pt x="10" y="1438"/>
                </a:lnTo>
                <a:lnTo>
                  <a:pt x="10" y="1487"/>
                </a:lnTo>
                <a:lnTo>
                  <a:pt x="0" y="1487"/>
                </a:lnTo>
                <a:moveTo>
                  <a:pt x="0" y="1409"/>
                </a:moveTo>
                <a:lnTo>
                  <a:pt x="0" y="1360"/>
                </a:lnTo>
                <a:lnTo>
                  <a:pt x="10" y="1360"/>
                </a:lnTo>
                <a:lnTo>
                  <a:pt x="10" y="1409"/>
                </a:lnTo>
                <a:lnTo>
                  <a:pt x="0" y="1409"/>
                </a:lnTo>
                <a:moveTo>
                  <a:pt x="0" y="1331"/>
                </a:moveTo>
                <a:lnTo>
                  <a:pt x="0" y="1282"/>
                </a:lnTo>
                <a:lnTo>
                  <a:pt x="10" y="1282"/>
                </a:lnTo>
                <a:lnTo>
                  <a:pt x="10" y="1331"/>
                </a:lnTo>
                <a:lnTo>
                  <a:pt x="0" y="1331"/>
                </a:lnTo>
                <a:moveTo>
                  <a:pt x="0" y="1253"/>
                </a:moveTo>
                <a:lnTo>
                  <a:pt x="0" y="1204"/>
                </a:lnTo>
                <a:lnTo>
                  <a:pt x="10" y="1204"/>
                </a:lnTo>
                <a:lnTo>
                  <a:pt x="10" y="1253"/>
                </a:lnTo>
                <a:lnTo>
                  <a:pt x="0" y="1253"/>
                </a:lnTo>
                <a:moveTo>
                  <a:pt x="0" y="1175"/>
                </a:moveTo>
                <a:lnTo>
                  <a:pt x="0" y="1126"/>
                </a:lnTo>
                <a:lnTo>
                  <a:pt x="10" y="1126"/>
                </a:lnTo>
                <a:lnTo>
                  <a:pt x="10" y="1175"/>
                </a:lnTo>
                <a:lnTo>
                  <a:pt x="0" y="1175"/>
                </a:lnTo>
                <a:moveTo>
                  <a:pt x="0" y="1097"/>
                </a:moveTo>
                <a:lnTo>
                  <a:pt x="0" y="1048"/>
                </a:lnTo>
                <a:lnTo>
                  <a:pt x="10" y="1048"/>
                </a:lnTo>
                <a:lnTo>
                  <a:pt x="10" y="1097"/>
                </a:lnTo>
                <a:lnTo>
                  <a:pt x="0" y="1097"/>
                </a:lnTo>
                <a:moveTo>
                  <a:pt x="0" y="1019"/>
                </a:moveTo>
                <a:lnTo>
                  <a:pt x="0" y="970"/>
                </a:lnTo>
                <a:lnTo>
                  <a:pt x="10" y="970"/>
                </a:lnTo>
                <a:lnTo>
                  <a:pt x="10" y="1019"/>
                </a:lnTo>
                <a:lnTo>
                  <a:pt x="0" y="1019"/>
                </a:lnTo>
                <a:moveTo>
                  <a:pt x="0" y="941"/>
                </a:moveTo>
                <a:lnTo>
                  <a:pt x="0" y="892"/>
                </a:lnTo>
                <a:lnTo>
                  <a:pt x="10" y="892"/>
                </a:lnTo>
                <a:lnTo>
                  <a:pt x="10" y="941"/>
                </a:lnTo>
                <a:lnTo>
                  <a:pt x="0" y="941"/>
                </a:lnTo>
                <a:moveTo>
                  <a:pt x="0" y="863"/>
                </a:moveTo>
                <a:lnTo>
                  <a:pt x="0" y="814"/>
                </a:lnTo>
                <a:lnTo>
                  <a:pt x="10" y="814"/>
                </a:lnTo>
                <a:lnTo>
                  <a:pt x="10" y="863"/>
                </a:lnTo>
                <a:lnTo>
                  <a:pt x="0" y="863"/>
                </a:lnTo>
                <a:moveTo>
                  <a:pt x="0" y="785"/>
                </a:moveTo>
                <a:lnTo>
                  <a:pt x="0" y="736"/>
                </a:lnTo>
                <a:lnTo>
                  <a:pt x="10" y="736"/>
                </a:lnTo>
                <a:lnTo>
                  <a:pt x="10" y="785"/>
                </a:lnTo>
                <a:lnTo>
                  <a:pt x="0" y="785"/>
                </a:lnTo>
                <a:moveTo>
                  <a:pt x="0" y="707"/>
                </a:moveTo>
                <a:lnTo>
                  <a:pt x="0" y="658"/>
                </a:lnTo>
                <a:lnTo>
                  <a:pt x="10" y="658"/>
                </a:lnTo>
                <a:lnTo>
                  <a:pt x="10" y="707"/>
                </a:lnTo>
                <a:lnTo>
                  <a:pt x="0" y="707"/>
                </a:lnTo>
                <a:moveTo>
                  <a:pt x="0" y="629"/>
                </a:moveTo>
                <a:lnTo>
                  <a:pt x="0" y="580"/>
                </a:lnTo>
                <a:lnTo>
                  <a:pt x="10" y="580"/>
                </a:lnTo>
                <a:lnTo>
                  <a:pt x="10" y="629"/>
                </a:lnTo>
                <a:lnTo>
                  <a:pt x="0" y="629"/>
                </a:lnTo>
                <a:moveTo>
                  <a:pt x="0" y="551"/>
                </a:moveTo>
                <a:lnTo>
                  <a:pt x="0" y="502"/>
                </a:lnTo>
                <a:lnTo>
                  <a:pt x="10" y="502"/>
                </a:lnTo>
                <a:lnTo>
                  <a:pt x="10" y="551"/>
                </a:lnTo>
                <a:lnTo>
                  <a:pt x="0" y="551"/>
                </a:lnTo>
                <a:moveTo>
                  <a:pt x="0" y="473"/>
                </a:moveTo>
                <a:lnTo>
                  <a:pt x="0" y="424"/>
                </a:lnTo>
                <a:lnTo>
                  <a:pt x="10" y="424"/>
                </a:lnTo>
                <a:lnTo>
                  <a:pt x="10" y="473"/>
                </a:lnTo>
                <a:lnTo>
                  <a:pt x="0" y="473"/>
                </a:lnTo>
                <a:moveTo>
                  <a:pt x="0" y="395"/>
                </a:moveTo>
                <a:lnTo>
                  <a:pt x="0" y="346"/>
                </a:lnTo>
                <a:lnTo>
                  <a:pt x="10" y="346"/>
                </a:lnTo>
                <a:lnTo>
                  <a:pt x="10" y="395"/>
                </a:lnTo>
                <a:lnTo>
                  <a:pt x="0" y="395"/>
                </a:lnTo>
                <a:moveTo>
                  <a:pt x="0" y="317"/>
                </a:moveTo>
                <a:lnTo>
                  <a:pt x="0" y="268"/>
                </a:lnTo>
                <a:lnTo>
                  <a:pt x="10" y="268"/>
                </a:lnTo>
                <a:lnTo>
                  <a:pt x="10" y="317"/>
                </a:lnTo>
                <a:lnTo>
                  <a:pt x="0" y="317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4609080" y="142020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4609080" y="143244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3120840" y="1171080"/>
            <a:ext cx="2140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3071520" y="1416240"/>
            <a:ext cx="44100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3085560" y="1599120"/>
            <a:ext cx="1319760" cy="168840"/>
          </a:xfrm>
          <a:custGeom>
            <a:avLst/>
            <a:gdLst/>
            <a:ahLst/>
            <a:rect l="0" t="0" r="r" b="b"/>
            <a:pathLst>
              <a:path w="3666" h="469">
                <a:moveTo>
                  <a:pt x="0" y="0"/>
                </a:moveTo>
                <a:lnTo>
                  <a:pt x="3666" y="0"/>
                </a:lnTo>
                <a:lnTo>
                  <a:pt x="3666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3083760" y="1597320"/>
            <a:ext cx="1323360" cy="172440"/>
          </a:xfrm>
          <a:custGeom>
            <a:avLst/>
            <a:gdLst/>
            <a:ahLst/>
            <a:rect l="0" t="0" r="r" b="b"/>
            <a:pathLst>
              <a:path w="3676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10"/>
                </a:lnTo>
                <a:lnTo>
                  <a:pt x="161" y="10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10"/>
                </a:lnTo>
                <a:lnTo>
                  <a:pt x="239" y="10"/>
                </a:lnTo>
                <a:lnTo>
                  <a:pt x="239" y="0"/>
                </a:lnTo>
                <a:moveTo>
                  <a:pt x="317" y="0"/>
                </a:moveTo>
                <a:lnTo>
                  <a:pt x="366" y="0"/>
                </a:lnTo>
                <a:lnTo>
                  <a:pt x="366" y="10"/>
                </a:lnTo>
                <a:lnTo>
                  <a:pt x="317" y="10"/>
                </a:lnTo>
                <a:lnTo>
                  <a:pt x="317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10"/>
                </a:lnTo>
                <a:lnTo>
                  <a:pt x="396" y="10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10"/>
                </a:lnTo>
                <a:lnTo>
                  <a:pt x="474" y="10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10"/>
                </a:lnTo>
                <a:lnTo>
                  <a:pt x="552" y="10"/>
                </a:lnTo>
                <a:lnTo>
                  <a:pt x="552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10"/>
                </a:lnTo>
                <a:lnTo>
                  <a:pt x="631" y="10"/>
                </a:lnTo>
                <a:lnTo>
                  <a:pt x="631" y="0"/>
                </a:lnTo>
                <a:moveTo>
                  <a:pt x="709" y="0"/>
                </a:moveTo>
                <a:lnTo>
                  <a:pt x="758" y="0"/>
                </a:lnTo>
                <a:lnTo>
                  <a:pt x="758" y="10"/>
                </a:lnTo>
                <a:lnTo>
                  <a:pt x="709" y="10"/>
                </a:lnTo>
                <a:lnTo>
                  <a:pt x="709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10"/>
                </a:lnTo>
                <a:lnTo>
                  <a:pt x="788" y="10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10"/>
                </a:lnTo>
                <a:lnTo>
                  <a:pt x="866" y="10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10"/>
                </a:lnTo>
                <a:lnTo>
                  <a:pt x="944" y="10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10"/>
                </a:lnTo>
                <a:lnTo>
                  <a:pt x="1022" y="10"/>
                </a:lnTo>
                <a:lnTo>
                  <a:pt x="1022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1" y="0"/>
                </a:moveTo>
                <a:lnTo>
                  <a:pt x="2009" y="0"/>
                </a:lnTo>
                <a:lnTo>
                  <a:pt x="2009" y="10"/>
                </a:lnTo>
                <a:lnTo>
                  <a:pt x="1961" y="10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10"/>
                </a:lnTo>
                <a:lnTo>
                  <a:pt x="2508" y="10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10"/>
                </a:lnTo>
                <a:lnTo>
                  <a:pt x="2586" y="10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10"/>
                </a:lnTo>
                <a:lnTo>
                  <a:pt x="2664" y="10"/>
                </a:lnTo>
                <a:lnTo>
                  <a:pt x="2664" y="0"/>
                </a:lnTo>
                <a:moveTo>
                  <a:pt x="2742" y="0"/>
                </a:moveTo>
                <a:lnTo>
                  <a:pt x="2791" y="0"/>
                </a:lnTo>
                <a:lnTo>
                  <a:pt x="2791" y="10"/>
                </a:lnTo>
                <a:lnTo>
                  <a:pt x="2742" y="10"/>
                </a:lnTo>
                <a:lnTo>
                  <a:pt x="2742" y="0"/>
                </a:lnTo>
                <a:moveTo>
                  <a:pt x="2821" y="0"/>
                </a:moveTo>
                <a:lnTo>
                  <a:pt x="2869" y="0"/>
                </a:lnTo>
                <a:lnTo>
                  <a:pt x="2869" y="10"/>
                </a:lnTo>
                <a:lnTo>
                  <a:pt x="2821" y="10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10"/>
                </a:lnTo>
                <a:lnTo>
                  <a:pt x="2899" y="10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10"/>
                </a:lnTo>
                <a:lnTo>
                  <a:pt x="2977" y="10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10"/>
                </a:lnTo>
                <a:lnTo>
                  <a:pt x="3055" y="10"/>
                </a:lnTo>
                <a:lnTo>
                  <a:pt x="3055" y="0"/>
                </a:lnTo>
                <a:moveTo>
                  <a:pt x="3133" y="0"/>
                </a:moveTo>
                <a:lnTo>
                  <a:pt x="3182" y="0"/>
                </a:lnTo>
                <a:lnTo>
                  <a:pt x="3182" y="10"/>
                </a:lnTo>
                <a:lnTo>
                  <a:pt x="3133" y="10"/>
                </a:lnTo>
                <a:lnTo>
                  <a:pt x="3133" y="0"/>
                </a:lnTo>
                <a:moveTo>
                  <a:pt x="3212" y="0"/>
                </a:moveTo>
                <a:lnTo>
                  <a:pt x="3260" y="0"/>
                </a:lnTo>
                <a:lnTo>
                  <a:pt x="3260" y="10"/>
                </a:lnTo>
                <a:lnTo>
                  <a:pt x="3212" y="10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10"/>
                </a:lnTo>
                <a:lnTo>
                  <a:pt x="3290" y="10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10"/>
                </a:lnTo>
                <a:lnTo>
                  <a:pt x="3368" y="10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10"/>
                </a:lnTo>
                <a:lnTo>
                  <a:pt x="3446" y="10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10"/>
                </a:lnTo>
                <a:lnTo>
                  <a:pt x="3524" y="10"/>
                </a:lnTo>
                <a:lnTo>
                  <a:pt x="3524" y="0"/>
                </a:lnTo>
                <a:moveTo>
                  <a:pt x="3603" y="0"/>
                </a:moveTo>
                <a:lnTo>
                  <a:pt x="3651" y="0"/>
                </a:lnTo>
                <a:lnTo>
                  <a:pt x="3651" y="10"/>
                </a:lnTo>
                <a:lnTo>
                  <a:pt x="3603" y="10"/>
                </a:lnTo>
                <a:lnTo>
                  <a:pt x="3603" y="0"/>
                </a:lnTo>
                <a:moveTo>
                  <a:pt x="3676" y="15"/>
                </a:moveTo>
                <a:lnTo>
                  <a:pt x="3676" y="64"/>
                </a:lnTo>
                <a:lnTo>
                  <a:pt x="3666" y="64"/>
                </a:lnTo>
                <a:lnTo>
                  <a:pt x="3666" y="15"/>
                </a:lnTo>
                <a:lnTo>
                  <a:pt x="3676" y="15"/>
                </a:lnTo>
                <a:moveTo>
                  <a:pt x="3676" y="93"/>
                </a:moveTo>
                <a:lnTo>
                  <a:pt x="3676" y="143"/>
                </a:lnTo>
                <a:lnTo>
                  <a:pt x="3666" y="143"/>
                </a:lnTo>
                <a:lnTo>
                  <a:pt x="3666" y="93"/>
                </a:lnTo>
                <a:lnTo>
                  <a:pt x="3676" y="93"/>
                </a:lnTo>
                <a:moveTo>
                  <a:pt x="3676" y="172"/>
                </a:moveTo>
                <a:lnTo>
                  <a:pt x="3676" y="221"/>
                </a:lnTo>
                <a:lnTo>
                  <a:pt x="3666" y="221"/>
                </a:lnTo>
                <a:lnTo>
                  <a:pt x="3666" y="172"/>
                </a:lnTo>
                <a:lnTo>
                  <a:pt x="3676" y="172"/>
                </a:lnTo>
                <a:moveTo>
                  <a:pt x="3676" y="250"/>
                </a:moveTo>
                <a:lnTo>
                  <a:pt x="3676" y="299"/>
                </a:lnTo>
                <a:lnTo>
                  <a:pt x="3666" y="299"/>
                </a:lnTo>
                <a:lnTo>
                  <a:pt x="3666" y="250"/>
                </a:lnTo>
                <a:lnTo>
                  <a:pt x="3676" y="250"/>
                </a:lnTo>
                <a:moveTo>
                  <a:pt x="3676" y="328"/>
                </a:moveTo>
                <a:lnTo>
                  <a:pt x="3676" y="377"/>
                </a:lnTo>
                <a:lnTo>
                  <a:pt x="3666" y="377"/>
                </a:lnTo>
                <a:lnTo>
                  <a:pt x="3666" y="328"/>
                </a:lnTo>
                <a:lnTo>
                  <a:pt x="3676" y="328"/>
                </a:lnTo>
                <a:moveTo>
                  <a:pt x="3676" y="406"/>
                </a:moveTo>
                <a:lnTo>
                  <a:pt x="3676" y="455"/>
                </a:lnTo>
                <a:lnTo>
                  <a:pt x="3666" y="455"/>
                </a:lnTo>
                <a:lnTo>
                  <a:pt x="3666" y="406"/>
                </a:lnTo>
                <a:lnTo>
                  <a:pt x="3676" y="406"/>
                </a:lnTo>
                <a:moveTo>
                  <a:pt x="3661" y="479"/>
                </a:moveTo>
                <a:lnTo>
                  <a:pt x="3612" y="479"/>
                </a:lnTo>
                <a:lnTo>
                  <a:pt x="3612" y="469"/>
                </a:lnTo>
                <a:lnTo>
                  <a:pt x="3661" y="469"/>
                </a:lnTo>
                <a:lnTo>
                  <a:pt x="3661" y="479"/>
                </a:lnTo>
                <a:moveTo>
                  <a:pt x="3583" y="479"/>
                </a:moveTo>
                <a:lnTo>
                  <a:pt x="3534" y="479"/>
                </a:lnTo>
                <a:lnTo>
                  <a:pt x="3534" y="469"/>
                </a:lnTo>
                <a:lnTo>
                  <a:pt x="3583" y="469"/>
                </a:lnTo>
                <a:lnTo>
                  <a:pt x="3583" y="479"/>
                </a:lnTo>
                <a:moveTo>
                  <a:pt x="3505" y="479"/>
                </a:moveTo>
                <a:lnTo>
                  <a:pt x="3456" y="479"/>
                </a:lnTo>
                <a:lnTo>
                  <a:pt x="3456" y="469"/>
                </a:lnTo>
                <a:lnTo>
                  <a:pt x="3505" y="469"/>
                </a:lnTo>
                <a:lnTo>
                  <a:pt x="3505" y="479"/>
                </a:lnTo>
                <a:moveTo>
                  <a:pt x="3427" y="479"/>
                </a:moveTo>
                <a:lnTo>
                  <a:pt x="3378" y="479"/>
                </a:lnTo>
                <a:lnTo>
                  <a:pt x="3378" y="469"/>
                </a:lnTo>
                <a:lnTo>
                  <a:pt x="3427" y="469"/>
                </a:lnTo>
                <a:lnTo>
                  <a:pt x="3427" y="479"/>
                </a:lnTo>
                <a:moveTo>
                  <a:pt x="3348" y="479"/>
                </a:moveTo>
                <a:lnTo>
                  <a:pt x="3300" y="479"/>
                </a:lnTo>
                <a:lnTo>
                  <a:pt x="3300" y="469"/>
                </a:lnTo>
                <a:lnTo>
                  <a:pt x="3348" y="469"/>
                </a:lnTo>
                <a:lnTo>
                  <a:pt x="3348" y="479"/>
                </a:lnTo>
                <a:moveTo>
                  <a:pt x="3270" y="479"/>
                </a:moveTo>
                <a:lnTo>
                  <a:pt x="3221" y="479"/>
                </a:lnTo>
                <a:lnTo>
                  <a:pt x="3221" y="469"/>
                </a:lnTo>
                <a:lnTo>
                  <a:pt x="3270" y="469"/>
                </a:lnTo>
                <a:lnTo>
                  <a:pt x="3270" y="479"/>
                </a:lnTo>
                <a:moveTo>
                  <a:pt x="3192" y="479"/>
                </a:moveTo>
                <a:lnTo>
                  <a:pt x="3143" y="479"/>
                </a:lnTo>
                <a:lnTo>
                  <a:pt x="3143" y="469"/>
                </a:lnTo>
                <a:lnTo>
                  <a:pt x="3192" y="469"/>
                </a:lnTo>
                <a:lnTo>
                  <a:pt x="3192" y="479"/>
                </a:lnTo>
                <a:moveTo>
                  <a:pt x="3114" y="479"/>
                </a:moveTo>
                <a:lnTo>
                  <a:pt x="3065" y="479"/>
                </a:lnTo>
                <a:lnTo>
                  <a:pt x="3065" y="469"/>
                </a:lnTo>
                <a:lnTo>
                  <a:pt x="3114" y="469"/>
                </a:lnTo>
                <a:lnTo>
                  <a:pt x="3114" y="479"/>
                </a:lnTo>
                <a:moveTo>
                  <a:pt x="3036" y="479"/>
                </a:moveTo>
                <a:lnTo>
                  <a:pt x="2987" y="479"/>
                </a:lnTo>
                <a:lnTo>
                  <a:pt x="2987" y="469"/>
                </a:lnTo>
                <a:lnTo>
                  <a:pt x="3036" y="469"/>
                </a:lnTo>
                <a:lnTo>
                  <a:pt x="3036" y="479"/>
                </a:lnTo>
                <a:moveTo>
                  <a:pt x="2957" y="479"/>
                </a:moveTo>
                <a:lnTo>
                  <a:pt x="2909" y="479"/>
                </a:lnTo>
                <a:lnTo>
                  <a:pt x="2909" y="469"/>
                </a:lnTo>
                <a:lnTo>
                  <a:pt x="2957" y="469"/>
                </a:lnTo>
                <a:lnTo>
                  <a:pt x="2957" y="479"/>
                </a:lnTo>
                <a:moveTo>
                  <a:pt x="2879" y="479"/>
                </a:moveTo>
                <a:lnTo>
                  <a:pt x="2830" y="479"/>
                </a:lnTo>
                <a:lnTo>
                  <a:pt x="2830" y="469"/>
                </a:lnTo>
                <a:lnTo>
                  <a:pt x="2879" y="469"/>
                </a:lnTo>
                <a:lnTo>
                  <a:pt x="2879" y="479"/>
                </a:lnTo>
                <a:moveTo>
                  <a:pt x="2801" y="479"/>
                </a:moveTo>
                <a:lnTo>
                  <a:pt x="2752" y="479"/>
                </a:lnTo>
                <a:lnTo>
                  <a:pt x="2752" y="469"/>
                </a:lnTo>
                <a:lnTo>
                  <a:pt x="2801" y="469"/>
                </a:lnTo>
                <a:lnTo>
                  <a:pt x="2801" y="479"/>
                </a:lnTo>
                <a:moveTo>
                  <a:pt x="2723" y="479"/>
                </a:moveTo>
                <a:lnTo>
                  <a:pt x="2674" y="479"/>
                </a:lnTo>
                <a:lnTo>
                  <a:pt x="2674" y="469"/>
                </a:lnTo>
                <a:lnTo>
                  <a:pt x="2723" y="469"/>
                </a:lnTo>
                <a:lnTo>
                  <a:pt x="2723" y="479"/>
                </a:lnTo>
                <a:moveTo>
                  <a:pt x="2645" y="479"/>
                </a:moveTo>
                <a:lnTo>
                  <a:pt x="2596" y="479"/>
                </a:lnTo>
                <a:lnTo>
                  <a:pt x="2596" y="469"/>
                </a:lnTo>
                <a:lnTo>
                  <a:pt x="2645" y="469"/>
                </a:lnTo>
                <a:lnTo>
                  <a:pt x="2645" y="479"/>
                </a:lnTo>
                <a:moveTo>
                  <a:pt x="2566" y="479"/>
                </a:moveTo>
                <a:lnTo>
                  <a:pt x="2518" y="479"/>
                </a:lnTo>
                <a:lnTo>
                  <a:pt x="2518" y="469"/>
                </a:lnTo>
                <a:lnTo>
                  <a:pt x="2566" y="469"/>
                </a:lnTo>
                <a:lnTo>
                  <a:pt x="2566" y="479"/>
                </a:lnTo>
                <a:moveTo>
                  <a:pt x="2488" y="479"/>
                </a:moveTo>
                <a:lnTo>
                  <a:pt x="2439" y="479"/>
                </a:lnTo>
                <a:lnTo>
                  <a:pt x="2439" y="469"/>
                </a:lnTo>
                <a:lnTo>
                  <a:pt x="2488" y="469"/>
                </a:lnTo>
                <a:lnTo>
                  <a:pt x="2488" y="479"/>
                </a:lnTo>
                <a:moveTo>
                  <a:pt x="2410" y="479"/>
                </a:moveTo>
                <a:lnTo>
                  <a:pt x="2361" y="479"/>
                </a:lnTo>
                <a:lnTo>
                  <a:pt x="2361" y="469"/>
                </a:lnTo>
                <a:lnTo>
                  <a:pt x="2410" y="469"/>
                </a:lnTo>
                <a:lnTo>
                  <a:pt x="2410" y="479"/>
                </a:lnTo>
                <a:moveTo>
                  <a:pt x="2332" y="479"/>
                </a:moveTo>
                <a:lnTo>
                  <a:pt x="2283" y="479"/>
                </a:lnTo>
                <a:lnTo>
                  <a:pt x="2283" y="469"/>
                </a:lnTo>
                <a:lnTo>
                  <a:pt x="2332" y="469"/>
                </a:lnTo>
                <a:lnTo>
                  <a:pt x="2332" y="479"/>
                </a:lnTo>
                <a:moveTo>
                  <a:pt x="2254" y="479"/>
                </a:moveTo>
                <a:lnTo>
                  <a:pt x="2205" y="479"/>
                </a:lnTo>
                <a:lnTo>
                  <a:pt x="2205" y="469"/>
                </a:lnTo>
                <a:lnTo>
                  <a:pt x="2254" y="469"/>
                </a:lnTo>
                <a:lnTo>
                  <a:pt x="2254" y="479"/>
                </a:lnTo>
                <a:moveTo>
                  <a:pt x="2176" y="479"/>
                </a:moveTo>
                <a:lnTo>
                  <a:pt x="2127" y="479"/>
                </a:lnTo>
                <a:lnTo>
                  <a:pt x="2127" y="469"/>
                </a:lnTo>
                <a:lnTo>
                  <a:pt x="2176" y="469"/>
                </a:lnTo>
                <a:lnTo>
                  <a:pt x="2176" y="479"/>
                </a:lnTo>
                <a:moveTo>
                  <a:pt x="2097" y="479"/>
                </a:moveTo>
                <a:lnTo>
                  <a:pt x="2048" y="479"/>
                </a:lnTo>
                <a:lnTo>
                  <a:pt x="2048" y="469"/>
                </a:lnTo>
                <a:lnTo>
                  <a:pt x="2097" y="469"/>
                </a:lnTo>
                <a:lnTo>
                  <a:pt x="2097" y="479"/>
                </a:lnTo>
                <a:moveTo>
                  <a:pt x="2019" y="479"/>
                </a:moveTo>
                <a:lnTo>
                  <a:pt x="1970" y="479"/>
                </a:lnTo>
                <a:lnTo>
                  <a:pt x="1970" y="469"/>
                </a:lnTo>
                <a:lnTo>
                  <a:pt x="2019" y="469"/>
                </a:lnTo>
                <a:lnTo>
                  <a:pt x="2019" y="479"/>
                </a:lnTo>
                <a:moveTo>
                  <a:pt x="1941" y="479"/>
                </a:moveTo>
                <a:lnTo>
                  <a:pt x="1892" y="479"/>
                </a:lnTo>
                <a:lnTo>
                  <a:pt x="1892" y="469"/>
                </a:lnTo>
                <a:lnTo>
                  <a:pt x="1941" y="469"/>
                </a:lnTo>
                <a:lnTo>
                  <a:pt x="1941" y="479"/>
                </a:lnTo>
                <a:moveTo>
                  <a:pt x="1863" y="479"/>
                </a:moveTo>
                <a:lnTo>
                  <a:pt x="1814" y="479"/>
                </a:lnTo>
                <a:lnTo>
                  <a:pt x="1814" y="469"/>
                </a:lnTo>
                <a:lnTo>
                  <a:pt x="1863" y="469"/>
                </a:lnTo>
                <a:lnTo>
                  <a:pt x="1863" y="479"/>
                </a:lnTo>
                <a:moveTo>
                  <a:pt x="1785" y="479"/>
                </a:moveTo>
                <a:lnTo>
                  <a:pt x="1736" y="479"/>
                </a:lnTo>
                <a:lnTo>
                  <a:pt x="1736" y="469"/>
                </a:lnTo>
                <a:lnTo>
                  <a:pt x="1785" y="469"/>
                </a:lnTo>
                <a:lnTo>
                  <a:pt x="1785" y="479"/>
                </a:lnTo>
                <a:moveTo>
                  <a:pt x="1706" y="479"/>
                </a:moveTo>
                <a:lnTo>
                  <a:pt x="1658" y="479"/>
                </a:lnTo>
                <a:lnTo>
                  <a:pt x="1658" y="469"/>
                </a:lnTo>
                <a:lnTo>
                  <a:pt x="1706" y="469"/>
                </a:lnTo>
                <a:lnTo>
                  <a:pt x="1706" y="479"/>
                </a:lnTo>
                <a:moveTo>
                  <a:pt x="1628" y="479"/>
                </a:moveTo>
                <a:lnTo>
                  <a:pt x="1579" y="479"/>
                </a:lnTo>
                <a:lnTo>
                  <a:pt x="1579" y="469"/>
                </a:lnTo>
                <a:lnTo>
                  <a:pt x="1628" y="469"/>
                </a:lnTo>
                <a:lnTo>
                  <a:pt x="1628" y="479"/>
                </a:lnTo>
                <a:moveTo>
                  <a:pt x="1550" y="479"/>
                </a:moveTo>
                <a:lnTo>
                  <a:pt x="1501" y="479"/>
                </a:lnTo>
                <a:lnTo>
                  <a:pt x="1501" y="469"/>
                </a:lnTo>
                <a:lnTo>
                  <a:pt x="1550" y="469"/>
                </a:lnTo>
                <a:lnTo>
                  <a:pt x="1550" y="479"/>
                </a:lnTo>
                <a:moveTo>
                  <a:pt x="1472" y="479"/>
                </a:moveTo>
                <a:lnTo>
                  <a:pt x="1423" y="479"/>
                </a:lnTo>
                <a:lnTo>
                  <a:pt x="1423" y="469"/>
                </a:lnTo>
                <a:lnTo>
                  <a:pt x="1472" y="469"/>
                </a:lnTo>
                <a:lnTo>
                  <a:pt x="1472" y="479"/>
                </a:lnTo>
                <a:moveTo>
                  <a:pt x="1394" y="479"/>
                </a:moveTo>
                <a:lnTo>
                  <a:pt x="1345" y="479"/>
                </a:lnTo>
                <a:lnTo>
                  <a:pt x="1345" y="469"/>
                </a:lnTo>
                <a:lnTo>
                  <a:pt x="1394" y="469"/>
                </a:lnTo>
                <a:lnTo>
                  <a:pt x="1394" y="479"/>
                </a:lnTo>
                <a:moveTo>
                  <a:pt x="1315" y="479"/>
                </a:moveTo>
                <a:lnTo>
                  <a:pt x="1267" y="479"/>
                </a:lnTo>
                <a:lnTo>
                  <a:pt x="1267" y="469"/>
                </a:lnTo>
                <a:lnTo>
                  <a:pt x="1315" y="469"/>
                </a:lnTo>
                <a:lnTo>
                  <a:pt x="1315" y="479"/>
                </a:lnTo>
                <a:moveTo>
                  <a:pt x="1237" y="479"/>
                </a:moveTo>
                <a:lnTo>
                  <a:pt x="1188" y="479"/>
                </a:lnTo>
                <a:lnTo>
                  <a:pt x="1188" y="469"/>
                </a:lnTo>
                <a:lnTo>
                  <a:pt x="1237" y="469"/>
                </a:lnTo>
                <a:lnTo>
                  <a:pt x="1237" y="479"/>
                </a:lnTo>
                <a:moveTo>
                  <a:pt x="1159" y="479"/>
                </a:moveTo>
                <a:lnTo>
                  <a:pt x="1110" y="479"/>
                </a:lnTo>
                <a:lnTo>
                  <a:pt x="1110" y="469"/>
                </a:lnTo>
                <a:lnTo>
                  <a:pt x="1159" y="469"/>
                </a:lnTo>
                <a:lnTo>
                  <a:pt x="1159" y="479"/>
                </a:lnTo>
                <a:moveTo>
                  <a:pt x="1081" y="479"/>
                </a:moveTo>
                <a:lnTo>
                  <a:pt x="1032" y="479"/>
                </a:lnTo>
                <a:lnTo>
                  <a:pt x="1032" y="469"/>
                </a:lnTo>
                <a:lnTo>
                  <a:pt x="1081" y="469"/>
                </a:lnTo>
                <a:lnTo>
                  <a:pt x="1081" y="479"/>
                </a:lnTo>
                <a:moveTo>
                  <a:pt x="1003" y="479"/>
                </a:moveTo>
                <a:lnTo>
                  <a:pt x="954" y="479"/>
                </a:lnTo>
                <a:lnTo>
                  <a:pt x="954" y="469"/>
                </a:lnTo>
                <a:lnTo>
                  <a:pt x="1003" y="469"/>
                </a:lnTo>
                <a:lnTo>
                  <a:pt x="1003" y="479"/>
                </a:lnTo>
                <a:moveTo>
                  <a:pt x="924" y="479"/>
                </a:moveTo>
                <a:lnTo>
                  <a:pt x="876" y="479"/>
                </a:lnTo>
                <a:lnTo>
                  <a:pt x="876" y="469"/>
                </a:lnTo>
                <a:lnTo>
                  <a:pt x="924" y="469"/>
                </a:lnTo>
                <a:lnTo>
                  <a:pt x="924" y="479"/>
                </a:lnTo>
                <a:moveTo>
                  <a:pt x="846" y="479"/>
                </a:moveTo>
                <a:lnTo>
                  <a:pt x="797" y="479"/>
                </a:lnTo>
                <a:lnTo>
                  <a:pt x="797" y="469"/>
                </a:lnTo>
                <a:lnTo>
                  <a:pt x="846" y="469"/>
                </a:lnTo>
                <a:lnTo>
                  <a:pt x="846" y="479"/>
                </a:lnTo>
                <a:moveTo>
                  <a:pt x="768" y="479"/>
                </a:moveTo>
                <a:lnTo>
                  <a:pt x="719" y="479"/>
                </a:lnTo>
                <a:lnTo>
                  <a:pt x="719" y="469"/>
                </a:lnTo>
                <a:lnTo>
                  <a:pt x="768" y="469"/>
                </a:lnTo>
                <a:lnTo>
                  <a:pt x="768" y="479"/>
                </a:lnTo>
                <a:moveTo>
                  <a:pt x="690" y="479"/>
                </a:moveTo>
                <a:lnTo>
                  <a:pt x="641" y="479"/>
                </a:lnTo>
                <a:lnTo>
                  <a:pt x="641" y="469"/>
                </a:lnTo>
                <a:lnTo>
                  <a:pt x="690" y="469"/>
                </a:lnTo>
                <a:lnTo>
                  <a:pt x="690" y="479"/>
                </a:lnTo>
                <a:moveTo>
                  <a:pt x="611" y="479"/>
                </a:moveTo>
                <a:lnTo>
                  <a:pt x="562" y="479"/>
                </a:lnTo>
                <a:lnTo>
                  <a:pt x="562" y="469"/>
                </a:lnTo>
                <a:lnTo>
                  <a:pt x="611" y="469"/>
                </a:lnTo>
                <a:lnTo>
                  <a:pt x="611" y="479"/>
                </a:lnTo>
                <a:moveTo>
                  <a:pt x="533" y="479"/>
                </a:moveTo>
                <a:lnTo>
                  <a:pt x="484" y="479"/>
                </a:lnTo>
                <a:lnTo>
                  <a:pt x="484" y="469"/>
                </a:lnTo>
                <a:lnTo>
                  <a:pt x="533" y="469"/>
                </a:lnTo>
                <a:lnTo>
                  <a:pt x="533" y="479"/>
                </a:lnTo>
                <a:moveTo>
                  <a:pt x="454" y="479"/>
                </a:moveTo>
                <a:lnTo>
                  <a:pt x="405" y="479"/>
                </a:lnTo>
                <a:lnTo>
                  <a:pt x="405" y="469"/>
                </a:lnTo>
                <a:lnTo>
                  <a:pt x="454" y="469"/>
                </a:lnTo>
                <a:lnTo>
                  <a:pt x="454" y="479"/>
                </a:lnTo>
                <a:moveTo>
                  <a:pt x="376" y="479"/>
                </a:moveTo>
                <a:lnTo>
                  <a:pt x="327" y="479"/>
                </a:lnTo>
                <a:lnTo>
                  <a:pt x="327" y="469"/>
                </a:lnTo>
                <a:lnTo>
                  <a:pt x="376" y="469"/>
                </a:lnTo>
                <a:lnTo>
                  <a:pt x="376" y="479"/>
                </a:lnTo>
                <a:moveTo>
                  <a:pt x="298" y="479"/>
                </a:moveTo>
                <a:lnTo>
                  <a:pt x="249" y="479"/>
                </a:lnTo>
                <a:lnTo>
                  <a:pt x="249" y="469"/>
                </a:lnTo>
                <a:lnTo>
                  <a:pt x="298" y="469"/>
                </a:lnTo>
                <a:lnTo>
                  <a:pt x="298" y="479"/>
                </a:lnTo>
                <a:moveTo>
                  <a:pt x="220" y="479"/>
                </a:moveTo>
                <a:lnTo>
                  <a:pt x="171" y="479"/>
                </a:lnTo>
                <a:lnTo>
                  <a:pt x="171" y="469"/>
                </a:lnTo>
                <a:lnTo>
                  <a:pt x="220" y="469"/>
                </a:lnTo>
                <a:lnTo>
                  <a:pt x="220" y="479"/>
                </a:lnTo>
                <a:moveTo>
                  <a:pt x="142" y="479"/>
                </a:moveTo>
                <a:lnTo>
                  <a:pt x="93" y="479"/>
                </a:lnTo>
                <a:lnTo>
                  <a:pt x="93" y="469"/>
                </a:lnTo>
                <a:lnTo>
                  <a:pt x="142" y="469"/>
                </a:lnTo>
                <a:lnTo>
                  <a:pt x="142" y="479"/>
                </a:lnTo>
                <a:moveTo>
                  <a:pt x="63" y="479"/>
                </a:moveTo>
                <a:lnTo>
                  <a:pt x="14" y="479"/>
                </a:lnTo>
                <a:lnTo>
                  <a:pt x="14" y="469"/>
                </a:lnTo>
                <a:lnTo>
                  <a:pt x="63" y="469"/>
                </a:lnTo>
                <a:lnTo>
                  <a:pt x="63" y="479"/>
                </a:lnTo>
                <a:moveTo>
                  <a:pt x="0" y="455"/>
                </a:moveTo>
                <a:lnTo>
                  <a:pt x="0" y="406"/>
                </a:lnTo>
                <a:lnTo>
                  <a:pt x="10" y="406"/>
                </a:lnTo>
                <a:lnTo>
                  <a:pt x="10" y="455"/>
                </a:lnTo>
                <a:lnTo>
                  <a:pt x="0" y="455"/>
                </a:lnTo>
                <a:moveTo>
                  <a:pt x="0" y="377"/>
                </a:moveTo>
                <a:lnTo>
                  <a:pt x="0" y="328"/>
                </a:lnTo>
                <a:lnTo>
                  <a:pt x="10" y="328"/>
                </a:lnTo>
                <a:lnTo>
                  <a:pt x="10" y="377"/>
                </a:lnTo>
                <a:lnTo>
                  <a:pt x="0" y="377"/>
                </a:lnTo>
                <a:moveTo>
                  <a:pt x="0" y="299"/>
                </a:moveTo>
                <a:lnTo>
                  <a:pt x="0" y="250"/>
                </a:lnTo>
                <a:lnTo>
                  <a:pt x="10" y="250"/>
                </a:lnTo>
                <a:lnTo>
                  <a:pt x="10" y="299"/>
                </a:lnTo>
                <a:lnTo>
                  <a:pt x="0" y="299"/>
                </a:lnTo>
                <a:moveTo>
                  <a:pt x="0" y="221"/>
                </a:moveTo>
                <a:lnTo>
                  <a:pt x="0" y="172"/>
                </a:lnTo>
                <a:lnTo>
                  <a:pt x="10" y="172"/>
                </a:lnTo>
                <a:lnTo>
                  <a:pt x="10" y="221"/>
                </a:lnTo>
                <a:lnTo>
                  <a:pt x="0" y="221"/>
                </a:lnTo>
                <a:moveTo>
                  <a:pt x="0" y="143"/>
                </a:moveTo>
                <a:lnTo>
                  <a:pt x="0" y="93"/>
                </a:lnTo>
                <a:lnTo>
                  <a:pt x="10" y="93"/>
                </a:lnTo>
                <a:lnTo>
                  <a:pt x="10" y="143"/>
                </a:lnTo>
                <a:lnTo>
                  <a:pt x="0" y="143"/>
                </a:lnTo>
                <a:moveTo>
                  <a:pt x="0" y="64"/>
                </a:moveTo>
                <a:lnTo>
                  <a:pt x="0" y="15"/>
                </a:lnTo>
                <a:lnTo>
                  <a:pt x="10" y="15"/>
                </a:lnTo>
                <a:lnTo>
                  <a:pt x="10" y="64"/>
                </a:lnTo>
                <a:lnTo>
                  <a:pt x="0" y="64"/>
                </a:lnTo>
                <a:moveTo>
                  <a:pt x="5" y="0"/>
                </a:move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4334400" y="162720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/>
          <p:nvPr/>
        </p:nvSpPr>
        <p:spPr>
          <a:xfrm>
            <a:off x="4334400" y="163944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3071520" y="1472760"/>
            <a:ext cx="1363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3120840" y="1623240"/>
            <a:ext cx="2505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3085560" y="1795680"/>
            <a:ext cx="897480" cy="168840"/>
          </a:xfrm>
          <a:custGeom>
            <a:avLst/>
            <a:gdLst/>
            <a:ahLst/>
            <a:rect l="0" t="0" r="r" b="b"/>
            <a:pathLst>
              <a:path w="2493" h="469">
                <a:moveTo>
                  <a:pt x="0" y="0"/>
                </a:moveTo>
                <a:lnTo>
                  <a:pt x="2493" y="0"/>
                </a:lnTo>
                <a:lnTo>
                  <a:pt x="249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3083760" y="1793880"/>
            <a:ext cx="901080" cy="172440"/>
          </a:xfrm>
          <a:custGeom>
            <a:avLst/>
            <a:gdLst/>
            <a:ahLst/>
            <a:rect l="0" t="0" r="r" b="b"/>
            <a:pathLst>
              <a:path w="2503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1" y="0"/>
                </a:lnTo>
                <a:lnTo>
                  <a:pt x="211" y="10"/>
                </a:lnTo>
                <a:lnTo>
                  <a:pt x="161" y="10"/>
                </a:lnTo>
                <a:lnTo>
                  <a:pt x="161" y="0"/>
                </a:lnTo>
                <a:moveTo>
                  <a:pt x="240" y="0"/>
                </a:moveTo>
                <a:lnTo>
                  <a:pt x="289" y="0"/>
                </a:lnTo>
                <a:lnTo>
                  <a:pt x="289" y="10"/>
                </a:lnTo>
                <a:lnTo>
                  <a:pt x="240" y="10"/>
                </a:lnTo>
                <a:lnTo>
                  <a:pt x="240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10"/>
                </a:lnTo>
                <a:lnTo>
                  <a:pt x="318" y="10"/>
                </a:lnTo>
                <a:lnTo>
                  <a:pt x="318" y="0"/>
                </a:lnTo>
                <a:moveTo>
                  <a:pt x="397" y="0"/>
                </a:moveTo>
                <a:lnTo>
                  <a:pt x="446" y="0"/>
                </a:lnTo>
                <a:lnTo>
                  <a:pt x="446" y="10"/>
                </a:lnTo>
                <a:lnTo>
                  <a:pt x="397" y="10"/>
                </a:lnTo>
                <a:lnTo>
                  <a:pt x="397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10"/>
                </a:lnTo>
                <a:lnTo>
                  <a:pt x="475" y="10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10"/>
                </a:lnTo>
                <a:lnTo>
                  <a:pt x="553" y="10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10"/>
                </a:lnTo>
                <a:lnTo>
                  <a:pt x="631" y="10"/>
                </a:lnTo>
                <a:lnTo>
                  <a:pt x="631" y="0"/>
                </a:lnTo>
                <a:moveTo>
                  <a:pt x="709" y="0"/>
                </a:moveTo>
                <a:lnTo>
                  <a:pt x="758" y="0"/>
                </a:lnTo>
                <a:lnTo>
                  <a:pt x="758" y="10"/>
                </a:lnTo>
                <a:lnTo>
                  <a:pt x="709" y="10"/>
                </a:lnTo>
                <a:lnTo>
                  <a:pt x="709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10"/>
                </a:lnTo>
                <a:lnTo>
                  <a:pt x="788" y="10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10"/>
                </a:lnTo>
                <a:lnTo>
                  <a:pt x="866" y="10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10"/>
                </a:lnTo>
                <a:lnTo>
                  <a:pt x="944" y="10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10"/>
                </a:lnTo>
                <a:lnTo>
                  <a:pt x="1022" y="10"/>
                </a:lnTo>
                <a:lnTo>
                  <a:pt x="1022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10"/>
                </a:lnTo>
                <a:lnTo>
                  <a:pt x="1960" y="10"/>
                </a:lnTo>
                <a:lnTo>
                  <a:pt x="1960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3" y="15"/>
                </a:moveTo>
                <a:lnTo>
                  <a:pt x="2503" y="65"/>
                </a:lnTo>
                <a:lnTo>
                  <a:pt x="2493" y="65"/>
                </a:lnTo>
                <a:lnTo>
                  <a:pt x="2493" y="15"/>
                </a:lnTo>
                <a:lnTo>
                  <a:pt x="2503" y="15"/>
                </a:lnTo>
                <a:moveTo>
                  <a:pt x="2503" y="94"/>
                </a:moveTo>
                <a:lnTo>
                  <a:pt x="2503" y="143"/>
                </a:lnTo>
                <a:lnTo>
                  <a:pt x="2493" y="143"/>
                </a:lnTo>
                <a:lnTo>
                  <a:pt x="2493" y="94"/>
                </a:lnTo>
                <a:lnTo>
                  <a:pt x="2503" y="94"/>
                </a:lnTo>
                <a:moveTo>
                  <a:pt x="2503" y="172"/>
                </a:moveTo>
                <a:lnTo>
                  <a:pt x="2503" y="221"/>
                </a:lnTo>
                <a:lnTo>
                  <a:pt x="2493" y="221"/>
                </a:lnTo>
                <a:lnTo>
                  <a:pt x="2493" y="172"/>
                </a:lnTo>
                <a:lnTo>
                  <a:pt x="2503" y="172"/>
                </a:lnTo>
                <a:moveTo>
                  <a:pt x="2503" y="250"/>
                </a:moveTo>
                <a:lnTo>
                  <a:pt x="2503" y="299"/>
                </a:lnTo>
                <a:lnTo>
                  <a:pt x="2493" y="299"/>
                </a:lnTo>
                <a:lnTo>
                  <a:pt x="2493" y="250"/>
                </a:lnTo>
                <a:lnTo>
                  <a:pt x="2503" y="250"/>
                </a:lnTo>
                <a:moveTo>
                  <a:pt x="2503" y="328"/>
                </a:moveTo>
                <a:lnTo>
                  <a:pt x="2503" y="377"/>
                </a:lnTo>
                <a:lnTo>
                  <a:pt x="2493" y="377"/>
                </a:lnTo>
                <a:lnTo>
                  <a:pt x="2493" y="328"/>
                </a:lnTo>
                <a:lnTo>
                  <a:pt x="2503" y="328"/>
                </a:lnTo>
                <a:moveTo>
                  <a:pt x="2503" y="406"/>
                </a:moveTo>
                <a:lnTo>
                  <a:pt x="2503" y="455"/>
                </a:lnTo>
                <a:lnTo>
                  <a:pt x="2493" y="455"/>
                </a:lnTo>
                <a:lnTo>
                  <a:pt x="2493" y="406"/>
                </a:lnTo>
                <a:lnTo>
                  <a:pt x="2503" y="406"/>
                </a:lnTo>
                <a:moveTo>
                  <a:pt x="2488" y="479"/>
                </a:moveTo>
                <a:lnTo>
                  <a:pt x="2439" y="479"/>
                </a:lnTo>
                <a:lnTo>
                  <a:pt x="2439" y="469"/>
                </a:lnTo>
                <a:lnTo>
                  <a:pt x="2488" y="469"/>
                </a:lnTo>
                <a:lnTo>
                  <a:pt x="2488" y="479"/>
                </a:lnTo>
                <a:moveTo>
                  <a:pt x="2410" y="479"/>
                </a:moveTo>
                <a:lnTo>
                  <a:pt x="2361" y="479"/>
                </a:lnTo>
                <a:lnTo>
                  <a:pt x="2361" y="469"/>
                </a:lnTo>
                <a:lnTo>
                  <a:pt x="2410" y="469"/>
                </a:lnTo>
                <a:lnTo>
                  <a:pt x="2410" y="479"/>
                </a:lnTo>
                <a:moveTo>
                  <a:pt x="2332" y="479"/>
                </a:moveTo>
                <a:lnTo>
                  <a:pt x="2283" y="479"/>
                </a:lnTo>
                <a:lnTo>
                  <a:pt x="2283" y="469"/>
                </a:lnTo>
                <a:lnTo>
                  <a:pt x="2332" y="469"/>
                </a:lnTo>
                <a:lnTo>
                  <a:pt x="2332" y="479"/>
                </a:lnTo>
                <a:moveTo>
                  <a:pt x="2254" y="479"/>
                </a:moveTo>
                <a:lnTo>
                  <a:pt x="2205" y="479"/>
                </a:lnTo>
                <a:lnTo>
                  <a:pt x="2205" y="469"/>
                </a:lnTo>
                <a:lnTo>
                  <a:pt x="2254" y="469"/>
                </a:lnTo>
                <a:lnTo>
                  <a:pt x="2254" y="479"/>
                </a:lnTo>
                <a:moveTo>
                  <a:pt x="2176" y="479"/>
                </a:moveTo>
                <a:lnTo>
                  <a:pt x="2127" y="479"/>
                </a:lnTo>
                <a:lnTo>
                  <a:pt x="2127" y="469"/>
                </a:lnTo>
                <a:lnTo>
                  <a:pt x="2176" y="469"/>
                </a:lnTo>
                <a:lnTo>
                  <a:pt x="2176" y="479"/>
                </a:lnTo>
                <a:moveTo>
                  <a:pt x="2097" y="479"/>
                </a:moveTo>
                <a:lnTo>
                  <a:pt x="2048" y="479"/>
                </a:lnTo>
                <a:lnTo>
                  <a:pt x="2048" y="469"/>
                </a:lnTo>
                <a:lnTo>
                  <a:pt x="2097" y="469"/>
                </a:lnTo>
                <a:lnTo>
                  <a:pt x="2097" y="479"/>
                </a:lnTo>
                <a:moveTo>
                  <a:pt x="2019" y="479"/>
                </a:moveTo>
                <a:lnTo>
                  <a:pt x="1970" y="479"/>
                </a:lnTo>
                <a:lnTo>
                  <a:pt x="1970" y="469"/>
                </a:lnTo>
                <a:lnTo>
                  <a:pt x="2019" y="469"/>
                </a:lnTo>
                <a:lnTo>
                  <a:pt x="2019" y="479"/>
                </a:lnTo>
                <a:moveTo>
                  <a:pt x="1941" y="479"/>
                </a:moveTo>
                <a:lnTo>
                  <a:pt x="1892" y="479"/>
                </a:lnTo>
                <a:lnTo>
                  <a:pt x="1892" y="469"/>
                </a:lnTo>
                <a:lnTo>
                  <a:pt x="1941" y="469"/>
                </a:lnTo>
                <a:lnTo>
                  <a:pt x="1941" y="479"/>
                </a:lnTo>
                <a:moveTo>
                  <a:pt x="1863" y="479"/>
                </a:moveTo>
                <a:lnTo>
                  <a:pt x="1814" y="479"/>
                </a:lnTo>
                <a:lnTo>
                  <a:pt x="1814" y="469"/>
                </a:lnTo>
                <a:lnTo>
                  <a:pt x="1863" y="469"/>
                </a:lnTo>
                <a:lnTo>
                  <a:pt x="1863" y="479"/>
                </a:lnTo>
                <a:moveTo>
                  <a:pt x="1785" y="479"/>
                </a:moveTo>
                <a:lnTo>
                  <a:pt x="1736" y="479"/>
                </a:lnTo>
                <a:lnTo>
                  <a:pt x="1736" y="469"/>
                </a:lnTo>
                <a:lnTo>
                  <a:pt x="1785" y="469"/>
                </a:lnTo>
                <a:lnTo>
                  <a:pt x="1785" y="479"/>
                </a:lnTo>
                <a:moveTo>
                  <a:pt x="1706" y="479"/>
                </a:moveTo>
                <a:lnTo>
                  <a:pt x="1658" y="479"/>
                </a:lnTo>
                <a:lnTo>
                  <a:pt x="1658" y="469"/>
                </a:lnTo>
                <a:lnTo>
                  <a:pt x="1706" y="469"/>
                </a:lnTo>
                <a:lnTo>
                  <a:pt x="1706" y="479"/>
                </a:lnTo>
                <a:moveTo>
                  <a:pt x="1628" y="479"/>
                </a:moveTo>
                <a:lnTo>
                  <a:pt x="1579" y="479"/>
                </a:lnTo>
                <a:lnTo>
                  <a:pt x="1579" y="469"/>
                </a:lnTo>
                <a:lnTo>
                  <a:pt x="1628" y="469"/>
                </a:lnTo>
                <a:lnTo>
                  <a:pt x="1628" y="479"/>
                </a:lnTo>
                <a:moveTo>
                  <a:pt x="1550" y="479"/>
                </a:moveTo>
                <a:lnTo>
                  <a:pt x="1501" y="479"/>
                </a:lnTo>
                <a:lnTo>
                  <a:pt x="1501" y="469"/>
                </a:lnTo>
                <a:lnTo>
                  <a:pt x="1550" y="469"/>
                </a:lnTo>
                <a:lnTo>
                  <a:pt x="1550" y="479"/>
                </a:lnTo>
                <a:moveTo>
                  <a:pt x="1472" y="479"/>
                </a:moveTo>
                <a:lnTo>
                  <a:pt x="1423" y="479"/>
                </a:lnTo>
                <a:lnTo>
                  <a:pt x="1423" y="469"/>
                </a:lnTo>
                <a:lnTo>
                  <a:pt x="1472" y="469"/>
                </a:lnTo>
                <a:lnTo>
                  <a:pt x="1472" y="479"/>
                </a:lnTo>
                <a:moveTo>
                  <a:pt x="1394" y="479"/>
                </a:moveTo>
                <a:lnTo>
                  <a:pt x="1345" y="479"/>
                </a:lnTo>
                <a:lnTo>
                  <a:pt x="1345" y="469"/>
                </a:lnTo>
                <a:lnTo>
                  <a:pt x="1394" y="469"/>
                </a:lnTo>
                <a:lnTo>
                  <a:pt x="1394" y="479"/>
                </a:lnTo>
                <a:moveTo>
                  <a:pt x="1315" y="479"/>
                </a:moveTo>
                <a:lnTo>
                  <a:pt x="1267" y="479"/>
                </a:lnTo>
                <a:lnTo>
                  <a:pt x="1267" y="469"/>
                </a:lnTo>
                <a:lnTo>
                  <a:pt x="1315" y="469"/>
                </a:lnTo>
                <a:lnTo>
                  <a:pt x="1315" y="479"/>
                </a:lnTo>
                <a:moveTo>
                  <a:pt x="1237" y="479"/>
                </a:moveTo>
                <a:lnTo>
                  <a:pt x="1188" y="479"/>
                </a:lnTo>
                <a:lnTo>
                  <a:pt x="1188" y="469"/>
                </a:lnTo>
                <a:lnTo>
                  <a:pt x="1237" y="469"/>
                </a:lnTo>
                <a:lnTo>
                  <a:pt x="1237" y="479"/>
                </a:lnTo>
                <a:moveTo>
                  <a:pt x="1159" y="479"/>
                </a:moveTo>
                <a:lnTo>
                  <a:pt x="1110" y="479"/>
                </a:lnTo>
                <a:lnTo>
                  <a:pt x="1110" y="469"/>
                </a:lnTo>
                <a:lnTo>
                  <a:pt x="1159" y="469"/>
                </a:lnTo>
                <a:lnTo>
                  <a:pt x="1159" y="479"/>
                </a:lnTo>
                <a:moveTo>
                  <a:pt x="1081" y="479"/>
                </a:moveTo>
                <a:lnTo>
                  <a:pt x="1032" y="479"/>
                </a:lnTo>
                <a:lnTo>
                  <a:pt x="1032" y="469"/>
                </a:lnTo>
                <a:lnTo>
                  <a:pt x="1081" y="469"/>
                </a:lnTo>
                <a:lnTo>
                  <a:pt x="1081" y="479"/>
                </a:lnTo>
                <a:moveTo>
                  <a:pt x="1003" y="479"/>
                </a:moveTo>
                <a:lnTo>
                  <a:pt x="954" y="479"/>
                </a:lnTo>
                <a:lnTo>
                  <a:pt x="954" y="469"/>
                </a:lnTo>
                <a:lnTo>
                  <a:pt x="1003" y="469"/>
                </a:lnTo>
                <a:lnTo>
                  <a:pt x="1003" y="479"/>
                </a:lnTo>
                <a:moveTo>
                  <a:pt x="924" y="479"/>
                </a:moveTo>
                <a:lnTo>
                  <a:pt x="876" y="479"/>
                </a:lnTo>
                <a:lnTo>
                  <a:pt x="876" y="469"/>
                </a:lnTo>
                <a:lnTo>
                  <a:pt x="924" y="469"/>
                </a:lnTo>
                <a:lnTo>
                  <a:pt x="924" y="479"/>
                </a:lnTo>
                <a:moveTo>
                  <a:pt x="846" y="479"/>
                </a:moveTo>
                <a:lnTo>
                  <a:pt x="797" y="479"/>
                </a:lnTo>
                <a:lnTo>
                  <a:pt x="797" y="469"/>
                </a:lnTo>
                <a:lnTo>
                  <a:pt x="846" y="469"/>
                </a:lnTo>
                <a:lnTo>
                  <a:pt x="846" y="479"/>
                </a:lnTo>
                <a:moveTo>
                  <a:pt x="768" y="479"/>
                </a:moveTo>
                <a:lnTo>
                  <a:pt x="719" y="479"/>
                </a:lnTo>
                <a:lnTo>
                  <a:pt x="719" y="469"/>
                </a:lnTo>
                <a:lnTo>
                  <a:pt x="768" y="469"/>
                </a:lnTo>
                <a:lnTo>
                  <a:pt x="768" y="479"/>
                </a:lnTo>
                <a:moveTo>
                  <a:pt x="690" y="479"/>
                </a:moveTo>
                <a:lnTo>
                  <a:pt x="641" y="479"/>
                </a:lnTo>
                <a:lnTo>
                  <a:pt x="641" y="469"/>
                </a:lnTo>
                <a:lnTo>
                  <a:pt x="690" y="469"/>
                </a:lnTo>
                <a:lnTo>
                  <a:pt x="690" y="479"/>
                </a:lnTo>
                <a:moveTo>
                  <a:pt x="612" y="479"/>
                </a:moveTo>
                <a:lnTo>
                  <a:pt x="563" y="479"/>
                </a:lnTo>
                <a:lnTo>
                  <a:pt x="563" y="469"/>
                </a:lnTo>
                <a:lnTo>
                  <a:pt x="612" y="469"/>
                </a:lnTo>
                <a:lnTo>
                  <a:pt x="612" y="479"/>
                </a:lnTo>
                <a:moveTo>
                  <a:pt x="534" y="479"/>
                </a:moveTo>
                <a:lnTo>
                  <a:pt x="485" y="479"/>
                </a:lnTo>
                <a:lnTo>
                  <a:pt x="485" y="469"/>
                </a:lnTo>
                <a:lnTo>
                  <a:pt x="534" y="469"/>
                </a:lnTo>
                <a:lnTo>
                  <a:pt x="534" y="479"/>
                </a:lnTo>
                <a:moveTo>
                  <a:pt x="455" y="479"/>
                </a:moveTo>
                <a:lnTo>
                  <a:pt x="406" y="479"/>
                </a:lnTo>
                <a:lnTo>
                  <a:pt x="406" y="469"/>
                </a:lnTo>
                <a:lnTo>
                  <a:pt x="455" y="469"/>
                </a:lnTo>
                <a:lnTo>
                  <a:pt x="455" y="479"/>
                </a:lnTo>
                <a:moveTo>
                  <a:pt x="377" y="479"/>
                </a:moveTo>
                <a:lnTo>
                  <a:pt x="328" y="479"/>
                </a:lnTo>
                <a:lnTo>
                  <a:pt x="328" y="469"/>
                </a:lnTo>
                <a:lnTo>
                  <a:pt x="377" y="469"/>
                </a:lnTo>
                <a:lnTo>
                  <a:pt x="377" y="479"/>
                </a:lnTo>
                <a:moveTo>
                  <a:pt x="299" y="479"/>
                </a:moveTo>
                <a:lnTo>
                  <a:pt x="250" y="479"/>
                </a:lnTo>
                <a:lnTo>
                  <a:pt x="250" y="469"/>
                </a:lnTo>
                <a:lnTo>
                  <a:pt x="299" y="469"/>
                </a:lnTo>
                <a:lnTo>
                  <a:pt x="299" y="479"/>
                </a:lnTo>
                <a:moveTo>
                  <a:pt x="221" y="479"/>
                </a:moveTo>
                <a:lnTo>
                  <a:pt x="171" y="479"/>
                </a:lnTo>
                <a:lnTo>
                  <a:pt x="171" y="469"/>
                </a:lnTo>
                <a:lnTo>
                  <a:pt x="221" y="469"/>
                </a:lnTo>
                <a:lnTo>
                  <a:pt x="221" y="479"/>
                </a:lnTo>
                <a:moveTo>
                  <a:pt x="142" y="479"/>
                </a:moveTo>
                <a:lnTo>
                  <a:pt x="93" y="479"/>
                </a:lnTo>
                <a:lnTo>
                  <a:pt x="93" y="469"/>
                </a:lnTo>
                <a:lnTo>
                  <a:pt x="142" y="469"/>
                </a:lnTo>
                <a:lnTo>
                  <a:pt x="142" y="479"/>
                </a:lnTo>
                <a:moveTo>
                  <a:pt x="63" y="479"/>
                </a:moveTo>
                <a:lnTo>
                  <a:pt x="14" y="479"/>
                </a:lnTo>
                <a:lnTo>
                  <a:pt x="14" y="469"/>
                </a:lnTo>
                <a:lnTo>
                  <a:pt x="63" y="469"/>
                </a:lnTo>
                <a:lnTo>
                  <a:pt x="63" y="479"/>
                </a:lnTo>
                <a:moveTo>
                  <a:pt x="0" y="455"/>
                </a:moveTo>
                <a:lnTo>
                  <a:pt x="0" y="406"/>
                </a:lnTo>
                <a:lnTo>
                  <a:pt x="10" y="406"/>
                </a:lnTo>
                <a:lnTo>
                  <a:pt x="10" y="455"/>
                </a:lnTo>
                <a:lnTo>
                  <a:pt x="0" y="455"/>
                </a:lnTo>
                <a:moveTo>
                  <a:pt x="0" y="377"/>
                </a:moveTo>
                <a:lnTo>
                  <a:pt x="0" y="328"/>
                </a:lnTo>
                <a:lnTo>
                  <a:pt x="10" y="328"/>
                </a:lnTo>
                <a:lnTo>
                  <a:pt x="10" y="377"/>
                </a:lnTo>
                <a:lnTo>
                  <a:pt x="0" y="377"/>
                </a:lnTo>
                <a:moveTo>
                  <a:pt x="0" y="299"/>
                </a:moveTo>
                <a:lnTo>
                  <a:pt x="0" y="250"/>
                </a:lnTo>
                <a:lnTo>
                  <a:pt x="10" y="250"/>
                </a:lnTo>
                <a:lnTo>
                  <a:pt x="10" y="299"/>
                </a:lnTo>
                <a:lnTo>
                  <a:pt x="0" y="299"/>
                </a:lnTo>
                <a:moveTo>
                  <a:pt x="0" y="221"/>
                </a:moveTo>
                <a:lnTo>
                  <a:pt x="0" y="172"/>
                </a:lnTo>
                <a:lnTo>
                  <a:pt x="10" y="172"/>
                </a:lnTo>
                <a:lnTo>
                  <a:pt x="10" y="221"/>
                </a:lnTo>
                <a:lnTo>
                  <a:pt x="0" y="221"/>
                </a:lnTo>
                <a:moveTo>
                  <a:pt x="0" y="143"/>
                </a:moveTo>
                <a:lnTo>
                  <a:pt x="0" y="94"/>
                </a:lnTo>
                <a:lnTo>
                  <a:pt x="10" y="94"/>
                </a:lnTo>
                <a:lnTo>
                  <a:pt x="10" y="143"/>
                </a:lnTo>
                <a:lnTo>
                  <a:pt x="0" y="143"/>
                </a:lnTo>
                <a:moveTo>
                  <a:pt x="0" y="65"/>
                </a:moveTo>
                <a:lnTo>
                  <a:pt x="0" y="15"/>
                </a:lnTo>
                <a:lnTo>
                  <a:pt x="10" y="15"/>
                </a:lnTo>
                <a:lnTo>
                  <a:pt x="10" y="65"/>
                </a:lnTo>
                <a:lnTo>
                  <a:pt x="0" y="65"/>
                </a:lnTo>
                <a:moveTo>
                  <a:pt x="5" y="0"/>
                </a:move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3912480" y="18237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3912480" y="18360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3120840" y="1680120"/>
            <a:ext cx="10890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3120840" y="1820160"/>
            <a:ext cx="139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3085560" y="1992240"/>
            <a:ext cx="1383120" cy="169200"/>
          </a:xfrm>
          <a:custGeom>
            <a:avLst/>
            <a:gdLst/>
            <a:ahLst/>
            <a:rect l="0" t="0" r="r" b="b"/>
            <a:pathLst>
              <a:path w="3842" h="470">
                <a:moveTo>
                  <a:pt x="0" y="0"/>
                </a:moveTo>
                <a:lnTo>
                  <a:pt x="3842" y="0"/>
                </a:lnTo>
                <a:lnTo>
                  <a:pt x="3842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3083760" y="1990440"/>
            <a:ext cx="1386720" cy="172440"/>
          </a:xfrm>
          <a:custGeom>
            <a:avLst/>
            <a:gdLst/>
            <a:ahLst/>
            <a:rect l="0" t="0" r="r" b="b"/>
            <a:pathLst>
              <a:path w="3852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10"/>
                </a:lnTo>
                <a:lnTo>
                  <a:pt x="161" y="10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10"/>
                </a:lnTo>
                <a:lnTo>
                  <a:pt x="239" y="10"/>
                </a:lnTo>
                <a:lnTo>
                  <a:pt x="239" y="0"/>
                </a:lnTo>
                <a:moveTo>
                  <a:pt x="317" y="0"/>
                </a:moveTo>
                <a:lnTo>
                  <a:pt x="366" y="0"/>
                </a:lnTo>
                <a:lnTo>
                  <a:pt x="366" y="10"/>
                </a:lnTo>
                <a:lnTo>
                  <a:pt x="317" y="10"/>
                </a:lnTo>
                <a:lnTo>
                  <a:pt x="317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10"/>
                </a:lnTo>
                <a:lnTo>
                  <a:pt x="396" y="10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10"/>
                </a:lnTo>
                <a:lnTo>
                  <a:pt x="474" y="10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10"/>
                </a:lnTo>
                <a:lnTo>
                  <a:pt x="552" y="10"/>
                </a:lnTo>
                <a:lnTo>
                  <a:pt x="552" y="0"/>
                </a:lnTo>
                <a:moveTo>
                  <a:pt x="630" y="0"/>
                </a:moveTo>
                <a:lnTo>
                  <a:pt x="679" y="0"/>
                </a:lnTo>
                <a:lnTo>
                  <a:pt x="679" y="10"/>
                </a:lnTo>
                <a:lnTo>
                  <a:pt x="630" y="10"/>
                </a:lnTo>
                <a:lnTo>
                  <a:pt x="630" y="0"/>
                </a:lnTo>
                <a:moveTo>
                  <a:pt x="708" y="0"/>
                </a:moveTo>
                <a:lnTo>
                  <a:pt x="757" y="0"/>
                </a:lnTo>
                <a:lnTo>
                  <a:pt x="757" y="10"/>
                </a:lnTo>
                <a:lnTo>
                  <a:pt x="708" y="10"/>
                </a:lnTo>
                <a:lnTo>
                  <a:pt x="708" y="0"/>
                </a:lnTo>
                <a:moveTo>
                  <a:pt x="787" y="0"/>
                </a:moveTo>
                <a:lnTo>
                  <a:pt x="836" y="0"/>
                </a:lnTo>
                <a:lnTo>
                  <a:pt x="836" y="10"/>
                </a:lnTo>
                <a:lnTo>
                  <a:pt x="787" y="10"/>
                </a:lnTo>
                <a:lnTo>
                  <a:pt x="787" y="0"/>
                </a:lnTo>
                <a:moveTo>
                  <a:pt x="865" y="0"/>
                </a:moveTo>
                <a:lnTo>
                  <a:pt x="914" y="0"/>
                </a:lnTo>
                <a:lnTo>
                  <a:pt x="914" y="10"/>
                </a:lnTo>
                <a:lnTo>
                  <a:pt x="865" y="10"/>
                </a:lnTo>
                <a:lnTo>
                  <a:pt x="865" y="0"/>
                </a:lnTo>
                <a:moveTo>
                  <a:pt x="943" y="0"/>
                </a:moveTo>
                <a:lnTo>
                  <a:pt x="992" y="0"/>
                </a:lnTo>
                <a:lnTo>
                  <a:pt x="992" y="10"/>
                </a:lnTo>
                <a:lnTo>
                  <a:pt x="943" y="10"/>
                </a:lnTo>
                <a:lnTo>
                  <a:pt x="943" y="0"/>
                </a:lnTo>
                <a:moveTo>
                  <a:pt x="1021" y="0"/>
                </a:moveTo>
                <a:lnTo>
                  <a:pt x="1071" y="0"/>
                </a:lnTo>
                <a:lnTo>
                  <a:pt x="1071" y="10"/>
                </a:lnTo>
                <a:lnTo>
                  <a:pt x="1021" y="10"/>
                </a:lnTo>
                <a:lnTo>
                  <a:pt x="1021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10"/>
                </a:lnTo>
                <a:lnTo>
                  <a:pt x="1960" y="10"/>
                </a:lnTo>
                <a:lnTo>
                  <a:pt x="1960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10"/>
                </a:lnTo>
                <a:lnTo>
                  <a:pt x="2508" y="10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10"/>
                </a:lnTo>
                <a:lnTo>
                  <a:pt x="2586" y="10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10"/>
                </a:lnTo>
                <a:lnTo>
                  <a:pt x="2664" y="10"/>
                </a:lnTo>
                <a:lnTo>
                  <a:pt x="2664" y="0"/>
                </a:lnTo>
                <a:moveTo>
                  <a:pt x="2742" y="0"/>
                </a:moveTo>
                <a:lnTo>
                  <a:pt x="2791" y="0"/>
                </a:lnTo>
                <a:lnTo>
                  <a:pt x="2791" y="10"/>
                </a:lnTo>
                <a:lnTo>
                  <a:pt x="2742" y="10"/>
                </a:lnTo>
                <a:lnTo>
                  <a:pt x="2742" y="0"/>
                </a:lnTo>
                <a:moveTo>
                  <a:pt x="2821" y="0"/>
                </a:moveTo>
                <a:lnTo>
                  <a:pt x="2869" y="0"/>
                </a:lnTo>
                <a:lnTo>
                  <a:pt x="2869" y="10"/>
                </a:lnTo>
                <a:lnTo>
                  <a:pt x="2821" y="10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10"/>
                </a:lnTo>
                <a:lnTo>
                  <a:pt x="2899" y="10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10"/>
                </a:lnTo>
                <a:lnTo>
                  <a:pt x="2977" y="10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10"/>
                </a:lnTo>
                <a:lnTo>
                  <a:pt x="3055" y="10"/>
                </a:lnTo>
                <a:lnTo>
                  <a:pt x="3055" y="0"/>
                </a:lnTo>
                <a:moveTo>
                  <a:pt x="3133" y="0"/>
                </a:moveTo>
                <a:lnTo>
                  <a:pt x="3182" y="0"/>
                </a:lnTo>
                <a:lnTo>
                  <a:pt x="3182" y="10"/>
                </a:lnTo>
                <a:lnTo>
                  <a:pt x="3133" y="10"/>
                </a:lnTo>
                <a:lnTo>
                  <a:pt x="3133" y="0"/>
                </a:lnTo>
                <a:moveTo>
                  <a:pt x="3212" y="0"/>
                </a:moveTo>
                <a:lnTo>
                  <a:pt x="3260" y="0"/>
                </a:lnTo>
                <a:lnTo>
                  <a:pt x="3260" y="10"/>
                </a:lnTo>
                <a:lnTo>
                  <a:pt x="3212" y="10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10"/>
                </a:lnTo>
                <a:lnTo>
                  <a:pt x="3290" y="10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10"/>
                </a:lnTo>
                <a:lnTo>
                  <a:pt x="3368" y="10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10"/>
                </a:lnTo>
                <a:lnTo>
                  <a:pt x="3446" y="10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10"/>
                </a:lnTo>
                <a:lnTo>
                  <a:pt x="3524" y="10"/>
                </a:lnTo>
                <a:lnTo>
                  <a:pt x="3524" y="0"/>
                </a:lnTo>
                <a:moveTo>
                  <a:pt x="3603" y="0"/>
                </a:moveTo>
                <a:lnTo>
                  <a:pt x="3651" y="0"/>
                </a:lnTo>
                <a:lnTo>
                  <a:pt x="3651" y="10"/>
                </a:lnTo>
                <a:lnTo>
                  <a:pt x="3603" y="10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10"/>
                </a:lnTo>
                <a:lnTo>
                  <a:pt x="3681" y="10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10"/>
                </a:lnTo>
                <a:lnTo>
                  <a:pt x="3759" y="10"/>
                </a:lnTo>
                <a:lnTo>
                  <a:pt x="3759" y="0"/>
                </a:lnTo>
                <a:moveTo>
                  <a:pt x="3837" y="0"/>
                </a:moveTo>
                <a:lnTo>
                  <a:pt x="3852" y="0"/>
                </a:lnTo>
                <a:lnTo>
                  <a:pt x="3852" y="44"/>
                </a:lnTo>
                <a:lnTo>
                  <a:pt x="3842" y="44"/>
                </a:lnTo>
                <a:lnTo>
                  <a:pt x="3842" y="5"/>
                </a:lnTo>
                <a:lnTo>
                  <a:pt x="3847" y="5"/>
                </a:lnTo>
                <a:lnTo>
                  <a:pt x="3847" y="10"/>
                </a:lnTo>
                <a:lnTo>
                  <a:pt x="3837" y="10"/>
                </a:lnTo>
                <a:lnTo>
                  <a:pt x="3837" y="0"/>
                </a:lnTo>
                <a:moveTo>
                  <a:pt x="3852" y="74"/>
                </a:moveTo>
                <a:lnTo>
                  <a:pt x="3852" y="122"/>
                </a:lnTo>
                <a:lnTo>
                  <a:pt x="3842" y="122"/>
                </a:lnTo>
                <a:lnTo>
                  <a:pt x="3842" y="74"/>
                </a:lnTo>
                <a:lnTo>
                  <a:pt x="3852" y="74"/>
                </a:lnTo>
                <a:moveTo>
                  <a:pt x="3852" y="152"/>
                </a:moveTo>
                <a:lnTo>
                  <a:pt x="3852" y="200"/>
                </a:lnTo>
                <a:lnTo>
                  <a:pt x="3842" y="200"/>
                </a:lnTo>
                <a:lnTo>
                  <a:pt x="3842" y="152"/>
                </a:lnTo>
                <a:lnTo>
                  <a:pt x="3852" y="152"/>
                </a:lnTo>
                <a:moveTo>
                  <a:pt x="3852" y="230"/>
                </a:moveTo>
                <a:lnTo>
                  <a:pt x="3852" y="278"/>
                </a:lnTo>
                <a:lnTo>
                  <a:pt x="3842" y="278"/>
                </a:lnTo>
                <a:lnTo>
                  <a:pt x="3842" y="230"/>
                </a:lnTo>
                <a:lnTo>
                  <a:pt x="3852" y="230"/>
                </a:lnTo>
                <a:moveTo>
                  <a:pt x="3852" y="308"/>
                </a:moveTo>
                <a:lnTo>
                  <a:pt x="3852" y="356"/>
                </a:lnTo>
                <a:lnTo>
                  <a:pt x="3842" y="356"/>
                </a:lnTo>
                <a:lnTo>
                  <a:pt x="3842" y="308"/>
                </a:lnTo>
                <a:lnTo>
                  <a:pt x="3852" y="308"/>
                </a:lnTo>
                <a:moveTo>
                  <a:pt x="3852" y="386"/>
                </a:moveTo>
                <a:lnTo>
                  <a:pt x="3852" y="436"/>
                </a:lnTo>
                <a:lnTo>
                  <a:pt x="3842" y="436"/>
                </a:lnTo>
                <a:lnTo>
                  <a:pt x="3842" y="386"/>
                </a:lnTo>
                <a:lnTo>
                  <a:pt x="3852" y="386"/>
                </a:lnTo>
                <a:moveTo>
                  <a:pt x="3852" y="465"/>
                </a:moveTo>
                <a:lnTo>
                  <a:pt x="3852" y="479"/>
                </a:lnTo>
                <a:lnTo>
                  <a:pt x="3808" y="479"/>
                </a:lnTo>
                <a:lnTo>
                  <a:pt x="3808" y="470"/>
                </a:lnTo>
                <a:lnTo>
                  <a:pt x="3847" y="470"/>
                </a:lnTo>
                <a:lnTo>
                  <a:pt x="3847" y="475"/>
                </a:lnTo>
                <a:lnTo>
                  <a:pt x="3842" y="475"/>
                </a:lnTo>
                <a:lnTo>
                  <a:pt x="3842" y="465"/>
                </a:lnTo>
                <a:lnTo>
                  <a:pt x="3852" y="465"/>
                </a:lnTo>
                <a:moveTo>
                  <a:pt x="3778" y="479"/>
                </a:moveTo>
                <a:lnTo>
                  <a:pt x="3730" y="479"/>
                </a:lnTo>
                <a:lnTo>
                  <a:pt x="3730" y="470"/>
                </a:lnTo>
                <a:lnTo>
                  <a:pt x="3778" y="470"/>
                </a:lnTo>
                <a:lnTo>
                  <a:pt x="3778" y="479"/>
                </a:lnTo>
                <a:moveTo>
                  <a:pt x="3700" y="479"/>
                </a:moveTo>
                <a:lnTo>
                  <a:pt x="3651" y="479"/>
                </a:lnTo>
                <a:lnTo>
                  <a:pt x="3651" y="470"/>
                </a:lnTo>
                <a:lnTo>
                  <a:pt x="3700" y="470"/>
                </a:lnTo>
                <a:lnTo>
                  <a:pt x="3700" y="479"/>
                </a:lnTo>
                <a:moveTo>
                  <a:pt x="3622" y="479"/>
                </a:moveTo>
                <a:lnTo>
                  <a:pt x="3573" y="479"/>
                </a:lnTo>
                <a:lnTo>
                  <a:pt x="3573" y="470"/>
                </a:lnTo>
                <a:lnTo>
                  <a:pt x="3622" y="470"/>
                </a:lnTo>
                <a:lnTo>
                  <a:pt x="3622" y="479"/>
                </a:lnTo>
                <a:moveTo>
                  <a:pt x="3544" y="479"/>
                </a:moveTo>
                <a:lnTo>
                  <a:pt x="3495" y="479"/>
                </a:lnTo>
                <a:lnTo>
                  <a:pt x="3495" y="470"/>
                </a:lnTo>
                <a:lnTo>
                  <a:pt x="3544" y="470"/>
                </a:lnTo>
                <a:lnTo>
                  <a:pt x="3544" y="479"/>
                </a:lnTo>
                <a:moveTo>
                  <a:pt x="3466" y="479"/>
                </a:moveTo>
                <a:lnTo>
                  <a:pt x="3417" y="479"/>
                </a:lnTo>
                <a:lnTo>
                  <a:pt x="3417" y="470"/>
                </a:lnTo>
                <a:lnTo>
                  <a:pt x="3466" y="470"/>
                </a:lnTo>
                <a:lnTo>
                  <a:pt x="3466" y="479"/>
                </a:lnTo>
                <a:moveTo>
                  <a:pt x="3387" y="479"/>
                </a:moveTo>
                <a:lnTo>
                  <a:pt x="3339" y="479"/>
                </a:lnTo>
                <a:lnTo>
                  <a:pt x="3339" y="470"/>
                </a:lnTo>
                <a:lnTo>
                  <a:pt x="3387" y="470"/>
                </a:lnTo>
                <a:lnTo>
                  <a:pt x="3387" y="479"/>
                </a:lnTo>
                <a:moveTo>
                  <a:pt x="3309" y="479"/>
                </a:moveTo>
                <a:lnTo>
                  <a:pt x="3260" y="479"/>
                </a:lnTo>
                <a:lnTo>
                  <a:pt x="3260" y="470"/>
                </a:lnTo>
                <a:lnTo>
                  <a:pt x="3309" y="470"/>
                </a:lnTo>
                <a:lnTo>
                  <a:pt x="3309" y="479"/>
                </a:lnTo>
                <a:moveTo>
                  <a:pt x="3231" y="479"/>
                </a:moveTo>
                <a:lnTo>
                  <a:pt x="3182" y="479"/>
                </a:lnTo>
                <a:lnTo>
                  <a:pt x="3182" y="470"/>
                </a:lnTo>
                <a:lnTo>
                  <a:pt x="3231" y="470"/>
                </a:lnTo>
                <a:lnTo>
                  <a:pt x="3231" y="479"/>
                </a:lnTo>
                <a:moveTo>
                  <a:pt x="3153" y="479"/>
                </a:moveTo>
                <a:lnTo>
                  <a:pt x="3104" y="479"/>
                </a:lnTo>
                <a:lnTo>
                  <a:pt x="3104" y="470"/>
                </a:lnTo>
                <a:lnTo>
                  <a:pt x="3153" y="470"/>
                </a:lnTo>
                <a:lnTo>
                  <a:pt x="3153" y="479"/>
                </a:lnTo>
                <a:moveTo>
                  <a:pt x="3075" y="479"/>
                </a:moveTo>
                <a:lnTo>
                  <a:pt x="3026" y="479"/>
                </a:lnTo>
                <a:lnTo>
                  <a:pt x="3026" y="470"/>
                </a:lnTo>
                <a:lnTo>
                  <a:pt x="3075" y="470"/>
                </a:lnTo>
                <a:lnTo>
                  <a:pt x="3075" y="479"/>
                </a:lnTo>
                <a:moveTo>
                  <a:pt x="2997" y="479"/>
                </a:moveTo>
                <a:lnTo>
                  <a:pt x="2948" y="479"/>
                </a:lnTo>
                <a:lnTo>
                  <a:pt x="2948" y="470"/>
                </a:lnTo>
                <a:lnTo>
                  <a:pt x="2997" y="470"/>
                </a:lnTo>
                <a:lnTo>
                  <a:pt x="2997" y="479"/>
                </a:lnTo>
                <a:moveTo>
                  <a:pt x="2918" y="479"/>
                </a:moveTo>
                <a:lnTo>
                  <a:pt x="2869" y="479"/>
                </a:lnTo>
                <a:lnTo>
                  <a:pt x="2869" y="470"/>
                </a:lnTo>
                <a:lnTo>
                  <a:pt x="2918" y="470"/>
                </a:lnTo>
                <a:lnTo>
                  <a:pt x="2918" y="479"/>
                </a:lnTo>
                <a:moveTo>
                  <a:pt x="2840" y="479"/>
                </a:moveTo>
                <a:lnTo>
                  <a:pt x="2791" y="479"/>
                </a:lnTo>
                <a:lnTo>
                  <a:pt x="2791" y="470"/>
                </a:lnTo>
                <a:lnTo>
                  <a:pt x="2840" y="470"/>
                </a:lnTo>
                <a:lnTo>
                  <a:pt x="2840" y="479"/>
                </a:lnTo>
                <a:moveTo>
                  <a:pt x="2762" y="479"/>
                </a:moveTo>
                <a:lnTo>
                  <a:pt x="2713" y="479"/>
                </a:lnTo>
                <a:lnTo>
                  <a:pt x="2713" y="470"/>
                </a:lnTo>
                <a:lnTo>
                  <a:pt x="2762" y="470"/>
                </a:lnTo>
                <a:lnTo>
                  <a:pt x="2762" y="479"/>
                </a:lnTo>
                <a:moveTo>
                  <a:pt x="2684" y="479"/>
                </a:moveTo>
                <a:lnTo>
                  <a:pt x="2635" y="479"/>
                </a:lnTo>
                <a:lnTo>
                  <a:pt x="2635" y="470"/>
                </a:lnTo>
                <a:lnTo>
                  <a:pt x="2684" y="470"/>
                </a:lnTo>
                <a:lnTo>
                  <a:pt x="2684" y="479"/>
                </a:lnTo>
                <a:moveTo>
                  <a:pt x="2606" y="479"/>
                </a:moveTo>
                <a:lnTo>
                  <a:pt x="2557" y="479"/>
                </a:lnTo>
                <a:lnTo>
                  <a:pt x="2557" y="470"/>
                </a:lnTo>
                <a:lnTo>
                  <a:pt x="2606" y="470"/>
                </a:lnTo>
                <a:lnTo>
                  <a:pt x="2606" y="479"/>
                </a:lnTo>
                <a:moveTo>
                  <a:pt x="2527" y="479"/>
                </a:moveTo>
                <a:lnTo>
                  <a:pt x="2479" y="479"/>
                </a:lnTo>
                <a:lnTo>
                  <a:pt x="2479" y="470"/>
                </a:lnTo>
                <a:lnTo>
                  <a:pt x="2527" y="470"/>
                </a:lnTo>
                <a:lnTo>
                  <a:pt x="2527" y="479"/>
                </a:lnTo>
                <a:moveTo>
                  <a:pt x="2449" y="479"/>
                </a:moveTo>
                <a:lnTo>
                  <a:pt x="2400" y="479"/>
                </a:lnTo>
                <a:lnTo>
                  <a:pt x="2400" y="470"/>
                </a:lnTo>
                <a:lnTo>
                  <a:pt x="2449" y="470"/>
                </a:lnTo>
                <a:lnTo>
                  <a:pt x="2449" y="479"/>
                </a:lnTo>
                <a:moveTo>
                  <a:pt x="2371" y="479"/>
                </a:moveTo>
                <a:lnTo>
                  <a:pt x="2322" y="479"/>
                </a:lnTo>
                <a:lnTo>
                  <a:pt x="2322" y="470"/>
                </a:lnTo>
                <a:lnTo>
                  <a:pt x="2371" y="470"/>
                </a:lnTo>
                <a:lnTo>
                  <a:pt x="2371" y="479"/>
                </a:lnTo>
                <a:moveTo>
                  <a:pt x="2293" y="479"/>
                </a:moveTo>
                <a:lnTo>
                  <a:pt x="2244" y="479"/>
                </a:lnTo>
                <a:lnTo>
                  <a:pt x="2244" y="470"/>
                </a:lnTo>
                <a:lnTo>
                  <a:pt x="2293" y="470"/>
                </a:lnTo>
                <a:lnTo>
                  <a:pt x="2293" y="479"/>
                </a:lnTo>
                <a:moveTo>
                  <a:pt x="2215" y="479"/>
                </a:moveTo>
                <a:lnTo>
                  <a:pt x="2166" y="479"/>
                </a:lnTo>
                <a:lnTo>
                  <a:pt x="2166" y="470"/>
                </a:lnTo>
                <a:lnTo>
                  <a:pt x="2215" y="470"/>
                </a:lnTo>
                <a:lnTo>
                  <a:pt x="2215" y="479"/>
                </a:lnTo>
                <a:moveTo>
                  <a:pt x="2136" y="479"/>
                </a:moveTo>
                <a:lnTo>
                  <a:pt x="2088" y="479"/>
                </a:lnTo>
                <a:lnTo>
                  <a:pt x="2088" y="470"/>
                </a:lnTo>
                <a:lnTo>
                  <a:pt x="2136" y="470"/>
                </a:lnTo>
                <a:lnTo>
                  <a:pt x="2136" y="479"/>
                </a:lnTo>
                <a:moveTo>
                  <a:pt x="2058" y="479"/>
                </a:moveTo>
                <a:lnTo>
                  <a:pt x="2009" y="479"/>
                </a:lnTo>
                <a:lnTo>
                  <a:pt x="2009" y="470"/>
                </a:lnTo>
                <a:lnTo>
                  <a:pt x="2058" y="470"/>
                </a:lnTo>
                <a:lnTo>
                  <a:pt x="2058" y="479"/>
                </a:lnTo>
                <a:moveTo>
                  <a:pt x="1980" y="479"/>
                </a:moveTo>
                <a:lnTo>
                  <a:pt x="1931" y="479"/>
                </a:lnTo>
                <a:lnTo>
                  <a:pt x="1931" y="470"/>
                </a:lnTo>
                <a:lnTo>
                  <a:pt x="1980" y="470"/>
                </a:lnTo>
                <a:lnTo>
                  <a:pt x="1980" y="479"/>
                </a:lnTo>
                <a:moveTo>
                  <a:pt x="1902" y="479"/>
                </a:moveTo>
                <a:lnTo>
                  <a:pt x="1853" y="479"/>
                </a:lnTo>
                <a:lnTo>
                  <a:pt x="1853" y="470"/>
                </a:lnTo>
                <a:lnTo>
                  <a:pt x="1902" y="470"/>
                </a:lnTo>
                <a:lnTo>
                  <a:pt x="1902" y="479"/>
                </a:lnTo>
                <a:moveTo>
                  <a:pt x="1824" y="479"/>
                </a:moveTo>
                <a:lnTo>
                  <a:pt x="1775" y="479"/>
                </a:lnTo>
                <a:lnTo>
                  <a:pt x="1775" y="470"/>
                </a:lnTo>
                <a:lnTo>
                  <a:pt x="1824" y="470"/>
                </a:lnTo>
                <a:lnTo>
                  <a:pt x="1824" y="479"/>
                </a:lnTo>
                <a:moveTo>
                  <a:pt x="1745" y="479"/>
                </a:moveTo>
                <a:lnTo>
                  <a:pt x="1697" y="479"/>
                </a:lnTo>
                <a:lnTo>
                  <a:pt x="1697" y="470"/>
                </a:lnTo>
                <a:lnTo>
                  <a:pt x="1745" y="470"/>
                </a:lnTo>
                <a:lnTo>
                  <a:pt x="1745" y="479"/>
                </a:lnTo>
                <a:moveTo>
                  <a:pt x="1667" y="479"/>
                </a:moveTo>
                <a:lnTo>
                  <a:pt x="1618" y="479"/>
                </a:lnTo>
                <a:lnTo>
                  <a:pt x="1618" y="470"/>
                </a:lnTo>
                <a:lnTo>
                  <a:pt x="1667" y="470"/>
                </a:lnTo>
                <a:lnTo>
                  <a:pt x="1667" y="479"/>
                </a:lnTo>
                <a:moveTo>
                  <a:pt x="1589" y="479"/>
                </a:moveTo>
                <a:lnTo>
                  <a:pt x="1540" y="479"/>
                </a:lnTo>
                <a:lnTo>
                  <a:pt x="1540" y="470"/>
                </a:lnTo>
                <a:lnTo>
                  <a:pt x="1589" y="470"/>
                </a:lnTo>
                <a:lnTo>
                  <a:pt x="1589" y="479"/>
                </a:lnTo>
                <a:moveTo>
                  <a:pt x="1511" y="479"/>
                </a:moveTo>
                <a:lnTo>
                  <a:pt x="1462" y="479"/>
                </a:lnTo>
                <a:lnTo>
                  <a:pt x="1462" y="470"/>
                </a:lnTo>
                <a:lnTo>
                  <a:pt x="1511" y="470"/>
                </a:lnTo>
                <a:lnTo>
                  <a:pt x="1511" y="479"/>
                </a:lnTo>
                <a:moveTo>
                  <a:pt x="1433" y="479"/>
                </a:moveTo>
                <a:lnTo>
                  <a:pt x="1384" y="479"/>
                </a:lnTo>
                <a:lnTo>
                  <a:pt x="1384" y="470"/>
                </a:lnTo>
                <a:lnTo>
                  <a:pt x="1433" y="470"/>
                </a:lnTo>
                <a:lnTo>
                  <a:pt x="1433" y="479"/>
                </a:lnTo>
                <a:moveTo>
                  <a:pt x="1355" y="479"/>
                </a:moveTo>
                <a:lnTo>
                  <a:pt x="1306" y="479"/>
                </a:lnTo>
                <a:lnTo>
                  <a:pt x="1306" y="470"/>
                </a:lnTo>
                <a:lnTo>
                  <a:pt x="1355" y="470"/>
                </a:lnTo>
                <a:lnTo>
                  <a:pt x="1355" y="479"/>
                </a:lnTo>
                <a:moveTo>
                  <a:pt x="1276" y="479"/>
                </a:moveTo>
                <a:lnTo>
                  <a:pt x="1227" y="479"/>
                </a:lnTo>
                <a:lnTo>
                  <a:pt x="1227" y="470"/>
                </a:lnTo>
                <a:lnTo>
                  <a:pt x="1276" y="470"/>
                </a:lnTo>
                <a:lnTo>
                  <a:pt x="1276" y="479"/>
                </a:lnTo>
                <a:moveTo>
                  <a:pt x="1198" y="479"/>
                </a:moveTo>
                <a:lnTo>
                  <a:pt x="1149" y="479"/>
                </a:lnTo>
                <a:lnTo>
                  <a:pt x="1149" y="470"/>
                </a:lnTo>
                <a:lnTo>
                  <a:pt x="1198" y="470"/>
                </a:lnTo>
                <a:lnTo>
                  <a:pt x="1198" y="479"/>
                </a:lnTo>
                <a:moveTo>
                  <a:pt x="1120" y="479"/>
                </a:moveTo>
                <a:lnTo>
                  <a:pt x="1071" y="479"/>
                </a:lnTo>
                <a:lnTo>
                  <a:pt x="1071" y="470"/>
                </a:lnTo>
                <a:lnTo>
                  <a:pt x="1120" y="470"/>
                </a:lnTo>
                <a:lnTo>
                  <a:pt x="1120" y="479"/>
                </a:lnTo>
                <a:moveTo>
                  <a:pt x="1041" y="479"/>
                </a:moveTo>
                <a:lnTo>
                  <a:pt x="992" y="479"/>
                </a:lnTo>
                <a:lnTo>
                  <a:pt x="992" y="470"/>
                </a:lnTo>
                <a:lnTo>
                  <a:pt x="1041" y="470"/>
                </a:lnTo>
                <a:lnTo>
                  <a:pt x="1041" y="479"/>
                </a:lnTo>
                <a:moveTo>
                  <a:pt x="963" y="479"/>
                </a:moveTo>
                <a:lnTo>
                  <a:pt x="914" y="479"/>
                </a:lnTo>
                <a:lnTo>
                  <a:pt x="914" y="470"/>
                </a:lnTo>
                <a:lnTo>
                  <a:pt x="963" y="470"/>
                </a:lnTo>
                <a:lnTo>
                  <a:pt x="963" y="479"/>
                </a:lnTo>
                <a:moveTo>
                  <a:pt x="884" y="479"/>
                </a:moveTo>
                <a:lnTo>
                  <a:pt x="836" y="479"/>
                </a:lnTo>
                <a:lnTo>
                  <a:pt x="836" y="470"/>
                </a:lnTo>
                <a:lnTo>
                  <a:pt x="884" y="470"/>
                </a:lnTo>
                <a:lnTo>
                  <a:pt x="884" y="479"/>
                </a:lnTo>
                <a:moveTo>
                  <a:pt x="806" y="479"/>
                </a:moveTo>
                <a:lnTo>
                  <a:pt x="757" y="479"/>
                </a:lnTo>
                <a:lnTo>
                  <a:pt x="757" y="470"/>
                </a:lnTo>
                <a:lnTo>
                  <a:pt x="806" y="470"/>
                </a:lnTo>
                <a:lnTo>
                  <a:pt x="806" y="479"/>
                </a:lnTo>
                <a:moveTo>
                  <a:pt x="728" y="479"/>
                </a:moveTo>
                <a:lnTo>
                  <a:pt x="679" y="479"/>
                </a:lnTo>
                <a:lnTo>
                  <a:pt x="679" y="470"/>
                </a:lnTo>
                <a:lnTo>
                  <a:pt x="728" y="470"/>
                </a:lnTo>
                <a:lnTo>
                  <a:pt x="728" y="479"/>
                </a:lnTo>
                <a:moveTo>
                  <a:pt x="650" y="479"/>
                </a:moveTo>
                <a:lnTo>
                  <a:pt x="601" y="479"/>
                </a:lnTo>
                <a:lnTo>
                  <a:pt x="601" y="470"/>
                </a:lnTo>
                <a:lnTo>
                  <a:pt x="650" y="470"/>
                </a:lnTo>
                <a:lnTo>
                  <a:pt x="650" y="479"/>
                </a:lnTo>
                <a:moveTo>
                  <a:pt x="572" y="479"/>
                </a:moveTo>
                <a:lnTo>
                  <a:pt x="523" y="479"/>
                </a:lnTo>
                <a:lnTo>
                  <a:pt x="523" y="470"/>
                </a:lnTo>
                <a:lnTo>
                  <a:pt x="572" y="470"/>
                </a:lnTo>
                <a:lnTo>
                  <a:pt x="572" y="479"/>
                </a:lnTo>
                <a:moveTo>
                  <a:pt x="493" y="479"/>
                </a:moveTo>
                <a:lnTo>
                  <a:pt x="445" y="479"/>
                </a:lnTo>
                <a:lnTo>
                  <a:pt x="445" y="470"/>
                </a:lnTo>
                <a:lnTo>
                  <a:pt x="493" y="470"/>
                </a:lnTo>
                <a:lnTo>
                  <a:pt x="493" y="479"/>
                </a:lnTo>
                <a:moveTo>
                  <a:pt x="415" y="479"/>
                </a:moveTo>
                <a:lnTo>
                  <a:pt x="366" y="479"/>
                </a:lnTo>
                <a:lnTo>
                  <a:pt x="366" y="470"/>
                </a:lnTo>
                <a:lnTo>
                  <a:pt x="415" y="470"/>
                </a:lnTo>
                <a:lnTo>
                  <a:pt x="415" y="479"/>
                </a:lnTo>
                <a:moveTo>
                  <a:pt x="337" y="479"/>
                </a:moveTo>
                <a:lnTo>
                  <a:pt x="288" y="479"/>
                </a:lnTo>
                <a:lnTo>
                  <a:pt x="288" y="470"/>
                </a:lnTo>
                <a:lnTo>
                  <a:pt x="337" y="470"/>
                </a:lnTo>
                <a:lnTo>
                  <a:pt x="337" y="479"/>
                </a:lnTo>
                <a:moveTo>
                  <a:pt x="259" y="479"/>
                </a:moveTo>
                <a:lnTo>
                  <a:pt x="210" y="479"/>
                </a:lnTo>
                <a:lnTo>
                  <a:pt x="210" y="470"/>
                </a:lnTo>
                <a:lnTo>
                  <a:pt x="259" y="470"/>
                </a:lnTo>
                <a:lnTo>
                  <a:pt x="259" y="479"/>
                </a:lnTo>
                <a:moveTo>
                  <a:pt x="181" y="479"/>
                </a:moveTo>
                <a:lnTo>
                  <a:pt x="132" y="479"/>
                </a:lnTo>
                <a:lnTo>
                  <a:pt x="132" y="470"/>
                </a:lnTo>
                <a:lnTo>
                  <a:pt x="181" y="470"/>
                </a:lnTo>
                <a:lnTo>
                  <a:pt x="181" y="479"/>
                </a:lnTo>
                <a:moveTo>
                  <a:pt x="102" y="479"/>
                </a:moveTo>
                <a:lnTo>
                  <a:pt x="54" y="479"/>
                </a:lnTo>
                <a:lnTo>
                  <a:pt x="54" y="470"/>
                </a:lnTo>
                <a:lnTo>
                  <a:pt x="102" y="470"/>
                </a:lnTo>
                <a:lnTo>
                  <a:pt x="102" y="479"/>
                </a:lnTo>
                <a:moveTo>
                  <a:pt x="24" y="479"/>
                </a:moveTo>
                <a:lnTo>
                  <a:pt x="0" y="479"/>
                </a:lnTo>
                <a:lnTo>
                  <a:pt x="0" y="445"/>
                </a:lnTo>
                <a:lnTo>
                  <a:pt x="10" y="445"/>
                </a:lnTo>
                <a:lnTo>
                  <a:pt x="10" y="475"/>
                </a:lnTo>
                <a:lnTo>
                  <a:pt x="5" y="475"/>
                </a:lnTo>
                <a:lnTo>
                  <a:pt x="5" y="470"/>
                </a:lnTo>
                <a:lnTo>
                  <a:pt x="24" y="470"/>
                </a:lnTo>
                <a:lnTo>
                  <a:pt x="24" y="479"/>
                </a:lnTo>
                <a:moveTo>
                  <a:pt x="0" y="415"/>
                </a:moveTo>
                <a:lnTo>
                  <a:pt x="0" y="366"/>
                </a:lnTo>
                <a:lnTo>
                  <a:pt x="10" y="366"/>
                </a:lnTo>
                <a:lnTo>
                  <a:pt x="10" y="415"/>
                </a:lnTo>
                <a:lnTo>
                  <a:pt x="0" y="415"/>
                </a:lnTo>
                <a:moveTo>
                  <a:pt x="0" y="337"/>
                </a:moveTo>
                <a:lnTo>
                  <a:pt x="0" y="288"/>
                </a:lnTo>
                <a:lnTo>
                  <a:pt x="10" y="288"/>
                </a:lnTo>
                <a:lnTo>
                  <a:pt x="10" y="337"/>
                </a:lnTo>
                <a:lnTo>
                  <a:pt x="0" y="337"/>
                </a:lnTo>
                <a:moveTo>
                  <a:pt x="0" y="259"/>
                </a:moveTo>
                <a:lnTo>
                  <a:pt x="0" y="210"/>
                </a:lnTo>
                <a:lnTo>
                  <a:pt x="10" y="210"/>
                </a:lnTo>
                <a:lnTo>
                  <a:pt x="10" y="259"/>
                </a:lnTo>
                <a:lnTo>
                  <a:pt x="0" y="259"/>
                </a:lnTo>
                <a:moveTo>
                  <a:pt x="0" y="181"/>
                </a:moveTo>
                <a:lnTo>
                  <a:pt x="0" y="132"/>
                </a:lnTo>
                <a:lnTo>
                  <a:pt x="10" y="132"/>
                </a:lnTo>
                <a:lnTo>
                  <a:pt x="10" y="181"/>
                </a:lnTo>
                <a:lnTo>
                  <a:pt x="0" y="181"/>
                </a:lnTo>
                <a:moveTo>
                  <a:pt x="0" y="103"/>
                </a:moveTo>
                <a:lnTo>
                  <a:pt x="0" y="54"/>
                </a:lnTo>
                <a:lnTo>
                  <a:pt x="10" y="54"/>
                </a:lnTo>
                <a:lnTo>
                  <a:pt x="10" y="103"/>
                </a:lnTo>
                <a:lnTo>
                  <a:pt x="0" y="103"/>
                </a:lnTo>
                <a:moveTo>
                  <a:pt x="0" y="25"/>
                </a:moveTo>
                <a:lnTo>
                  <a:pt x="0" y="0"/>
                </a:ln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5"/>
                </a:lnTo>
                <a:lnTo>
                  <a:pt x="10" y="5"/>
                </a:lnTo>
                <a:lnTo>
                  <a:pt x="10" y="25"/>
                </a:lnTo>
                <a:lnTo>
                  <a:pt x="0" y="25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397760" y="202032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397760" y="203292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3120840" y="18766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3120840" y="2016720"/>
            <a:ext cx="1378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0840" y="2073240"/>
            <a:ext cx="1122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3036240" y="2294280"/>
            <a:ext cx="2301480" cy="835920"/>
          </a:xfrm>
          <a:custGeom>
            <a:avLst/>
            <a:gdLst/>
            <a:ahLst/>
            <a:rect l="0" t="0" r="r" b="b"/>
            <a:pathLst>
              <a:path w="6393" h="2322">
                <a:moveTo>
                  <a:pt x="0" y="0"/>
                </a:moveTo>
                <a:lnTo>
                  <a:pt x="6393" y="0"/>
                </a:lnTo>
                <a:lnTo>
                  <a:pt x="6393" y="2322"/>
                </a:lnTo>
                <a:lnTo>
                  <a:pt x="0" y="23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3036240" y="2294280"/>
            <a:ext cx="2301480" cy="835920"/>
          </a:xfrm>
          <a:custGeom>
            <a:avLst/>
            <a:gdLst/>
            <a:ahLst/>
            <a:rect l="0" t="0" r="r" b="b"/>
            <a:pathLst>
              <a:path w="6393" h="2322">
                <a:moveTo>
                  <a:pt x="0" y="0"/>
                </a:moveTo>
                <a:lnTo>
                  <a:pt x="6393" y="0"/>
                </a:lnTo>
                <a:lnTo>
                  <a:pt x="6393" y="2322"/>
                </a:lnTo>
                <a:lnTo>
                  <a:pt x="0" y="2322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5267160" y="23223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5267160" y="23346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3071520" y="1539000"/>
            <a:ext cx="4136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3071520" y="2318400"/>
            <a:ext cx="4503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3085560" y="2441880"/>
            <a:ext cx="2216880" cy="653400"/>
          </a:xfrm>
          <a:custGeom>
            <a:avLst/>
            <a:gdLst/>
            <a:ahLst/>
            <a:rect l="0" t="0" r="r" b="b"/>
            <a:pathLst>
              <a:path w="6158" h="1815">
                <a:moveTo>
                  <a:pt x="0" y="0"/>
                </a:moveTo>
                <a:lnTo>
                  <a:pt x="6158" y="0"/>
                </a:lnTo>
                <a:lnTo>
                  <a:pt x="6158" y="1815"/>
                </a:lnTo>
                <a:lnTo>
                  <a:pt x="0" y="18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3085560" y="2441880"/>
            <a:ext cx="2216880" cy="653400"/>
          </a:xfrm>
          <a:custGeom>
            <a:avLst/>
            <a:gdLst/>
            <a:ahLst/>
            <a:rect l="0" t="0" r="r" b="b"/>
            <a:pathLst>
              <a:path w="6158" h="1815">
                <a:moveTo>
                  <a:pt x="0" y="0"/>
                </a:moveTo>
                <a:lnTo>
                  <a:pt x="6158" y="0"/>
                </a:lnTo>
                <a:lnTo>
                  <a:pt x="6158" y="1815"/>
                </a:lnTo>
                <a:lnTo>
                  <a:pt x="0" y="181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5231880" y="24699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231880" y="24822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3071520" y="2375280"/>
            <a:ext cx="975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120840" y="2466000"/>
            <a:ext cx="7138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3134880" y="258912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3134880" y="258912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5196600" y="261720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5196600" y="2629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3120840" y="2522520"/>
            <a:ext cx="2995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3170160" y="2613600"/>
            <a:ext cx="6256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3183840" y="2796480"/>
            <a:ext cx="2048400" cy="228600"/>
          </a:xfrm>
          <a:custGeom>
            <a:avLst/>
            <a:gdLst/>
            <a:ahLst/>
            <a:rect l="0" t="0" r="r" b="b"/>
            <a:pathLst>
              <a:path w="5690" h="635">
                <a:moveTo>
                  <a:pt x="0" y="0"/>
                </a:moveTo>
                <a:lnTo>
                  <a:pt x="5690" y="0"/>
                </a:lnTo>
                <a:lnTo>
                  <a:pt x="5690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3183840" y="2796480"/>
            <a:ext cx="2048400" cy="228600"/>
          </a:xfrm>
          <a:custGeom>
            <a:avLst/>
            <a:gdLst/>
            <a:ahLst/>
            <a:rect l="0" t="0" r="r" b="b"/>
            <a:pathLst>
              <a:path w="5690" h="635">
                <a:moveTo>
                  <a:pt x="0" y="0"/>
                </a:moveTo>
                <a:lnTo>
                  <a:pt x="5690" y="0"/>
                </a:lnTo>
                <a:lnTo>
                  <a:pt x="5690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5161320" y="282456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0" y="0"/>
                </a:moveTo>
                <a:lnTo>
                  <a:pt x="119" y="0"/>
                </a:lnTo>
                <a:lnTo>
                  <a:pt x="119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5161320" y="283680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170160" y="2670120"/>
            <a:ext cx="29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3219120" y="2820600"/>
            <a:ext cx="554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3219120" y="2877480"/>
            <a:ext cx="582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3219120" y="2943360"/>
            <a:ext cx="1620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5534280" y="2294280"/>
            <a:ext cx="602280" cy="168840"/>
          </a:xfrm>
          <a:custGeom>
            <a:avLst/>
            <a:gdLst/>
            <a:ahLst/>
            <a:rect l="0" t="0" r="r" b="b"/>
            <a:pathLst>
              <a:path w="1673" h="469">
                <a:moveTo>
                  <a:pt x="0" y="0"/>
                </a:moveTo>
                <a:lnTo>
                  <a:pt x="1673" y="0"/>
                </a:lnTo>
                <a:lnTo>
                  <a:pt x="167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5534280" y="2294280"/>
            <a:ext cx="602280" cy="168840"/>
          </a:xfrm>
          <a:custGeom>
            <a:avLst/>
            <a:gdLst/>
            <a:ahLst/>
            <a:rect l="0" t="0" r="r" b="b"/>
            <a:pathLst>
              <a:path w="1673" h="469">
                <a:moveTo>
                  <a:pt x="0" y="0"/>
                </a:moveTo>
                <a:lnTo>
                  <a:pt x="1673" y="0"/>
                </a:lnTo>
                <a:lnTo>
                  <a:pt x="167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065640" y="23223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6065640" y="23346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3170160" y="273636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5569560" y="2318400"/>
            <a:ext cx="3542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5337360" y="2378520"/>
            <a:ext cx="1969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5337360" y="23576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58"/>
                </a:moveTo>
                <a:lnTo>
                  <a:pt x="99" y="0"/>
                </a:lnTo>
                <a:lnTo>
                  <a:pt x="99" y="11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5337360" y="23576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58"/>
                </a:moveTo>
                <a:lnTo>
                  <a:pt x="99" y="0"/>
                </a:lnTo>
                <a:lnTo>
                  <a:pt x="99" y="118"/>
                </a:lnTo>
                <a:lnTo>
                  <a:pt x="0" y="58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3036240" y="3228480"/>
            <a:ext cx="1580040" cy="228240"/>
          </a:xfrm>
          <a:custGeom>
            <a:avLst/>
            <a:gdLst/>
            <a:ahLst/>
            <a:rect l="0" t="0" r="r" b="b"/>
            <a:pathLst>
              <a:path w="4389" h="634">
                <a:moveTo>
                  <a:pt x="0" y="0"/>
                </a:moveTo>
                <a:lnTo>
                  <a:pt x="4389" y="0"/>
                </a:lnTo>
                <a:lnTo>
                  <a:pt x="4389" y="634"/>
                </a:lnTo>
                <a:lnTo>
                  <a:pt x="0" y="6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3036240" y="3228480"/>
            <a:ext cx="1580040" cy="228240"/>
          </a:xfrm>
          <a:custGeom>
            <a:avLst/>
            <a:gdLst/>
            <a:ahLst/>
            <a:rect l="0" t="0" r="r" b="b"/>
            <a:pathLst>
              <a:path w="4389" h="634">
                <a:moveTo>
                  <a:pt x="0" y="0"/>
                </a:moveTo>
                <a:lnTo>
                  <a:pt x="4389" y="0"/>
                </a:lnTo>
                <a:lnTo>
                  <a:pt x="4389" y="634"/>
                </a:lnTo>
                <a:lnTo>
                  <a:pt x="0" y="63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545720" y="32565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545720" y="3268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5569560" y="2375280"/>
            <a:ext cx="436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3071520" y="3252600"/>
            <a:ext cx="4852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3071520" y="3309120"/>
            <a:ext cx="1303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3036240" y="355500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3034440" y="3553200"/>
            <a:ext cx="2136240" cy="474120"/>
          </a:xfrm>
          <a:custGeom>
            <a:avLst/>
            <a:gdLst/>
            <a:ahLst/>
            <a:rect l="0" t="0" r="r" b="b"/>
            <a:pathLst>
              <a:path w="5934" h="1317">
                <a:moveTo>
                  <a:pt x="83" y="0"/>
                </a:moveTo>
                <a:lnTo>
                  <a:pt x="132" y="0"/>
                </a:lnTo>
                <a:lnTo>
                  <a:pt x="132" y="9"/>
                </a:lnTo>
                <a:lnTo>
                  <a:pt x="83" y="9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9"/>
                </a:lnTo>
                <a:lnTo>
                  <a:pt x="161" y="9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9"/>
                </a:lnTo>
                <a:lnTo>
                  <a:pt x="239" y="9"/>
                </a:lnTo>
                <a:lnTo>
                  <a:pt x="239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9"/>
                </a:lnTo>
                <a:lnTo>
                  <a:pt x="318" y="9"/>
                </a:lnTo>
                <a:lnTo>
                  <a:pt x="318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9"/>
                </a:lnTo>
                <a:lnTo>
                  <a:pt x="396" y="9"/>
                </a:lnTo>
                <a:lnTo>
                  <a:pt x="396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9"/>
                </a:lnTo>
                <a:lnTo>
                  <a:pt x="475" y="9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9"/>
                </a:lnTo>
                <a:lnTo>
                  <a:pt x="553" y="9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9"/>
                </a:lnTo>
                <a:lnTo>
                  <a:pt x="631" y="9"/>
                </a:lnTo>
                <a:lnTo>
                  <a:pt x="631" y="0"/>
                </a:lnTo>
                <a:moveTo>
                  <a:pt x="710" y="0"/>
                </a:moveTo>
                <a:lnTo>
                  <a:pt x="758" y="0"/>
                </a:lnTo>
                <a:lnTo>
                  <a:pt x="758" y="9"/>
                </a:lnTo>
                <a:lnTo>
                  <a:pt x="710" y="9"/>
                </a:lnTo>
                <a:lnTo>
                  <a:pt x="710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9"/>
                </a:lnTo>
                <a:lnTo>
                  <a:pt x="788" y="9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9"/>
                </a:lnTo>
                <a:lnTo>
                  <a:pt x="866" y="9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9"/>
                </a:lnTo>
                <a:lnTo>
                  <a:pt x="944" y="9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9"/>
                </a:lnTo>
                <a:lnTo>
                  <a:pt x="1022" y="9"/>
                </a:lnTo>
                <a:lnTo>
                  <a:pt x="1022" y="0"/>
                </a:lnTo>
                <a:moveTo>
                  <a:pt x="1101" y="0"/>
                </a:moveTo>
                <a:lnTo>
                  <a:pt x="1149" y="0"/>
                </a:lnTo>
                <a:lnTo>
                  <a:pt x="1149" y="9"/>
                </a:lnTo>
                <a:lnTo>
                  <a:pt x="1101" y="9"/>
                </a:lnTo>
                <a:lnTo>
                  <a:pt x="1101" y="0"/>
                </a:lnTo>
                <a:moveTo>
                  <a:pt x="1179" y="0"/>
                </a:moveTo>
                <a:lnTo>
                  <a:pt x="1228" y="0"/>
                </a:lnTo>
                <a:lnTo>
                  <a:pt x="1228" y="9"/>
                </a:lnTo>
                <a:lnTo>
                  <a:pt x="1179" y="9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9"/>
                </a:lnTo>
                <a:lnTo>
                  <a:pt x="1257" y="9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9"/>
                </a:lnTo>
                <a:lnTo>
                  <a:pt x="1335" y="9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9"/>
                </a:lnTo>
                <a:lnTo>
                  <a:pt x="1413" y="9"/>
                </a:lnTo>
                <a:lnTo>
                  <a:pt x="1413" y="0"/>
                </a:lnTo>
                <a:moveTo>
                  <a:pt x="1492" y="0"/>
                </a:moveTo>
                <a:lnTo>
                  <a:pt x="1540" y="0"/>
                </a:lnTo>
                <a:lnTo>
                  <a:pt x="1540" y="9"/>
                </a:lnTo>
                <a:lnTo>
                  <a:pt x="1492" y="9"/>
                </a:lnTo>
                <a:lnTo>
                  <a:pt x="1492" y="0"/>
                </a:lnTo>
                <a:moveTo>
                  <a:pt x="1570" y="0"/>
                </a:moveTo>
                <a:lnTo>
                  <a:pt x="1619" y="0"/>
                </a:lnTo>
                <a:lnTo>
                  <a:pt x="1619" y="9"/>
                </a:lnTo>
                <a:lnTo>
                  <a:pt x="1570" y="9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9"/>
                </a:lnTo>
                <a:lnTo>
                  <a:pt x="1648" y="9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9"/>
                </a:lnTo>
                <a:lnTo>
                  <a:pt x="1726" y="9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9"/>
                </a:lnTo>
                <a:lnTo>
                  <a:pt x="1804" y="9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9"/>
                </a:lnTo>
                <a:lnTo>
                  <a:pt x="1882" y="9"/>
                </a:lnTo>
                <a:lnTo>
                  <a:pt x="1882" y="0"/>
                </a:lnTo>
                <a:moveTo>
                  <a:pt x="1961" y="0"/>
                </a:moveTo>
                <a:lnTo>
                  <a:pt x="2010" y="0"/>
                </a:lnTo>
                <a:lnTo>
                  <a:pt x="2010" y="9"/>
                </a:lnTo>
                <a:lnTo>
                  <a:pt x="1961" y="9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9"/>
                </a:lnTo>
                <a:lnTo>
                  <a:pt x="2039" y="9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9"/>
                </a:lnTo>
                <a:lnTo>
                  <a:pt x="2117" y="9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9"/>
                </a:lnTo>
                <a:lnTo>
                  <a:pt x="2195" y="9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9"/>
                </a:lnTo>
                <a:lnTo>
                  <a:pt x="2273" y="9"/>
                </a:lnTo>
                <a:lnTo>
                  <a:pt x="2273" y="0"/>
                </a:lnTo>
                <a:moveTo>
                  <a:pt x="2352" y="0"/>
                </a:moveTo>
                <a:lnTo>
                  <a:pt x="2400" y="0"/>
                </a:lnTo>
                <a:lnTo>
                  <a:pt x="2400" y="9"/>
                </a:lnTo>
                <a:lnTo>
                  <a:pt x="2352" y="9"/>
                </a:lnTo>
                <a:lnTo>
                  <a:pt x="2352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9"/>
                </a:lnTo>
                <a:lnTo>
                  <a:pt x="2430" y="9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9"/>
                </a:lnTo>
                <a:lnTo>
                  <a:pt x="2508" y="9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9"/>
                </a:lnTo>
                <a:lnTo>
                  <a:pt x="2586" y="9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9"/>
                </a:lnTo>
                <a:lnTo>
                  <a:pt x="2664" y="9"/>
                </a:lnTo>
                <a:lnTo>
                  <a:pt x="2664" y="0"/>
                </a:lnTo>
                <a:moveTo>
                  <a:pt x="2743" y="0"/>
                </a:moveTo>
                <a:lnTo>
                  <a:pt x="2791" y="0"/>
                </a:lnTo>
                <a:lnTo>
                  <a:pt x="2791" y="9"/>
                </a:lnTo>
                <a:lnTo>
                  <a:pt x="2743" y="9"/>
                </a:lnTo>
                <a:lnTo>
                  <a:pt x="2743" y="0"/>
                </a:lnTo>
                <a:moveTo>
                  <a:pt x="2821" y="0"/>
                </a:moveTo>
                <a:lnTo>
                  <a:pt x="2870" y="0"/>
                </a:lnTo>
                <a:lnTo>
                  <a:pt x="2870" y="9"/>
                </a:lnTo>
                <a:lnTo>
                  <a:pt x="2821" y="9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9"/>
                </a:lnTo>
                <a:lnTo>
                  <a:pt x="2899" y="9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9"/>
                </a:lnTo>
                <a:lnTo>
                  <a:pt x="2977" y="9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90" y="0"/>
                </a:lnTo>
                <a:lnTo>
                  <a:pt x="4590" y="9"/>
                </a:lnTo>
                <a:lnTo>
                  <a:pt x="4541" y="9"/>
                </a:lnTo>
                <a:lnTo>
                  <a:pt x="4541" y="0"/>
                </a:lnTo>
                <a:moveTo>
                  <a:pt x="4619" y="0"/>
                </a:moveTo>
                <a:lnTo>
                  <a:pt x="4668" y="0"/>
                </a:lnTo>
                <a:lnTo>
                  <a:pt x="4668" y="9"/>
                </a:lnTo>
                <a:lnTo>
                  <a:pt x="4619" y="9"/>
                </a:lnTo>
                <a:lnTo>
                  <a:pt x="4619" y="0"/>
                </a:lnTo>
                <a:moveTo>
                  <a:pt x="4697" y="0"/>
                </a:moveTo>
                <a:lnTo>
                  <a:pt x="4746" y="0"/>
                </a:lnTo>
                <a:lnTo>
                  <a:pt x="4746" y="9"/>
                </a:lnTo>
                <a:lnTo>
                  <a:pt x="4697" y="9"/>
                </a:lnTo>
                <a:lnTo>
                  <a:pt x="4697" y="0"/>
                </a:lnTo>
                <a:moveTo>
                  <a:pt x="4776" y="0"/>
                </a:moveTo>
                <a:lnTo>
                  <a:pt x="4824" y="0"/>
                </a:lnTo>
                <a:lnTo>
                  <a:pt x="4824" y="9"/>
                </a:lnTo>
                <a:lnTo>
                  <a:pt x="4776" y="9"/>
                </a:lnTo>
                <a:lnTo>
                  <a:pt x="4776" y="0"/>
                </a:lnTo>
                <a:moveTo>
                  <a:pt x="4854" y="0"/>
                </a:moveTo>
                <a:lnTo>
                  <a:pt x="4903" y="0"/>
                </a:lnTo>
                <a:lnTo>
                  <a:pt x="4903" y="9"/>
                </a:lnTo>
                <a:lnTo>
                  <a:pt x="4854" y="9"/>
                </a:lnTo>
                <a:lnTo>
                  <a:pt x="4854" y="0"/>
                </a:lnTo>
                <a:moveTo>
                  <a:pt x="4932" y="0"/>
                </a:moveTo>
                <a:lnTo>
                  <a:pt x="4981" y="0"/>
                </a:lnTo>
                <a:lnTo>
                  <a:pt x="4981" y="9"/>
                </a:lnTo>
                <a:lnTo>
                  <a:pt x="4932" y="9"/>
                </a:lnTo>
                <a:lnTo>
                  <a:pt x="4932" y="0"/>
                </a:lnTo>
                <a:moveTo>
                  <a:pt x="5010" y="0"/>
                </a:moveTo>
                <a:lnTo>
                  <a:pt x="5059" y="0"/>
                </a:lnTo>
                <a:lnTo>
                  <a:pt x="5059" y="9"/>
                </a:lnTo>
                <a:lnTo>
                  <a:pt x="5010" y="9"/>
                </a:lnTo>
                <a:lnTo>
                  <a:pt x="5010" y="0"/>
                </a:lnTo>
                <a:moveTo>
                  <a:pt x="5088" y="0"/>
                </a:moveTo>
                <a:lnTo>
                  <a:pt x="5137" y="0"/>
                </a:lnTo>
                <a:lnTo>
                  <a:pt x="5137" y="9"/>
                </a:lnTo>
                <a:lnTo>
                  <a:pt x="5088" y="9"/>
                </a:lnTo>
                <a:lnTo>
                  <a:pt x="5088" y="0"/>
                </a:lnTo>
                <a:moveTo>
                  <a:pt x="5166" y="0"/>
                </a:moveTo>
                <a:lnTo>
                  <a:pt x="5215" y="0"/>
                </a:lnTo>
                <a:lnTo>
                  <a:pt x="5215" y="9"/>
                </a:lnTo>
                <a:lnTo>
                  <a:pt x="5166" y="9"/>
                </a:lnTo>
                <a:lnTo>
                  <a:pt x="5166" y="0"/>
                </a:lnTo>
                <a:moveTo>
                  <a:pt x="5245" y="0"/>
                </a:moveTo>
                <a:lnTo>
                  <a:pt x="5294" y="0"/>
                </a:lnTo>
                <a:lnTo>
                  <a:pt x="5294" y="9"/>
                </a:lnTo>
                <a:lnTo>
                  <a:pt x="5245" y="9"/>
                </a:lnTo>
                <a:lnTo>
                  <a:pt x="5245" y="0"/>
                </a:lnTo>
                <a:moveTo>
                  <a:pt x="5323" y="0"/>
                </a:moveTo>
                <a:lnTo>
                  <a:pt x="5372" y="0"/>
                </a:lnTo>
                <a:lnTo>
                  <a:pt x="5372" y="9"/>
                </a:lnTo>
                <a:lnTo>
                  <a:pt x="5323" y="9"/>
                </a:lnTo>
                <a:lnTo>
                  <a:pt x="5323" y="0"/>
                </a:lnTo>
                <a:moveTo>
                  <a:pt x="5401" y="0"/>
                </a:moveTo>
                <a:lnTo>
                  <a:pt x="5450" y="0"/>
                </a:lnTo>
                <a:lnTo>
                  <a:pt x="5450" y="9"/>
                </a:lnTo>
                <a:lnTo>
                  <a:pt x="5401" y="9"/>
                </a:lnTo>
                <a:lnTo>
                  <a:pt x="5401" y="0"/>
                </a:lnTo>
                <a:moveTo>
                  <a:pt x="5479" y="0"/>
                </a:moveTo>
                <a:lnTo>
                  <a:pt x="5528" y="0"/>
                </a:lnTo>
                <a:lnTo>
                  <a:pt x="5528" y="9"/>
                </a:lnTo>
                <a:lnTo>
                  <a:pt x="5479" y="9"/>
                </a:lnTo>
                <a:lnTo>
                  <a:pt x="5479" y="0"/>
                </a:lnTo>
                <a:moveTo>
                  <a:pt x="5557" y="0"/>
                </a:moveTo>
                <a:lnTo>
                  <a:pt x="5606" y="0"/>
                </a:lnTo>
                <a:lnTo>
                  <a:pt x="5606" y="9"/>
                </a:lnTo>
                <a:lnTo>
                  <a:pt x="5557" y="9"/>
                </a:lnTo>
                <a:lnTo>
                  <a:pt x="5557" y="0"/>
                </a:lnTo>
                <a:moveTo>
                  <a:pt x="5636" y="0"/>
                </a:moveTo>
                <a:lnTo>
                  <a:pt x="5685" y="0"/>
                </a:lnTo>
                <a:lnTo>
                  <a:pt x="5685" y="9"/>
                </a:lnTo>
                <a:lnTo>
                  <a:pt x="5636" y="9"/>
                </a:lnTo>
                <a:lnTo>
                  <a:pt x="5636" y="0"/>
                </a:lnTo>
                <a:moveTo>
                  <a:pt x="5714" y="0"/>
                </a:moveTo>
                <a:lnTo>
                  <a:pt x="5763" y="0"/>
                </a:lnTo>
                <a:lnTo>
                  <a:pt x="5763" y="9"/>
                </a:lnTo>
                <a:lnTo>
                  <a:pt x="5714" y="9"/>
                </a:lnTo>
                <a:lnTo>
                  <a:pt x="5714" y="0"/>
                </a:lnTo>
                <a:moveTo>
                  <a:pt x="5792" y="0"/>
                </a:moveTo>
                <a:lnTo>
                  <a:pt x="5841" y="0"/>
                </a:lnTo>
                <a:lnTo>
                  <a:pt x="5841" y="9"/>
                </a:lnTo>
                <a:lnTo>
                  <a:pt x="5792" y="9"/>
                </a:lnTo>
                <a:lnTo>
                  <a:pt x="5792" y="0"/>
                </a:lnTo>
                <a:moveTo>
                  <a:pt x="5870" y="0"/>
                </a:moveTo>
                <a:lnTo>
                  <a:pt x="5919" y="0"/>
                </a:lnTo>
                <a:lnTo>
                  <a:pt x="5919" y="9"/>
                </a:lnTo>
                <a:lnTo>
                  <a:pt x="5870" y="9"/>
                </a:lnTo>
                <a:lnTo>
                  <a:pt x="5870" y="0"/>
                </a:lnTo>
                <a:moveTo>
                  <a:pt x="5934" y="24"/>
                </a:moveTo>
                <a:lnTo>
                  <a:pt x="5934" y="73"/>
                </a:lnTo>
                <a:lnTo>
                  <a:pt x="5924" y="73"/>
                </a:lnTo>
                <a:lnTo>
                  <a:pt x="5924" y="24"/>
                </a:lnTo>
                <a:lnTo>
                  <a:pt x="5934" y="24"/>
                </a:lnTo>
                <a:moveTo>
                  <a:pt x="5934" y="102"/>
                </a:moveTo>
                <a:lnTo>
                  <a:pt x="5934" y="151"/>
                </a:lnTo>
                <a:lnTo>
                  <a:pt x="5924" y="151"/>
                </a:lnTo>
                <a:lnTo>
                  <a:pt x="5924" y="102"/>
                </a:lnTo>
                <a:lnTo>
                  <a:pt x="5934" y="102"/>
                </a:lnTo>
                <a:moveTo>
                  <a:pt x="5934" y="180"/>
                </a:moveTo>
                <a:lnTo>
                  <a:pt x="5934" y="229"/>
                </a:lnTo>
                <a:lnTo>
                  <a:pt x="5924" y="229"/>
                </a:lnTo>
                <a:lnTo>
                  <a:pt x="5924" y="180"/>
                </a:lnTo>
                <a:lnTo>
                  <a:pt x="5934" y="180"/>
                </a:lnTo>
                <a:moveTo>
                  <a:pt x="5934" y="258"/>
                </a:moveTo>
                <a:lnTo>
                  <a:pt x="5934" y="307"/>
                </a:lnTo>
                <a:lnTo>
                  <a:pt x="5924" y="307"/>
                </a:lnTo>
                <a:lnTo>
                  <a:pt x="5924" y="258"/>
                </a:lnTo>
                <a:lnTo>
                  <a:pt x="5934" y="258"/>
                </a:lnTo>
                <a:moveTo>
                  <a:pt x="5934" y="336"/>
                </a:moveTo>
                <a:lnTo>
                  <a:pt x="5934" y="385"/>
                </a:lnTo>
                <a:lnTo>
                  <a:pt x="5924" y="385"/>
                </a:lnTo>
                <a:lnTo>
                  <a:pt x="5924" y="336"/>
                </a:lnTo>
                <a:lnTo>
                  <a:pt x="5934" y="336"/>
                </a:lnTo>
                <a:moveTo>
                  <a:pt x="5934" y="414"/>
                </a:moveTo>
                <a:lnTo>
                  <a:pt x="5934" y="463"/>
                </a:lnTo>
                <a:lnTo>
                  <a:pt x="5924" y="463"/>
                </a:lnTo>
                <a:lnTo>
                  <a:pt x="5924" y="414"/>
                </a:lnTo>
                <a:lnTo>
                  <a:pt x="5934" y="414"/>
                </a:lnTo>
                <a:moveTo>
                  <a:pt x="5934" y="492"/>
                </a:moveTo>
                <a:lnTo>
                  <a:pt x="5934" y="541"/>
                </a:lnTo>
                <a:lnTo>
                  <a:pt x="5924" y="541"/>
                </a:lnTo>
                <a:lnTo>
                  <a:pt x="5924" y="492"/>
                </a:lnTo>
                <a:lnTo>
                  <a:pt x="5934" y="492"/>
                </a:lnTo>
                <a:moveTo>
                  <a:pt x="5934" y="570"/>
                </a:moveTo>
                <a:lnTo>
                  <a:pt x="5934" y="619"/>
                </a:lnTo>
                <a:lnTo>
                  <a:pt x="5924" y="619"/>
                </a:lnTo>
                <a:lnTo>
                  <a:pt x="5924" y="570"/>
                </a:lnTo>
                <a:lnTo>
                  <a:pt x="5934" y="570"/>
                </a:lnTo>
                <a:moveTo>
                  <a:pt x="5934" y="648"/>
                </a:moveTo>
                <a:lnTo>
                  <a:pt x="5934" y="697"/>
                </a:lnTo>
                <a:lnTo>
                  <a:pt x="5924" y="697"/>
                </a:lnTo>
                <a:lnTo>
                  <a:pt x="5924" y="648"/>
                </a:lnTo>
                <a:lnTo>
                  <a:pt x="5934" y="648"/>
                </a:lnTo>
                <a:moveTo>
                  <a:pt x="5934" y="726"/>
                </a:moveTo>
                <a:lnTo>
                  <a:pt x="5934" y="775"/>
                </a:lnTo>
                <a:lnTo>
                  <a:pt x="5924" y="775"/>
                </a:lnTo>
                <a:lnTo>
                  <a:pt x="5924" y="726"/>
                </a:lnTo>
                <a:lnTo>
                  <a:pt x="5934" y="726"/>
                </a:lnTo>
                <a:moveTo>
                  <a:pt x="5934" y="804"/>
                </a:moveTo>
                <a:lnTo>
                  <a:pt x="5934" y="853"/>
                </a:lnTo>
                <a:lnTo>
                  <a:pt x="5924" y="853"/>
                </a:lnTo>
                <a:lnTo>
                  <a:pt x="5924" y="804"/>
                </a:lnTo>
                <a:lnTo>
                  <a:pt x="5934" y="804"/>
                </a:lnTo>
                <a:moveTo>
                  <a:pt x="5934" y="882"/>
                </a:moveTo>
                <a:lnTo>
                  <a:pt x="5934" y="931"/>
                </a:lnTo>
                <a:lnTo>
                  <a:pt x="5924" y="931"/>
                </a:lnTo>
                <a:lnTo>
                  <a:pt x="5924" y="882"/>
                </a:lnTo>
                <a:lnTo>
                  <a:pt x="5934" y="882"/>
                </a:lnTo>
                <a:moveTo>
                  <a:pt x="5934" y="960"/>
                </a:moveTo>
                <a:lnTo>
                  <a:pt x="5934" y="1009"/>
                </a:lnTo>
                <a:lnTo>
                  <a:pt x="5924" y="1009"/>
                </a:lnTo>
                <a:lnTo>
                  <a:pt x="5924" y="960"/>
                </a:lnTo>
                <a:lnTo>
                  <a:pt x="5934" y="960"/>
                </a:lnTo>
                <a:moveTo>
                  <a:pt x="5934" y="1038"/>
                </a:moveTo>
                <a:lnTo>
                  <a:pt x="5934" y="1087"/>
                </a:lnTo>
                <a:lnTo>
                  <a:pt x="5924" y="1087"/>
                </a:lnTo>
                <a:lnTo>
                  <a:pt x="5924" y="1038"/>
                </a:lnTo>
                <a:lnTo>
                  <a:pt x="5934" y="1038"/>
                </a:lnTo>
                <a:moveTo>
                  <a:pt x="5934" y="1116"/>
                </a:moveTo>
                <a:lnTo>
                  <a:pt x="5934" y="1165"/>
                </a:lnTo>
                <a:lnTo>
                  <a:pt x="5924" y="1165"/>
                </a:lnTo>
                <a:lnTo>
                  <a:pt x="5924" y="1116"/>
                </a:lnTo>
                <a:lnTo>
                  <a:pt x="5934" y="1116"/>
                </a:lnTo>
                <a:moveTo>
                  <a:pt x="5934" y="1194"/>
                </a:moveTo>
                <a:lnTo>
                  <a:pt x="5934" y="1243"/>
                </a:lnTo>
                <a:lnTo>
                  <a:pt x="5924" y="1243"/>
                </a:lnTo>
                <a:lnTo>
                  <a:pt x="5924" y="1194"/>
                </a:lnTo>
                <a:lnTo>
                  <a:pt x="5934" y="1194"/>
                </a:lnTo>
                <a:moveTo>
                  <a:pt x="5934" y="1273"/>
                </a:moveTo>
                <a:lnTo>
                  <a:pt x="5934" y="1317"/>
                </a:lnTo>
                <a:lnTo>
                  <a:pt x="5919" y="1317"/>
                </a:lnTo>
                <a:lnTo>
                  <a:pt x="5919" y="1307"/>
                </a:lnTo>
                <a:lnTo>
                  <a:pt x="5929" y="1307"/>
                </a:lnTo>
                <a:lnTo>
                  <a:pt x="5929" y="1312"/>
                </a:lnTo>
                <a:lnTo>
                  <a:pt x="5924" y="1312"/>
                </a:lnTo>
                <a:lnTo>
                  <a:pt x="5924" y="1273"/>
                </a:lnTo>
                <a:lnTo>
                  <a:pt x="5934" y="1273"/>
                </a:lnTo>
                <a:moveTo>
                  <a:pt x="5890" y="1317"/>
                </a:moveTo>
                <a:lnTo>
                  <a:pt x="5841" y="1317"/>
                </a:lnTo>
                <a:lnTo>
                  <a:pt x="5841" y="1307"/>
                </a:lnTo>
                <a:lnTo>
                  <a:pt x="5890" y="1307"/>
                </a:lnTo>
                <a:lnTo>
                  <a:pt x="5890" y="1317"/>
                </a:lnTo>
                <a:moveTo>
                  <a:pt x="5812" y="1317"/>
                </a:moveTo>
                <a:lnTo>
                  <a:pt x="5763" y="1317"/>
                </a:lnTo>
                <a:lnTo>
                  <a:pt x="5763" y="1307"/>
                </a:lnTo>
                <a:lnTo>
                  <a:pt x="5812" y="1307"/>
                </a:lnTo>
                <a:lnTo>
                  <a:pt x="5812" y="1317"/>
                </a:lnTo>
                <a:moveTo>
                  <a:pt x="5733" y="1317"/>
                </a:moveTo>
                <a:lnTo>
                  <a:pt x="5685" y="1317"/>
                </a:lnTo>
                <a:lnTo>
                  <a:pt x="5685" y="1307"/>
                </a:lnTo>
                <a:lnTo>
                  <a:pt x="5733" y="1307"/>
                </a:lnTo>
                <a:lnTo>
                  <a:pt x="5733" y="1317"/>
                </a:lnTo>
                <a:moveTo>
                  <a:pt x="5655" y="1317"/>
                </a:moveTo>
                <a:lnTo>
                  <a:pt x="5606" y="1317"/>
                </a:lnTo>
                <a:lnTo>
                  <a:pt x="5606" y="1307"/>
                </a:lnTo>
                <a:lnTo>
                  <a:pt x="5655" y="1307"/>
                </a:lnTo>
                <a:lnTo>
                  <a:pt x="5655" y="1317"/>
                </a:lnTo>
                <a:moveTo>
                  <a:pt x="5577" y="1317"/>
                </a:moveTo>
                <a:lnTo>
                  <a:pt x="5528" y="1317"/>
                </a:lnTo>
                <a:lnTo>
                  <a:pt x="5528" y="1307"/>
                </a:lnTo>
                <a:lnTo>
                  <a:pt x="5577" y="1307"/>
                </a:lnTo>
                <a:lnTo>
                  <a:pt x="5577" y="1317"/>
                </a:lnTo>
                <a:moveTo>
                  <a:pt x="5499" y="1317"/>
                </a:moveTo>
                <a:lnTo>
                  <a:pt x="5450" y="1317"/>
                </a:lnTo>
                <a:lnTo>
                  <a:pt x="5450" y="1307"/>
                </a:lnTo>
                <a:lnTo>
                  <a:pt x="5499" y="1307"/>
                </a:lnTo>
                <a:lnTo>
                  <a:pt x="5499" y="1317"/>
                </a:lnTo>
                <a:moveTo>
                  <a:pt x="5421" y="1317"/>
                </a:moveTo>
                <a:lnTo>
                  <a:pt x="5372" y="1317"/>
                </a:lnTo>
                <a:lnTo>
                  <a:pt x="5372" y="1307"/>
                </a:lnTo>
                <a:lnTo>
                  <a:pt x="5421" y="1307"/>
                </a:lnTo>
                <a:lnTo>
                  <a:pt x="5421" y="1317"/>
                </a:lnTo>
                <a:moveTo>
                  <a:pt x="5342" y="1317"/>
                </a:moveTo>
                <a:lnTo>
                  <a:pt x="5294" y="1317"/>
                </a:lnTo>
                <a:lnTo>
                  <a:pt x="5294" y="1307"/>
                </a:lnTo>
                <a:lnTo>
                  <a:pt x="5342" y="1307"/>
                </a:lnTo>
                <a:lnTo>
                  <a:pt x="5342" y="1317"/>
                </a:lnTo>
                <a:moveTo>
                  <a:pt x="5264" y="1317"/>
                </a:moveTo>
                <a:lnTo>
                  <a:pt x="5215" y="1317"/>
                </a:lnTo>
                <a:lnTo>
                  <a:pt x="5215" y="1307"/>
                </a:lnTo>
                <a:lnTo>
                  <a:pt x="5264" y="1307"/>
                </a:lnTo>
                <a:lnTo>
                  <a:pt x="5264" y="1317"/>
                </a:lnTo>
                <a:moveTo>
                  <a:pt x="5186" y="1317"/>
                </a:moveTo>
                <a:lnTo>
                  <a:pt x="5137" y="1317"/>
                </a:lnTo>
                <a:lnTo>
                  <a:pt x="5137" y="1307"/>
                </a:lnTo>
                <a:lnTo>
                  <a:pt x="5186" y="1307"/>
                </a:lnTo>
                <a:lnTo>
                  <a:pt x="5186" y="1317"/>
                </a:lnTo>
                <a:moveTo>
                  <a:pt x="5108" y="1317"/>
                </a:moveTo>
                <a:lnTo>
                  <a:pt x="5059" y="1317"/>
                </a:lnTo>
                <a:lnTo>
                  <a:pt x="5059" y="1307"/>
                </a:lnTo>
                <a:lnTo>
                  <a:pt x="5108" y="1307"/>
                </a:lnTo>
                <a:lnTo>
                  <a:pt x="5108" y="1317"/>
                </a:lnTo>
                <a:moveTo>
                  <a:pt x="5030" y="1317"/>
                </a:moveTo>
                <a:lnTo>
                  <a:pt x="4981" y="1317"/>
                </a:lnTo>
                <a:lnTo>
                  <a:pt x="4981" y="1307"/>
                </a:lnTo>
                <a:lnTo>
                  <a:pt x="5030" y="1307"/>
                </a:lnTo>
                <a:lnTo>
                  <a:pt x="5030" y="1317"/>
                </a:lnTo>
                <a:moveTo>
                  <a:pt x="4951" y="1317"/>
                </a:moveTo>
                <a:lnTo>
                  <a:pt x="4903" y="1317"/>
                </a:lnTo>
                <a:lnTo>
                  <a:pt x="4903" y="1307"/>
                </a:lnTo>
                <a:lnTo>
                  <a:pt x="4951" y="1307"/>
                </a:lnTo>
                <a:lnTo>
                  <a:pt x="4951" y="1317"/>
                </a:lnTo>
                <a:moveTo>
                  <a:pt x="4873" y="1317"/>
                </a:moveTo>
                <a:lnTo>
                  <a:pt x="4824" y="1317"/>
                </a:lnTo>
                <a:lnTo>
                  <a:pt x="4824" y="1307"/>
                </a:lnTo>
                <a:lnTo>
                  <a:pt x="4873" y="1307"/>
                </a:lnTo>
                <a:lnTo>
                  <a:pt x="4873" y="1317"/>
                </a:lnTo>
                <a:moveTo>
                  <a:pt x="4795" y="1317"/>
                </a:moveTo>
                <a:lnTo>
                  <a:pt x="4746" y="1317"/>
                </a:lnTo>
                <a:lnTo>
                  <a:pt x="4746" y="1307"/>
                </a:lnTo>
                <a:lnTo>
                  <a:pt x="4795" y="1307"/>
                </a:lnTo>
                <a:lnTo>
                  <a:pt x="4795" y="1317"/>
                </a:lnTo>
                <a:moveTo>
                  <a:pt x="4717" y="1317"/>
                </a:moveTo>
                <a:lnTo>
                  <a:pt x="4668" y="1317"/>
                </a:lnTo>
                <a:lnTo>
                  <a:pt x="4668" y="1307"/>
                </a:lnTo>
                <a:lnTo>
                  <a:pt x="4717" y="1307"/>
                </a:lnTo>
                <a:lnTo>
                  <a:pt x="4717" y="1317"/>
                </a:lnTo>
                <a:moveTo>
                  <a:pt x="4639" y="1317"/>
                </a:moveTo>
                <a:lnTo>
                  <a:pt x="4590" y="1317"/>
                </a:lnTo>
                <a:lnTo>
                  <a:pt x="4590" y="1307"/>
                </a:lnTo>
                <a:lnTo>
                  <a:pt x="4639" y="1307"/>
                </a:lnTo>
                <a:lnTo>
                  <a:pt x="4639" y="1317"/>
                </a:lnTo>
                <a:moveTo>
                  <a:pt x="4561" y="1317"/>
                </a:moveTo>
                <a:lnTo>
                  <a:pt x="4512" y="1317"/>
                </a:lnTo>
                <a:lnTo>
                  <a:pt x="4512" y="1307"/>
                </a:lnTo>
                <a:lnTo>
                  <a:pt x="4561" y="1307"/>
                </a:lnTo>
                <a:lnTo>
                  <a:pt x="4561" y="1317"/>
                </a:lnTo>
                <a:moveTo>
                  <a:pt x="4482" y="1317"/>
                </a:moveTo>
                <a:lnTo>
                  <a:pt x="4433" y="1317"/>
                </a:lnTo>
                <a:lnTo>
                  <a:pt x="4433" y="1307"/>
                </a:lnTo>
                <a:lnTo>
                  <a:pt x="4482" y="1307"/>
                </a:lnTo>
                <a:lnTo>
                  <a:pt x="4482" y="1317"/>
                </a:lnTo>
                <a:moveTo>
                  <a:pt x="4404" y="1317"/>
                </a:moveTo>
                <a:lnTo>
                  <a:pt x="4355" y="1317"/>
                </a:lnTo>
                <a:lnTo>
                  <a:pt x="4355" y="1307"/>
                </a:lnTo>
                <a:lnTo>
                  <a:pt x="4404" y="1307"/>
                </a:lnTo>
                <a:lnTo>
                  <a:pt x="4404" y="1317"/>
                </a:lnTo>
                <a:moveTo>
                  <a:pt x="4326" y="1317"/>
                </a:moveTo>
                <a:lnTo>
                  <a:pt x="4277" y="1317"/>
                </a:lnTo>
                <a:lnTo>
                  <a:pt x="4277" y="1307"/>
                </a:lnTo>
                <a:lnTo>
                  <a:pt x="4326" y="1307"/>
                </a:lnTo>
                <a:lnTo>
                  <a:pt x="4326" y="1317"/>
                </a:lnTo>
                <a:moveTo>
                  <a:pt x="4248" y="1317"/>
                </a:moveTo>
                <a:lnTo>
                  <a:pt x="4199" y="1317"/>
                </a:lnTo>
                <a:lnTo>
                  <a:pt x="4199" y="1307"/>
                </a:lnTo>
                <a:lnTo>
                  <a:pt x="4248" y="1307"/>
                </a:lnTo>
                <a:lnTo>
                  <a:pt x="4248" y="1317"/>
                </a:lnTo>
                <a:moveTo>
                  <a:pt x="4170" y="1317"/>
                </a:moveTo>
                <a:lnTo>
                  <a:pt x="4121" y="1317"/>
                </a:lnTo>
                <a:lnTo>
                  <a:pt x="4121" y="1307"/>
                </a:lnTo>
                <a:lnTo>
                  <a:pt x="4170" y="1307"/>
                </a:lnTo>
                <a:lnTo>
                  <a:pt x="4170" y="1317"/>
                </a:lnTo>
                <a:moveTo>
                  <a:pt x="4091" y="1317"/>
                </a:moveTo>
                <a:lnTo>
                  <a:pt x="4043" y="1317"/>
                </a:lnTo>
                <a:lnTo>
                  <a:pt x="4043" y="1307"/>
                </a:lnTo>
                <a:lnTo>
                  <a:pt x="4091" y="1307"/>
                </a:lnTo>
                <a:lnTo>
                  <a:pt x="4091" y="1317"/>
                </a:lnTo>
                <a:moveTo>
                  <a:pt x="4013" y="1317"/>
                </a:moveTo>
                <a:lnTo>
                  <a:pt x="3964" y="1317"/>
                </a:lnTo>
                <a:lnTo>
                  <a:pt x="3964" y="1307"/>
                </a:lnTo>
                <a:lnTo>
                  <a:pt x="4013" y="1307"/>
                </a:lnTo>
                <a:lnTo>
                  <a:pt x="4013" y="1317"/>
                </a:lnTo>
                <a:moveTo>
                  <a:pt x="3935" y="1317"/>
                </a:moveTo>
                <a:lnTo>
                  <a:pt x="3886" y="1317"/>
                </a:lnTo>
                <a:lnTo>
                  <a:pt x="3886" y="1307"/>
                </a:lnTo>
                <a:lnTo>
                  <a:pt x="3935" y="1307"/>
                </a:lnTo>
                <a:lnTo>
                  <a:pt x="3935" y="1317"/>
                </a:lnTo>
                <a:moveTo>
                  <a:pt x="3857" y="1317"/>
                </a:moveTo>
                <a:lnTo>
                  <a:pt x="3808" y="1317"/>
                </a:lnTo>
                <a:lnTo>
                  <a:pt x="3808" y="1307"/>
                </a:lnTo>
                <a:lnTo>
                  <a:pt x="3857" y="1307"/>
                </a:lnTo>
                <a:lnTo>
                  <a:pt x="3857" y="1317"/>
                </a:lnTo>
                <a:moveTo>
                  <a:pt x="3779" y="1317"/>
                </a:moveTo>
                <a:lnTo>
                  <a:pt x="3730" y="1317"/>
                </a:lnTo>
                <a:lnTo>
                  <a:pt x="3730" y="1307"/>
                </a:lnTo>
                <a:lnTo>
                  <a:pt x="3779" y="1307"/>
                </a:lnTo>
                <a:lnTo>
                  <a:pt x="3779" y="1317"/>
                </a:lnTo>
                <a:moveTo>
                  <a:pt x="3700" y="1317"/>
                </a:moveTo>
                <a:lnTo>
                  <a:pt x="3652" y="1317"/>
                </a:lnTo>
                <a:lnTo>
                  <a:pt x="3652" y="1307"/>
                </a:lnTo>
                <a:lnTo>
                  <a:pt x="3700" y="1307"/>
                </a:lnTo>
                <a:lnTo>
                  <a:pt x="3700" y="1317"/>
                </a:lnTo>
                <a:moveTo>
                  <a:pt x="3622" y="1317"/>
                </a:moveTo>
                <a:lnTo>
                  <a:pt x="3573" y="1317"/>
                </a:lnTo>
                <a:lnTo>
                  <a:pt x="3573" y="1307"/>
                </a:lnTo>
                <a:lnTo>
                  <a:pt x="3622" y="1307"/>
                </a:lnTo>
                <a:lnTo>
                  <a:pt x="3622" y="1317"/>
                </a:lnTo>
                <a:moveTo>
                  <a:pt x="3544" y="1317"/>
                </a:moveTo>
                <a:lnTo>
                  <a:pt x="3495" y="1317"/>
                </a:lnTo>
                <a:lnTo>
                  <a:pt x="3495" y="1307"/>
                </a:lnTo>
                <a:lnTo>
                  <a:pt x="3544" y="1307"/>
                </a:lnTo>
                <a:lnTo>
                  <a:pt x="3544" y="1317"/>
                </a:lnTo>
                <a:moveTo>
                  <a:pt x="3466" y="1317"/>
                </a:moveTo>
                <a:lnTo>
                  <a:pt x="3417" y="1317"/>
                </a:lnTo>
                <a:lnTo>
                  <a:pt x="3417" y="1307"/>
                </a:lnTo>
                <a:lnTo>
                  <a:pt x="3466" y="1307"/>
                </a:lnTo>
                <a:lnTo>
                  <a:pt x="3466" y="1317"/>
                </a:lnTo>
                <a:moveTo>
                  <a:pt x="3388" y="1317"/>
                </a:moveTo>
                <a:lnTo>
                  <a:pt x="3339" y="1317"/>
                </a:lnTo>
                <a:lnTo>
                  <a:pt x="3339" y="1307"/>
                </a:lnTo>
                <a:lnTo>
                  <a:pt x="3388" y="1307"/>
                </a:lnTo>
                <a:lnTo>
                  <a:pt x="3388" y="1317"/>
                </a:lnTo>
                <a:moveTo>
                  <a:pt x="3309" y="1317"/>
                </a:moveTo>
                <a:lnTo>
                  <a:pt x="3261" y="1317"/>
                </a:lnTo>
                <a:lnTo>
                  <a:pt x="3261" y="1307"/>
                </a:lnTo>
                <a:lnTo>
                  <a:pt x="3309" y="1307"/>
                </a:lnTo>
                <a:lnTo>
                  <a:pt x="3309" y="1317"/>
                </a:lnTo>
                <a:moveTo>
                  <a:pt x="3231" y="1317"/>
                </a:moveTo>
                <a:lnTo>
                  <a:pt x="3182" y="1317"/>
                </a:lnTo>
                <a:lnTo>
                  <a:pt x="3182" y="1307"/>
                </a:lnTo>
                <a:lnTo>
                  <a:pt x="3231" y="1307"/>
                </a:lnTo>
                <a:lnTo>
                  <a:pt x="3231" y="1317"/>
                </a:lnTo>
                <a:moveTo>
                  <a:pt x="3153" y="1317"/>
                </a:moveTo>
                <a:lnTo>
                  <a:pt x="3104" y="1317"/>
                </a:lnTo>
                <a:lnTo>
                  <a:pt x="3104" y="1307"/>
                </a:lnTo>
                <a:lnTo>
                  <a:pt x="3153" y="1307"/>
                </a:lnTo>
                <a:lnTo>
                  <a:pt x="3153" y="1317"/>
                </a:lnTo>
                <a:moveTo>
                  <a:pt x="3075" y="1317"/>
                </a:moveTo>
                <a:lnTo>
                  <a:pt x="3026" y="1317"/>
                </a:lnTo>
                <a:lnTo>
                  <a:pt x="3026" y="1307"/>
                </a:lnTo>
                <a:lnTo>
                  <a:pt x="3075" y="1307"/>
                </a:lnTo>
                <a:lnTo>
                  <a:pt x="3075" y="1317"/>
                </a:lnTo>
                <a:moveTo>
                  <a:pt x="2997" y="1317"/>
                </a:moveTo>
                <a:lnTo>
                  <a:pt x="2948" y="1317"/>
                </a:lnTo>
                <a:lnTo>
                  <a:pt x="2948" y="1307"/>
                </a:lnTo>
                <a:lnTo>
                  <a:pt x="2997" y="1307"/>
                </a:lnTo>
                <a:lnTo>
                  <a:pt x="2997" y="1317"/>
                </a:lnTo>
                <a:moveTo>
                  <a:pt x="2919" y="1317"/>
                </a:moveTo>
                <a:lnTo>
                  <a:pt x="2870" y="1317"/>
                </a:lnTo>
                <a:lnTo>
                  <a:pt x="2870" y="1307"/>
                </a:lnTo>
                <a:lnTo>
                  <a:pt x="2919" y="1307"/>
                </a:lnTo>
                <a:lnTo>
                  <a:pt x="2919" y="1317"/>
                </a:lnTo>
                <a:moveTo>
                  <a:pt x="2840" y="1317"/>
                </a:moveTo>
                <a:lnTo>
                  <a:pt x="2791" y="1317"/>
                </a:lnTo>
                <a:lnTo>
                  <a:pt x="2791" y="1307"/>
                </a:lnTo>
                <a:lnTo>
                  <a:pt x="2840" y="1307"/>
                </a:lnTo>
                <a:lnTo>
                  <a:pt x="2840" y="1317"/>
                </a:lnTo>
                <a:moveTo>
                  <a:pt x="2762" y="1317"/>
                </a:moveTo>
                <a:lnTo>
                  <a:pt x="2713" y="1317"/>
                </a:lnTo>
                <a:lnTo>
                  <a:pt x="2713" y="1307"/>
                </a:lnTo>
                <a:lnTo>
                  <a:pt x="2762" y="1307"/>
                </a:lnTo>
                <a:lnTo>
                  <a:pt x="2762" y="1317"/>
                </a:lnTo>
                <a:moveTo>
                  <a:pt x="2684" y="1317"/>
                </a:moveTo>
                <a:lnTo>
                  <a:pt x="2635" y="1317"/>
                </a:lnTo>
                <a:lnTo>
                  <a:pt x="2635" y="1307"/>
                </a:lnTo>
                <a:lnTo>
                  <a:pt x="2684" y="1307"/>
                </a:lnTo>
                <a:lnTo>
                  <a:pt x="2684" y="1317"/>
                </a:lnTo>
                <a:moveTo>
                  <a:pt x="2606" y="1317"/>
                </a:moveTo>
                <a:lnTo>
                  <a:pt x="2557" y="1317"/>
                </a:lnTo>
                <a:lnTo>
                  <a:pt x="2557" y="1307"/>
                </a:lnTo>
                <a:lnTo>
                  <a:pt x="2606" y="1307"/>
                </a:lnTo>
                <a:lnTo>
                  <a:pt x="2606" y="1317"/>
                </a:lnTo>
                <a:moveTo>
                  <a:pt x="2528" y="1317"/>
                </a:moveTo>
                <a:lnTo>
                  <a:pt x="2479" y="1317"/>
                </a:lnTo>
                <a:lnTo>
                  <a:pt x="2479" y="1307"/>
                </a:lnTo>
                <a:lnTo>
                  <a:pt x="2528" y="1307"/>
                </a:lnTo>
                <a:lnTo>
                  <a:pt x="2528" y="1317"/>
                </a:lnTo>
                <a:moveTo>
                  <a:pt x="2449" y="1317"/>
                </a:moveTo>
                <a:lnTo>
                  <a:pt x="2400" y="1317"/>
                </a:lnTo>
                <a:lnTo>
                  <a:pt x="2400" y="1307"/>
                </a:lnTo>
                <a:lnTo>
                  <a:pt x="2449" y="1307"/>
                </a:lnTo>
                <a:lnTo>
                  <a:pt x="2449" y="1317"/>
                </a:lnTo>
                <a:moveTo>
                  <a:pt x="2371" y="1317"/>
                </a:moveTo>
                <a:lnTo>
                  <a:pt x="2322" y="1317"/>
                </a:lnTo>
                <a:lnTo>
                  <a:pt x="2322" y="1307"/>
                </a:lnTo>
                <a:lnTo>
                  <a:pt x="2371" y="1307"/>
                </a:lnTo>
                <a:lnTo>
                  <a:pt x="2371" y="1317"/>
                </a:lnTo>
                <a:moveTo>
                  <a:pt x="2293" y="1317"/>
                </a:moveTo>
                <a:lnTo>
                  <a:pt x="2244" y="1317"/>
                </a:lnTo>
                <a:lnTo>
                  <a:pt x="2244" y="1307"/>
                </a:lnTo>
                <a:lnTo>
                  <a:pt x="2293" y="1307"/>
                </a:lnTo>
                <a:lnTo>
                  <a:pt x="2293" y="1317"/>
                </a:lnTo>
                <a:moveTo>
                  <a:pt x="2215" y="1317"/>
                </a:moveTo>
                <a:lnTo>
                  <a:pt x="2166" y="1317"/>
                </a:lnTo>
                <a:lnTo>
                  <a:pt x="2166" y="1307"/>
                </a:lnTo>
                <a:lnTo>
                  <a:pt x="2215" y="1307"/>
                </a:lnTo>
                <a:lnTo>
                  <a:pt x="2215" y="1317"/>
                </a:lnTo>
                <a:moveTo>
                  <a:pt x="2137" y="1317"/>
                </a:moveTo>
                <a:lnTo>
                  <a:pt x="2088" y="1317"/>
                </a:lnTo>
                <a:lnTo>
                  <a:pt x="2088" y="1307"/>
                </a:lnTo>
                <a:lnTo>
                  <a:pt x="2137" y="1307"/>
                </a:lnTo>
                <a:lnTo>
                  <a:pt x="2137" y="1317"/>
                </a:lnTo>
                <a:moveTo>
                  <a:pt x="2058" y="1317"/>
                </a:moveTo>
                <a:lnTo>
                  <a:pt x="2010" y="1317"/>
                </a:lnTo>
                <a:lnTo>
                  <a:pt x="2010" y="1307"/>
                </a:lnTo>
                <a:lnTo>
                  <a:pt x="2058" y="1307"/>
                </a:lnTo>
                <a:lnTo>
                  <a:pt x="2058" y="1317"/>
                </a:lnTo>
                <a:moveTo>
                  <a:pt x="1980" y="1317"/>
                </a:moveTo>
                <a:lnTo>
                  <a:pt x="1931" y="1317"/>
                </a:lnTo>
                <a:lnTo>
                  <a:pt x="1931" y="1307"/>
                </a:lnTo>
                <a:lnTo>
                  <a:pt x="1980" y="1307"/>
                </a:lnTo>
                <a:lnTo>
                  <a:pt x="1980" y="1317"/>
                </a:lnTo>
                <a:moveTo>
                  <a:pt x="1902" y="1317"/>
                </a:moveTo>
                <a:lnTo>
                  <a:pt x="1853" y="1317"/>
                </a:lnTo>
                <a:lnTo>
                  <a:pt x="1853" y="1307"/>
                </a:lnTo>
                <a:lnTo>
                  <a:pt x="1902" y="1307"/>
                </a:lnTo>
                <a:lnTo>
                  <a:pt x="1902" y="1317"/>
                </a:lnTo>
                <a:moveTo>
                  <a:pt x="1824" y="1317"/>
                </a:moveTo>
                <a:lnTo>
                  <a:pt x="1775" y="1317"/>
                </a:lnTo>
                <a:lnTo>
                  <a:pt x="1775" y="1307"/>
                </a:lnTo>
                <a:lnTo>
                  <a:pt x="1824" y="1307"/>
                </a:lnTo>
                <a:lnTo>
                  <a:pt x="1824" y="1317"/>
                </a:lnTo>
                <a:moveTo>
                  <a:pt x="1746" y="1317"/>
                </a:moveTo>
                <a:lnTo>
                  <a:pt x="1697" y="1317"/>
                </a:lnTo>
                <a:lnTo>
                  <a:pt x="1697" y="1307"/>
                </a:lnTo>
                <a:lnTo>
                  <a:pt x="1746" y="1307"/>
                </a:lnTo>
                <a:lnTo>
                  <a:pt x="1746" y="1317"/>
                </a:lnTo>
                <a:moveTo>
                  <a:pt x="1667" y="1317"/>
                </a:moveTo>
                <a:lnTo>
                  <a:pt x="1619" y="1317"/>
                </a:lnTo>
                <a:lnTo>
                  <a:pt x="1619" y="1307"/>
                </a:lnTo>
                <a:lnTo>
                  <a:pt x="1667" y="1307"/>
                </a:lnTo>
                <a:lnTo>
                  <a:pt x="1667" y="1317"/>
                </a:lnTo>
                <a:moveTo>
                  <a:pt x="1589" y="1317"/>
                </a:moveTo>
                <a:lnTo>
                  <a:pt x="1540" y="1317"/>
                </a:lnTo>
                <a:lnTo>
                  <a:pt x="1540" y="1307"/>
                </a:lnTo>
                <a:lnTo>
                  <a:pt x="1589" y="1307"/>
                </a:lnTo>
                <a:lnTo>
                  <a:pt x="1589" y="1317"/>
                </a:lnTo>
                <a:moveTo>
                  <a:pt x="1511" y="1317"/>
                </a:moveTo>
                <a:lnTo>
                  <a:pt x="1462" y="1317"/>
                </a:lnTo>
                <a:lnTo>
                  <a:pt x="1462" y="1307"/>
                </a:lnTo>
                <a:lnTo>
                  <a:pt x="1511" y="1307"/>
                </a:lnTo>
                <a:lnTo>
                  <a:pt x="1511" y="1317"/>
                </a:lnTo>
                <a:moveTo>
                  <a:pt x="1433" y="1317"/>
                </a:moveTo>
                <a:lnTo>
                  <a:pt x="1384" y="1317"/>
                </a:lnTo>
                <a:lnTo>
                  <a:pt x="1384" y="1307"/>
                </a:lnTo>
                <a:lnTo>
                  <a:pt x="1433" y="1307"/>
                </a:lnTo>
                <a:lnTo>
                  <a:pt x="1433" y="1317"/>
                </a:lnTo>
                <a:moveTo>
                  <a:pt x="1355" y="1317"/>
                </a:moveTo>
                <a:lnTo>
                  <a:pt x="1306" y="1317"/>
                </a:lnTo>
                <a:lnTo>
                  <a:pt x="1306" y="1307"/>
                </a:lnTo>
                <a:lnTo>
                  <a:pt x="1355" y="1307"/>
                </a:lnTo>
                <a:lnTo>
                  <a:pt x="1355" y="1317"/>
                </a:lnTo>
                <a:moveTo>
                  <a:pt x="1276" y="1317"/>
                </a:moveTo>
                <a:lnTo>
                  <a:pt x="1228" y="1317"/>
                </a:lnTo>
                <a:lnTo>
                  <a:pt x="1228" y="1307"/>
                </a:lnTo>
                <a:lnTo>
                  <a:pt x="1276" y="1307"/>
                </a:lnTo>
                <a:lnTo>
                  <a:pt x="1276" y="1317"/>
                </a:lnTo>
                <a:moveTo>
                  <a:pt x="1198" y="1317"/>
                </a:moveTo>
                <a:lnTo>
                  <a:pt x="1149" y="1317"/>
                </a:lnTo>
                <a:lnTo>
                  <a:pt x="1149" y="1307"/>
                </a:lnTo>
                <a:lnTo>
                  <a:pt x="1198" y="1307"/>
                </a:lnTo>
                <a:lnTo>
                  <a:pt x="1198" y="1317"/>
                </a:lnTo>
                <a:moveTo>
                  <a:pt x="1120" y="1317"/>
                </a:moveTo>
                <a:lnTo>
                  <a:pt x="1071" y="1317"/>
                </a:lnTo>
                <a:lnTo>
                  <a:pt x="1071" y="1307"/>
                </a:lnTo>
                <a:lnTo>
                  <a:pt x="1120" y="1307"/>
                </a:lnTo>
                <a:lnTo>
                  <a:pt x="1120" y="1317"/>
                </a:lnTo>
                <a:moveTo>
                  <a:pt x="1042" y="1317"/>
                </a:moveTo>
                <a:lnTo>
                  <a:pt x="993" y="1317"/>
                </a:lnTo>
                <a:lnTo>
                  <a:pt x="993" y="1307"/>
                </a:lnTo>
                <a:lnTo>
                  <a:pt x="1042" y="1307"/>
                </a:lnTo>
                <a:lnTo>
                  <a:pt x="1042" y="1317"/>
                </a:lnTo>
                <a:moveTo>
                  <a:pt x="964" y="1317"/>
                </a:moveTo>
                <a:lnTo>
                  <a:pt x="915" y="1317"/>
                </a:lnTo>
                <a:lnTo>
                  <a:pt x="915" y="1307"/>
                </a:lnTo>
                <a:lnTo>
                  <a:pt x="964" y="1307"/>
                </a:lnTo>
                <a:lnTo>
                  <a:pt x="964" y="1317"/>
                </a:lnTo>
                <a:moveTo>
                  <a:pt x="886" y="1317"/>
                </a:moveTo>
                <a:lnTo>
                  <a:pt x="837" y="1317"/>
                </a:lnTo>
                <a:lnTo>
                  <a:pt x="837" y="1307"/>
                </a:lnTo>
                <a:lnTo>
                  <a:pt x="886" y="1307"/>
                </a:lnTo>
                <a:lnTo>
                  <a:pt x="886" y="1317"/>
                </a:lnTo>
                <a:moveTo>
                  <a:pt x="807" y="1317"/>
                </a:moveTo>
                <a:lnTo>
                  <a:pt x="758" y="1317"/>
                </a:lnTo>
                <a:lnTo>
                  <a:pt x="758" y="1307"/>
                </a:lnTo>
                <a:lnTo>
                  <a:pt x="807" y="1307"/>
                </a:lnTo>
                <a:lnTo>
                  <a:pt x="807" y="1317"/>
                </a:lnTo>
                <a:moveTo>
                  <a:pt x="729" y="1317"/>
                </a:moveTo>
                <a:lnTo>
                  <a:pt x="680" y="1317"/>
                </a:lnTo>
                <a:lnTo>
                  <a:pt x="680" y="1307"/>
                </a:lnTo>
                <a:lnTo>
                  <a:pt x="729" y="1307"/>
                </a:lnTo>
                <a:lnTo>
                  <a:pt x="729" y="1317"/>
                </a:lnTo>
                <a:moveTo>
                  <a:pt x="651" y="1317"/>
                </a:moveTo>
                <a:lnTo>
                  <a:pt x="602" y="1317"/>
                </a:lnTo>
                <a:lnTo>
                  <a:pt x="602" y="1307"/>
                </a:lnTo>
                <a:lnTo>
                  <a:pt x="651" y="1307"/>
                </a:lnTo>
                <a:lnTo>
                  <a:pt x="651" y="1317"/>
                </a:lnTo>
                <a:moveTo>
                  <a:pt x="573" y="1317"/>
                </a:moveTo>
                <a:lnTo>
                  <a:pt x="524" y="1317"/>
                </a:lnTo>
                <a:lnTo>
                  <a:pt x="524" y="1307"/>
                </a:lnTo>
                <a:lnTo>
                  <a:pt x="573" y="1307"/>
                </a:lnTo>
                <a:lnTo>
                  <a:pt x="573" y="1317"/>
                </a:lnTo>
                <a:moveTo>
                  <a:pt x="495" y="1317"/>
                </a:moveTo>
                <a:lnTo>
                  <a:pt x="445" y="1317"/>
                </a:lnTo>
                <a:lnTo>
                  <a:pt x="445" y="1307"/>
                </a:lnTo>
                <a:lnTo>
                  <a:pt x="495" y="1307"/>
                </a:lnTo>
                <a:lnTo>
                  <a:pt x="495" y="1317"/>
                </a:lnTo>
                <a:moveTo>
                  <a:pt x="415" y="1317"/>
                </a:moveTo>
                <a:lnTo>
                  <a:pt x="367" y="1317"/>
                </a:lnTo>
                <a:lnTo>
                  <a:pt x="367" y="1307"/>
                </a:lnTo>
                <a:lnTo>
                  <a:pt x="415" y="1307"/>
                </a:lnTo>
                <a:lnTo>
                  <a:pt x="415" y="1317"/>
                </a:lnTo>
                <a:moveTo>
                  <a:pt x="337" y="1317"/>
                </a:moveTo>
                <a:lnTo>
                  <a:pt x="288" y="1317"/>
                </a:lnTo>
                <a:lnTo>
                  <a:pt x="288" y="1307"/>
                </a:lnTo>
                <a:lnTo>
                  <a:pt x="337" y="1307"/>
                </a:lnTo>
                <a:lnTo>
                  <a:pt x="337" y="1317"/>
                </a:lnTo>
                <a:moveTo>
                  <a:pt x="259" y="1317"/>
                </a:moveTo>
                <a:lnTo>
                  <a:pt x="210" y="1317"/>
                </a:lnTo>
                <a:lnTo>
                  <a:pt x="210" y="1307"/>
                </a:lnTo>
                <a:lnTo>
                  <a:pt x="259" y="1307"/>
                </a:lnTo>
                <a:lnTo>
                  <a:pt x="259" y="1317"/>
                </a:lnTo>
                <a:moveTo>
                  <a:pt x="181" y="1317"/>
                </a:moveTo>
                <a:lnTo>
                  <a:pt x="132" y="1317"/>
                </a:lnTo>
                <a:lnTo>
                  <a:pt x="132" y="1307"/>
                </a:lnTo>
                <a:lnTo>
                  <a:pt x="181" y="1307"/>
                </a:lnTo>
                <a:lnTo>
                  <a:pt x="181" y="1317"/>
                </a:lnTo>
                <a:moveTo>
                  <a:pt x="103" y="1317"/>
                </a:moveTo>
                <a:lnTo>
                  <a:pt x="54" y="1317"/>
                </a:lnTo>
                <a:lnTo>
                  <a:pt x="54" y="1307"/>
                </a:lnTo>
                <a:lnTo>
                  <a:pt x="103" y="1307"/>
                </a:lnTo>
                <a:lnTo>
                  <a:pt x="103" y="1317"/>
                </a:lnTo>
                <a:moveTo>
                  <a:pt x="24" y="1317"/>
                </a:moveTo>
                <a:lnTo>
                  <a:pt x="0" y="1317"/>
                </a:lnTo>
                <a:lnTo>
                  <a:pt x="0" y="1282"/>
                </a:lnTo>
                <a:lnTo>
                  <a:pt x="10" y="1282"/>
                </a:lnTo>
                <a:lnTo>
                  <a:pt x="10" y="1312"/>
                </a:lnTo>
                <a:lnTo>
                  <a:pt x="5" y="1312"/>
                </a:lnTo>
                <a:lnTo>
                  <a:pt x="5" y="1307"/>
                </a:lnTo>
                <a:lnTo>
                  <a:pt x="24" y="1307"/>
                </a:lnTo>
                <a:lnTo>
                  <a:pt x="24" y="1317"/>
                </a:lnTo>
                <a:moveTo>
                  <a:pt x="0" y="1253"/>
                </a:moveTo>
                <a:lnTo>
                  <a:pt x="0" y="1204"/>
                </a:lnTo>
                <a:lnTo>
                  <a:pt x="10" y="1204"/>
                </a:lnTo>
                <a:lnTo>
                  <a:pt x="10" y="1253"/>
                </a:lnTo>
                <a:lnTo>
                  <a:pt x="0" y="1253"/>
                </a:lnTo>
                <a:moveTo>
                  <a:pt x="0" y="1175"/>
                </a:moveTo>
                <a:lnTo>
                  <a:pt x="0" y="1126"/>
                </a:lnTo>
                <a:lnTo>
                  <a:pt x="10" y="1126"/>
                </a:lnTo>
                <a:lnTo>
                  <a:pt x="10" y="1175"/>
                </a:lnTo>
                <a:lnTo>
                  <a:pt x="0" y="1175"/>
                </a:lnTo>
                <a:moveTo>
                  <a:pt x="0" y="1097"/>
                </a:moveTo>
                <a:lnTo>
                  <a:pt x="0" y="1048"/>
                </a:lnTo>
                <a:lnTo>
                  <a:pt x="10" y="1048"/>
                </a:lnTo>
                <a:lnTo>
                  <a:pt x="10" y="1097"/>
                </a:lnTo>
                <a:lnTo>
                  <a:pt x="0" y="1097"/>
                </a:lnTo>
                <a:moveTo>
                  <a:pt x="0" y="1019"/>
                </a:moveTo>
                <a:lnTo>
                  <a:pt x="0" y="970"/>
                </a:lnTo>
                <a:lnTo>
                  <a:pt x="10" y="970"/>
                </a:lnTo>
                <a:lnTo>
                  <a:pt x="10" y="1019"/>
                </a:lnTo>
                <a:lnTo>
                  <a:pt x="0" y="1019"/>
                </a:lnTo>
                <a:moveTo>
                  <a:pt x="0" y="941"/>
                </a:moveTo>
                <a:lnTo>
                  <a:pt x="0" y="892"/>
                </a:lnTo>
                <a:lnTo>
                  <a:pt x="10" y="892"/>
                </a:lnTo>
                <a:lnTo>
                  <a:pt x="10" y="941"/>
                </a:lnTo>
                <a:lnTo>
                  <a:pt x="0" y="941"/>
                </a:lnTo>
                <a:moveTo>
                  <a:pt x="0" y="863"/>
                </a:moveTo>
                <a:lnTo>
                  <a:pt x="0" y="814"/>
                </a:lnTo>
                <a:lnTo>
                  <a:pt x="10" y="814"/>
                </a:lnTo>
                <a:lnTo>
                  <a:pt x="10" y="863"/>
                </a:lnTo>
                <a:lnTo>
                  <a:pt x="0" y="863"/>
                </a:lnTo>
                <a:moveTo>
                  <a:pt x="0" y="785"/>
                </a:moveTo>
                <a:lnTo>
                  <a:pt x="0" y="736"/>
                </a:lnTo>
                <a:lnTo>
                  <a:pt x="10" y="736"/>
                </a:lnTo>
                <a:lnTo>
                  <a:pt x="10" y="785"/>
                </a:lnTo>
                <a:lnTo>
                  <a:pt x="0" y="785"/>
                </a:lnTo>
                <a:moveTo>
                  <a:pt x="0" y="707"/>
                </a:moveTo>
                <a:lnTo>
                  <a:pt x="0" y="658"/>
                </a:lnTo>
                <a:lnTo>
                  <a:pt x="10" y="658"/>
                </a:lnTo>
                <a:lnTo>
                  <a:pt x="10" y="707"/>
                </a:lnTo>
                <a:lnTo>
                  <a:pt x="0" y="707"/>
                </a:lnTo>
                <a:moveTo>
                  <a:pt x="0" y="629"/>
                </a:moveTo>
                <a:lnTo>
                  <a:pt x="0" y="580"/>
                </a:lnTo>
                <a:lnTo>
                  <a:pt x="10" y="580"/>
                </a:lnTo>
                <a:lnTo>
                  <a:pt x="10" y="629"/>
                </a:lnTo>
                <a:lnTo>
                  <a:pt x="0" y="629"/>
                </a:lnTo>
                <a:moveTo>
                  <a:pt x="0" y="551"/>
                </a:moveTo>
                <a:lnTo>
                  <a:pt x="0" y="502"/>
                </a:lnTo>
                <a:lnTo>
                  <a:pt x="10" y="502"/>
                </a:lnTo>
                <a:lnTo>
                  <a:pt x="10" y="551"/>
                </a:lnTo>
                <a:lnTo>
                  <a:pt x="0" y="551"/>
                </a:lnTo>
                <a:moveTo>
                  <a:pt x="0" y="473"/>
                </a:moveTo>
                <a:lnTo>
                  <a:pt x="0" y="424"/>
                </a:lnTo>
                <a:lnTo>
                  <a:pt x="10" y="424"/>
                </a:lnTo>
                <a:lnTo>
                  <a:pt x="10" y="473"/>
                </a:lnTo>
                <a:lnTo>
                  <a:pt x="0" y="473"/>
                </a:lnTo>
                <a:moveTo>
                  <a:pt x="0" y="395"/>
                </a:moveTo>
                <a:lnTo>
                  <a:pt x="0" y="346"/>
                </a:lnTo>
                <a:lnTo>
                  <a:pt x="10" y="346"/>
                </a:lnTo>
                <a:lnTo>
                  <a:pt x="10" y="395"/>
                </a:lnTo>
                <a:lnTo>
                  <a:pt x="0" y="395"/>
                </a:lnTo>
                <a:moveTo>
                  <a:pt x="0" y="317"/>
                </a:moveTo>
                <a:lnTo>
                  <a:pt x="0" y="268"/>
                </a:lnTo>
                <a:lnTo>
                  <a:pt x="10" y="268"/>
                </a:lnTo>
                <a:lnTo>
                  <a:pt x="10" y="317"/>
                </a:lnTo>
                <a:lnTo>
                  <a:pt x="0" y="317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5097960" y="358308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0" y="0"/>
                </a:moveTo>
                <a:lnTo>
                  <a:pt x="119" y="0"/>
                </a:lnTo>
                <a:lnTo>
                  <a:pt x="119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5097960" y="359532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3071520" y="3375360"/>
            <a:ext cx="5799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3071520" y="3579120"/>
            <a:ext cx="666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3085560" y="3762000"/>
            <a:ext cx="2048040" cy="228600"/>
          </a:xfrm>
          <a:custGeom>
            <a:avLst/>
            <a:gdLst/>
            <a:ahLst/>
            <a:rect l="0" t="0" r="r" b="b"/>
            <a:pathLst>
              <a:path w="5689" h="635">
                <a:moveTo>
                  <a:pt x="0" y="0"/>
                </a:moveTo>
                <a:lnTo>
                  <a:pt x="5689" y="0"/>
                </a:lnTo>
                <a:lnTo>
                  <a:pt x="5689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3085560" y="3762000"/>
            <a:ext cx="2048040" cy="228600"/>
          </a:xfrm>
          <a:custGeom>
            <a:avLst/>
            <a:gdLst/>
            <a:ahLst/>
            <a:rect l="0" t="0" r="r" b="b"/>
            <a:pathLst>
              <a:path w="5689" h="635">
                <a:moveTo>
                  <a:pt x="0" y="0"/>
                </a:moveTo>
                <a:lnTo>
                  <a:pt x="5689" y="0"/>
                </a:lnTo>
                <a:lnTo>
                  <a:pt x="5689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5063040" y="379008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5063040" y="380232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3071520" y="3635640"/>
            <a:ext cx="110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3120840" y="3786120"/>
            <a:ext cx="576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3120840" y="3843000"/>
            <a:ext cx="938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3120840" y="3909240"/>
            <a:ext cx="1620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3036240" y="4123800"/>
            <a:ext cx="2048040" cy="288000"/>
          </a:xfrm>
          <a:custGeom>
            <a:avLst/>
            <a:gdLst/>
            <a:ahLst/>
            <a:rect l="0" t="0" r="r" b="b"/>
            <a:pathLst>
              <a:path w="5689" h="800">
                <a:moveTo>
                  <a:pt x="0" y="0"/>
                </a:moveTo>
                <a:lnTo>
                  <a:pt x="5689" y="0"/>
                </a:lnTo>
                <a:lnTo>
                  <a:pt x="5689" y="800"/>
                </a:lnTo>
                <a:lnTo>
                  <a:pt x="0" y="8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3034440" y="4122000"/>
            <a:ext cx="2051640" cy="291600"/>
          </a:xfrm>
          <a:custGeom>
            <a:avLst/>
            <a:gdLst/>
            <a:ahLst/>
            <a:rect l="0" t="0" r="r" b="b"/>
            <a:pathLst>
              <a:path w="5699" h="810">
                <a:moveTo>
                  <a:pt x="83" y="0"/>
                </a:moveTo>
                <a:lnTo>
                  <a:pt x="133" y="0"/>
                </a:lnTo>
                <a:lnTo>
                  <a:pt x="133" y="9"/>
                </a:lnTo>
                <a:lnTo>
                  <a:pt x="83" y="9"/>
                </a:lnTo>
                <a:lnTo>
                  <a:pt x="83" y="0"/>
                </a:lnTo>
                <a:moveTo>
                  <a:pt x="162" y="0"/>
                </a:moveTo>
                <a:lnTo>
                  <a:pt x="211" y="0"/>
                </a:lnTo>
                <a:lnTo>
                  <a:pt x="211" y="9"/>
                </a:lnTo>
                <a:lnTo>
                  <a:pt x="162" y="9"/>
                </a:lnTo>
                <a:lnTo>
                  <a:pt x="162" y="0"/>
                </a:lnTo>
                <a:moveTo>
                  <a:pt x="240" y="0"/>
                </a:moveTo>
                <a:lnTo>
                  <a:pt x="289" y="0"/>
                </a:lnTo>
                <a:lnTo>
                  <a:pt x="289" y="9"/>
                </a:lnTo>
                <a:lnTo>
                  <a:pt x="240" y="9"/>
                </a:lnTo>
                <a:lnTo>
                  <a:pt x="240" y="0"/>
                </a:lnTo>
                <a:moveTo>
                  <a:pt x="319" y="0"/>
                </a:moveTo>
                <a:lnTo>
                  <a:pt x="368" y="0"/>
                </a:lnTo>
                <a:lnTo>
                  <a:pt x="368" y="9"/>
                </a:lnTo>
                <a:lnTo>
                  <a:pt x="319" y="9"/>
                </a:lnTo>
                <a:lnTo>
                  <a:pt x="319" y="0"/>
                </a:lnTo>
                <a:moveTo>
                  <a:pt x="397" y="0"/>
                </a:moveTo>
                <a:lnTo>
                  <a:pt x="446" y="0"/>
                </a:lnTo>
                <a:lnTo>
                  <a:pt x="446" y="9"/>
                </a:lnTo>
                <a:lnTo>
                  <a:pt x="397" y="9"/>
                </a:lnTo>
                <a:lnTo>
                  <a:pt x="397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9"/>
                </a:lnTo>
                <a:lnTo>
                  <a:pt x="475" y="9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9"/>
                </a:lnTo>
                <a:lnTo>
                  <a:pt x="553" y="9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9"/>
                </a:lnTo>
                <a:lnTo>
                  <a:pt x="631" y="9"/>
                </a:lnTo>
                <a:lnTo>
                  <a:pt x="631" y="0"/>
                </a:lnTo>
                <a:moveTo>
                  <a:pt x="710" y="0"/>
                </a:moveTo>
                <a:lnTo>
                  <a:pt x="758" y="0"/>
                </a:lnTo>
                <a:lnTo>
                  <a:pt x="758" y="9"/>
                </a:lnTo>
                <a:lnTo>
                  <a:pt x="710" y="9"/>
                </a:lnTo>
                <a:lnTo>
                  <a:pt x="710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9"/>
                </a:lnTo>
                <a:lnTo>
                  <a:pt x="788" y="9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9"/>
                </a:lnTo>
                <a:lnTo>
                  <a:pt x="866" y="9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9"/>
                </a:lnTo>
                <a:lnTo>
                  <a:pt x="944" y="9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9"/>
                </a:lnTo>
                <a:lnTo>
                  <a:pt x="1022" y="9"/>
                </a:lnTo>
                <a:lnTo>
                  <a:pt x="1022" y="0"/>
                </a:lnTo>
                <a:moveTo>
                  <a:pt x="1101" y="0"/>
                </a:moveTo>
                <a:lnTo>
                  <a:pt x="1149" y="0"/>
                </a:lnTo>
                <a:lnTo>
                  <a:pt x="1149" y="9"/>
                </a:lnTo>
                <a:lnTo>
                  <a:pt x="1101" y="9"/>
                </a:lnTo>
                <a:lnTo>
                  <a:pt x="1101" y="0"/>
                </a:lnTo>
                <a:moveTo>
                  <a:pt x="1179" y="0"/>
                </a:moveTo>
                <a:lnTo>
                  <a:pt x="1228" y="0"/>
                </a:lnTo>
                <a:lnTo>
                  <a:pt x="1228" y="9"/>
                </a:lnTo>
                <a:lnTo>
                  <a:pt x="1179" y="9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9"/>
                </a:lnTo>
                <a:lnTo>
                  <a:pt x="1257" y="9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9"/>
                </a:lnTo>
                <a:lnTo>
                  <a:pt x="1335" y="9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9"/>
                </a:lnTo>
                <a:lnTo>
                  <a:pt x="1413" y="9"/>
                </a:lnTo>
                <a:lnTo>
                  <a:pt x="1413" y="0"/>
                </a:lnTo>
                <a:moveTo>
                  <a:pt x="1492" y="0"/>
                </a:moveTo>
                <a:lnTo>
                  <a:pt x="1540" y="0"/>
                </a:lnTo>
                <a:lnTo>
                  <a:pt x="1540" y="9"/>
                </a:lnTo>
                <a:lnTo>
                  <a:pt x="1492" y="9"/>
                </a:lnTo>
                <a:lnTo>
                  <a:pt x="1492" y="0"/>
                </a:lnTo>
                <a:moveTo>
                  <a:pt x="1570" y="0"/>
                </a:moveTo>
                <a:lnTo>
                  <a:pt x="1619" y="0"/>
                </a:lnTo>
                <a:lnTo>
                  <a:pt x="1619" y="9"/>
                </a:lnTo>
                <a:lnTo>
                  <a:pt x="1570" y="9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9"/>
                </a:lnTo>
                <a:lnTo>
                  <a:pt x="1648" y="9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9"/>
                </a:lnTo>
                <a:lnTo>
                  <a:pt x="1726" y="9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9"/>
                </a:lnTo>
                <a:lnTo>
                  <a:pt x="1804" y="9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9"/>
                </a:lnTo>
                <a:lnTo>
                  <a:pt x="1882" y="9"/>
                </a:lnTo>
                <a:lnTo>
                  <a:pt x="1882" y="0"/>
                </a:lnTo>
                <a:moveTo>
                  <a:pt x="1961" y="0"/>
                </a:moveTo>
                <a:lnTo>
                  <a:pt x="2010" y="0"/>
                </a:lnTo>
                <a:lnTo>
                  <a:pt x="2010" y="9"/>
                </a:lnTo>
                <a:lnTo>
                  <a:pt x="1961" y="9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9"/>
                </a:lnTo>
                <a:lnTo>
                  <a:pt x="2039" y="9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9"/>
                </a:lnTo>
                <a:lnTo>
                  <a:pt x="2117" y="9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9"/>
                </a:lnTo>
                <a:lnTo>
                  <a:pt x="2195" y="9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9"/>
                </a:lnTo>
                <a:lnTo>
                  <a:pt x="2273" y="9"/>
                </a:lnTo>
                <a:lnTo>
                  <a:pt x="2273" y="0"/>
                </a:lnTo>
                <a:moveTo>
                  <a:pt x="2352" y="0"/>
                </a:moveTo>
                <a:lnTo>
                  <a:pt x="2400" y="0"/>
                </a:lnTo>
                <a:lnTo>
                  <a:pt x="2400" y="9"/>
                </a:lnTo>
                <a:lnTo>
                  <a:pt x="2352" y="9"/>
                </a:lnTo>
                <a:lnTo>
                  <a:pt x="2352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9"/>
                </a:lnTo>
                <a:lnTo>
                  <a:pt x="2430" y="9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9"/>
                </a:lnTo>
                <a:lnTo>
                  <a:pt x="2508" y="9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9"/>
                </a:lnTo>
                <a:lnTo>
                  <a:pt x="2586" y="9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9"/>
                </a:lnTo>
                <a:lnTo>
                  <a:pt x="2664" y="9"/>
                </a:lnTo>
                <a:lnTo>
                  <a:pt x="2664" y="0"/>
                </a:lnTo>
                <a:moveTo>
                  <a:pt x="2743" y="0"/>
                </a:moveTo>
                <a:lnTo>
                  <a:pt x="2791" y="0"/>
                </a:lnTo>
                <a:lnTo>
                  <a:pt x="2791" y="9"/>
                </a:lnTo>
                <a:lnTo>
                  <a:pt x="2743" y="9"/>
                </a:lnTo>
                <a:lnTo>
                  <a:pt x="2743" y="0"/>
                </a:lnTo>
                <a:moveTo>
                  <a:pt x="2821" y="0"/>
                </a:moveTo>
                <a:lnTo>
                  <a:pt x="2870" y="0"/>
                </a:lnTo>
                <a:lnTo>
                  <a:pt x="2870" y="9"/>
                </a:lnTo>
                <a:lnTo>
                  <a:pt x="2821" y="9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9"/>
                </a:lnTo>
                <a:lnTo>
                  <a:pt x="2899" y="9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9"/>
                </a:lnTo>
                <a:lnTo>
                  <a:pt x="2977" y="9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90" y="0"/>
                </a:lnTo>
                <a:lnTo>
                  <a:pt x="4590" y="9"/>
                </a:lnTo>
                <a:lnTo>
                  <a:pt x="4541" y="9"/>
                </a:lnTo>
                <a:lnTo>
                  <a:pt x="4541" y="0"/>
                </a:lnTo>
                <a:moveTo>
                  <a:pt x="4619" y="0"/>
                </a:moveTo>
                <a:lnTo>
                  <a:pt x="4668" y="0"/>
                </a:lnTo>
                <a:lnTo>
                  <a:pt x="4668" y="9"/>
                </a:lnTo>
                <a:lnTo>
                  <a:pt x="4619" y="9"/>
                </a:lnTo>
                <a:lnTo>
                  <a:pt x="4619" y="0"/>
                </a:lnTo>
                <a:moveTo>
                  <a:pt x="4697" y="0"/>
                </a:moveTo>
                <a:lnTo>
                  <a:pt x="4746" y="0"/>
                </a:lnTo>
                <a:lnTo>
                  <a:pt x="4746" y="9"/>
                </a:lnTo>
                <a:lnTo>
                  <a:pt x="4697" y="9"/>
                </a:lnTo>
                <a:lnTo>
                  <a:pt x="4697" y="0"/>
                </a:lnTo>
                <a:moveTo>
                  <a:pt x="4776" y="0"/>
                </a:moveTo>
                <a:lnTo>
                  <a:pt x="4824" y="0"/>
                </a:lnTo>
                <a:lnTo>
                  <a:pt x="4824" y="9"/>
                </a:lnTo>
                <a:lnTo>
                  <a:pt x="4776" y="9"/>
                </a:lnTo>
                <a:lnTo>
                  <a:pt x="4776" y="0"/>
                </a:lnTo>
                <a:moveTo>
                  <a:pt x="4854" y="0"/>
                </a:moveTo>
                <a:lnTo>
                  <a:pt x="4903" y="0"/>
                </a:lnTo>
                <a:lnTo>
                  <a:pt x="4903" y="9"/>
                </a:lnTo>
                <a:lnTo>
                  <a:pt x="4854" y="9"/>
                </a:lnTo>
                <a:lnTo>
                  <a:pt x="4854" y="0"/>
                </a:lnTo>
                <a:moveTo>
                  <a:pt x="4932" y="0"/>
                </a:moveTo>
                <a:lnTo>
                  <a:pt x="4981" y="0"/>
                </a:lnTo>
                <a:lnTo>
                  <a:pt x="4981" y="9"/>
                </a:lnTo>
                <a:lnTo>
                  <a:pt x="4932" y="9"/>
                </a:lnTo>
                <a:lnTo>
                  <a:pt x="4932" y="0"/>
                </a:lnTo>
                <a:moveTo>
                  <a:pt x="5010" y="0"/>
                </a:moveTo>
                <a:lnTo>
                  <a:pt x="5059" y="0"/>
                </a:lnTo>
                <a:lnTo>
                  <a:pt x="5059" y="9"/>
                </a:lnTo>
                <a:lnTo>
                  <a:pt x="5010" y="9"/>
                </a:lnTo>
                <a:lnTo>
                  <a:pt x="5010" y="0"/>
                </a:lnTo>
                <a:moveTo>
                  <a:pt x="5088" y="0"/>
                </a:moveTo>
                <a:lnTo>
                  <a:pt x="5137" y="0"/>
                </a:lnTo>
                <a:lnTo>
                  <a:pt x="5137" y="9"/>
                </a:lnTo>
                <a:lnTo>
                  <a:pt x="5088" y="9"/>
                </a:lnTo>
                <a:lnTo>
                  <a:pt x="5088" y="0"/>
                </a:lnTo>
                <a:moveTo>
                  <a:pt x="5166" y="0"/>
                </a:moveTo>
                <a:lnTo>
                  <a:pt x="5215" y="0"/>
                </a:lnTo>
                <a:lnTo>
                  <a:pt x="5215" y="9"/>
                </a:lnTo>
                <a:lnTo>
                  <a:pt x="5166" y="9"/>
                </a:lnTo>
                <a:lnTo>
                  <a:pt x="5166" y="0"/>
                </a:lnTo>
                <a:moveTo>
                  <a:pt x="5245" y="0"/>
                </a:moveTo>
                <a:lnTo>
                  <a:pt x="5294" y="0"/>
                </a:lnTo>
                <a:lnTo>
                  <a:pt x="5294" y="9"/>
                </a:lnTo>
                <a:lnTo>
                  <a:pt x="5245" y="9"/>
                </a:lnTo>
                <a:lnTo>
                  <a:pt x="5245" y="0"/>
                </a:lnTo>
                <a:moveTo>
                  <a:pt x="5323" y="0"/>
                </a:moveTo>
                <a:lnTo>
                  <a:pt x="5372" y="0"/>
                </a:lnTo>
                <a:lnTo>
                  <a:pt x="5372" y="9"/>
                </a:lnTo>
                <a:lnTo>
                  <a:pt x="5323" y="9"/>
                </a:lnTo>
                <a:lnTo>
                  <a:pt x="5323" y="0"/>
                </a:lnTo>
                <a:moveTo>
                  <a:pt x="5401" y="0"/>
                </a:moveTo>
                <a:lnTo>
                  <a:pt x="5450" y="0"/>
                </a:lnTo>
                <a:lnTo>
                  <a:pt x="5450" y="9"/>
                </a:lnTo>
                <a:lnTo>
                  <a:pt x="5401" y="9"/>
                </a:lnTo>
                <a:lnTo>
                  <a:pt x="5401" y="0"/>
                </a:lnTo>
                <a:moveTo>
                  <a:pt x="5479" y="0"/>
                </a:moveTo>
                <a:lnTo>
                  <a:pt x="5528" y="0"/>
                </a:lnTo>
                <a:lnTo>
                  <a:pt x="5528" y="9"/>
                </a:lnTo>
                <a:lnTo>
                  <a:pt x="5479" y="9"/>
                </a:lnTo>
                <a:lnTo>
                  <a:pt x="5479" y="0"/>
                </a:lnTo>
                <a:moveTo>
                  <a:pt x="5557" y="0"/>
                </a:moveTo>
                <a:lnTo>
                  <a:pt x="5606" y="0"/>
                </a:lnTo>
                <a:lnTo>
                  <a:pt x="5606" y="9"/>
                </a:lnTo>
                <a:lnTo>
                  <a:pt x="5557" y="9"/>
                </a:lnTo>
                <a:lnTo>
                  <a:pt x="5557" y="0"/>
                </a:lnTo>
                <a:moveTo>
                  <a:pt x="5636" y="0"/>
                </a:moveTo>
                <a:lnTo>
                  <a:pt x="5685" y="0"/>
                </a:lnTo>
                <a:lnTo>
                  <a:pt x="5685" y="9"/>
                </a:lnTo>
                <a:lnTo>
                  <a:pt x="5636" y="9"/>
                </a:lnTo>
                <a:lnTo>
                  <a:pt x="5636" y="0"/>
                </a:lnTo>
                <a:moveTo>
                  <a:pt x="5699" y="24"/>
                </a:moveTo>
                <a:lnTo>
                  <a:pt x="5699" y="73"/>
                </a:lnTo>
                <a:lnTo>
                  <a:pt x="5689" y="73"/>
                </a:lnTo>
                <a:lnTo>
                  <a:pt x="5689" y="24"/>
                </a:lnTo>
                <a:lnTo>
                  <a:pt x="5699" y="24"/>
                </a:lnTo>
                <a:moveTo>
                  <a:pt x="5699" y="102"/>
                </a:moveTo>
                <a:lnTo>
                  <a:pt x="5699" y="151"/>
                </a:lnTo>
                <a:lnTo>
                  <a:pt x="5689" y="151"/>
                </a:lnTo>
                <a:lnTo>
                  <a:pt x="5689" y="102"/>
                </a:lnTo>
                <a:lnTo>
                  <a:pt x="5699" y="102"/>
                </a:lnTo>
                <a:moveTo>
                  <a:pt x="5699" y="180"/>
                </a:moveTo>
                <a:lnTo>
                  <a:pt x="5699" y="229"/>
                </a:lnTo>
                <a:lnTo>
                  <a:pt x="5689" y="229"/>
                </a:lnTo>
                <a:lnTo>
                  <a:pt x="5689" y="180"/>
                </a:lnTo>
                <a:lnTo>
                  <a:pt x="5699" y="180"/>
                </a:lnTo>
                <a:moveTo>
                  <a:pt x="5699" y="258"/>
                </a:moveTo>
                <a:lnTo>
                  <a:pt x="5699" y="308"/>
                </a:lnTo>
                <a:lnTo>
                  <a:pt x="5689" y="308"/>
                </a:lnTo>
                <a:lnTo>
                  <a:pt x="5689" y="258"/>
                </a:lnTo>
                <a:lnTo>
                  <a:pt x="5699" y="258"/>
                </a:lnTo>
                <a:moveTo>
                  <a:pt x="5699" y="337"/>
                </a:moveTo>
                <a:lnTo>
                  <a:pt x="5699" y="386"/>
                </a:lnTo>
                <a:lnTo>
                  <a:pt x="5689" y="386"/>
                </a:lnTo>
                <a:lnTo>
                  <a:pt x="5689" y="337"/>
                </a:lnTo>
                <a:lnTo>
                  <a:pt x="5699" y="337"/>
                </a:lnTo>
                <a:moveTo>
                  <a:pt x="5699" y="415"/>
                </a:moveTo>
                <a:lnTo>
                  <a:pt x="5699" y="464"/>
                </a:lnTo>
                <a:lnTo>
                  <a:pt x="5689" y="464"/>
                </a:lnTo>
                <a:lnTo>
                  <a:pt x="5689" y="415"/>
                </a:lnTo>
                <a:lnTo>
                  <a:pt x="5699" y="415"/>
                </a:lnTo>
                <a:moveTo>
                  <a:pt x="5699" y="493"/>
                </a:moveTo>
                <a:lnTo>
                  <a:pt x="5699" y="542"/>
                </a:lnTo>
                <a:lnTo>
                  <a:pt x="5689" y="542"/>
                </a:lnTo>
                <a:lnTo>
                  <a:pt x="5689" y="493"/>
                </a:lnTo>
                <a:lnTo>
                  <a:pt x="5699" y="493"/>
                </a:lnTo>
                <a:moveTo>
                  <a:pt x="5699" y="571"/>
                </a:moveTo>
                <a:lnTo>
                  <a:pt x="5699" y="620"/>
                </a:lnTo>
                <a:lnTo>
                  <a:pt x="5689" y="620"/>
                </a:lnTo>
                <a:lnTo>
                  <a:pt x="5689" y="571"/>
                </a:lnTo>
                <a:lnTo>
                  <a:pt x="5699" y="571"/>
                </a:lnTo>
                <a:moveTo>
                  <a:pt x="5699" y="649"/>
                </a:moveTo>
                <a:lnTo>
                  <a:pt x="5699" y="698"/>
                </a:lnTo>
                <a:lnTo>
                  <a:pt x="5689" y="698"/>
                </a:lnTo>
                <a:lnTo>
                  <a:pt x="5689" y="649"/>
                </a:lnTo>
                <a:lnTo>
                  <a:pt x="5699" y="649"/>
                </a:lnTo>
                <a:moveTo>
                  <a:pt x="5699" y="727"/>
                </a:moveTo>
                <a:lnTo>
                  <a:pt x="5699" y="776"/>
                </a:lnTo>
                <a:lnTo>
                  <a:pt x="5689" y="776"/>
                </a:lnTo>
                <a:lnTo>
                  <a:pt x="5689" y="727"/>
                </a:lnTo>
                <a:lnTo>
                  <a:pt x="5699" y="727"/>
                </a:lnTo>
                <a:moveTo>
                  <a:pt x="5694" y="810"/>
                </a:moveTo>
                <a:lnTo>
                  <a:pt x="5645" y="810"/>
                </a:lnTo>
                <a:lnTo>
                  <a:pt x="5645" y="801"/>
                </a:lnTo>
                <a:lnTo>
                  <a:pt x="5694" y="801"/>
                </a:lnTo>
                <a:lnTo>
                  <a:pt x="5694" y="810"/>
                </a:lnTo>
                <a:moveTo>
                  <a:pt x="5616" y="810"/>
                </a:moveTo>
                <a:lnTo>
                  <a:pt x="5567" y="810"/>
                </a:lnTo>
                <a:lnTo>
                  <a:pt x="5567" y="801"/>
                </a:lnTo>
                <a:lnTo>
                  <a:pt x="5616" y="801"/>
                </a:lnTo>
                <a:lnTo>
                  <a:pt x="5616" y="810"/>
                </a:lnTo>
                <a:moveTo>
                  <a:pt x="5538" y="810"/>
                </a:moveTo>
                <a:lnTo>
                  <a:pt x="5489" y="810"/>
                </a:lnTo>
                <a:lnTo>
                  <a:pt x="5489" y="801"/>
                </a:lnTo>
                <a:lnTo>
                  <a:pt x="5538" y="801"/>
                </a:lnTo>
                <a:lnTo>
                  <a:pt x="5538" y="810"/>
                </a:lnTo>
                <a:moveTo>
                  <a:pt x="5460" y="810"/>
                </a:moveTo>
                <a:lnTo>
                  <a:pt x="5411" y="810"/>
                </a:lnTo>
                <a:lnTo>
                  <a:pt x="5411" y="801"/>
                </a:lnTo>
                <a:lnTo>
                  <a:pt x="5460" y="801"/>
                </a:lnTo>
                <a:lnTo>
                  <a:pt x="5460" y="810"/>
                </a:lnTo>
                <a:moveTo>
                  <a:pt x="5382" y="810"/>
                </a:moveTo>
                <a:lnTo>
                  <a:pt x="5333" y="810"/>
                </a:lnTo>
                <a:lnTo>
                  <a:pt x="5333" y="801"/>
                </a:lnTo>
                <a:lnTo>
                  <a:pt x="5382" y="801"/>
                </a:lnTo>
                <a:lnTo>
                  <a:pt x="5382" y="810"/>
                </a:lnTo>
                <a:moveTo>
                  <a:pt x="5303" y="810"/>
                </a:moveTo>
                <a:lnTo>
                  <a:pt x="5254" y="810"/>
                </a:lnTo>
                <a:lnTo>
                  <a:pt x="5254" y="801"/>
                </a:lnTo>
                <a:lnTo>
                  <a:pt x="5303" y="801"/>
                </a:lnTo>
                <a:lnTo>
                  <a:pt x="5303" y="810"/>
                </a:lnTo>
                <a:moveTo>
                  <a:pt x="5225" y="810"/>
                </a:moveTo>
                <a:lnTo>
                  <a:pt x="5176" y="810"/>
                </a:lnTo>
                <a:lnTo>
                  <a:pt x="5176" y="801"/>
                </a:lnTo>
                <a:lnTo>
                  <a:pt x="5225" y="801"/>
                </a:lnTo>
                <a:lnTo>
                  <a:pt x="5225" y="810"/>
                </a:lnTo>
                <a:moveTo>
                  <a:pt x="5147" y="810"/>
                </a:moveTo>
                <a:lnTo>
                  <a:pt x="5098" y="810"/>
                </a:lnTo>
                <a:lnTo>
                  <a:pt x="5098" y="801"/>
                </a:lnTo>
                <a:lnTo>
                  <a:pt x="5147" y="801"/>
                </a:lnTo>
                <a:lnTo>
                  <a:pt x="5147" y="810"/>
                </a:lnTo>
                <a:moveTo>
                  <a:pt x="5069" y="810"/>
                </a:moveTo>
                <a:lnTo>
                  <a:pt x="5020" y="810"/>
                </a:lnTo>
                <a:lnTo>
                  <a:pt x="5020" y="801"/>
                </a:lnTo>
                <a:lnTo>
                  <a:pt x="5069" y="801"/>
                </a:lnTo>
                <a:lnTo>
                  <a:pt x="5069" y="810"/>
                </a:lnTo>
                <a:moveTo>
                  <a:pt x="4991" y="810"/>
                </a:moveTo>
                <a:lnTo>
                  <a:pt x="4942" y="810"/>
                </a:lnTo>
                <a:lnTo>
                  <a:pt x="4942" y="801"/>
                </a:lnTo>
                <a:lnTo>
                  <a:pt x="4991" y="801"/>
                </a:lnTo>
                <a:lnTo>
                  <a:pt x="4991" y="810"/>
                </a:lnTo>
                <a:moveTo>
                  <a:pt x="4912" y="810"/>
                </a:moveTo>
                <a:lnTo>
                  <a:pt x="4864" y="810"/>
                </a:lnTo>
                <a:lnTo>
                  <a:pt x="4864" y="801"/>
                </a:lnTo>
                <a:lnTo>
                  <a:pt x="4912" y="801"/>
                </a:lnTo>
                <a:lnTo>
                  <a:pt x="4912" y="810"/>
                </a:lnTo>
                <a:moveTo>
                  <a:pt x="4834" y="810"/>
                </a:moveTo>
                <a:lnTo>
                  <a:pt x="4785" y="810"/>
                </a:lnTo>
                <a:lnTo>
                  <a:pt x="4785" y="801"/>
                </a:lnTo>
                <a:lnTo>
                  <a:pt x="4834" y="801"/>
                </a:lnTo>
                <a:lnTo>
                  <a:pt x="4834" y="810"/>
                </a:lnTo>
                <a:moveTo>
                  <a:pt x="4756" y="810"/>
                </a:moveTo>
                <a:lnTo>
                  <a:pt x="4707" y="810"/>
                </a:lnTo>
                <a:lnTo>
                  <a:pt x="4707" y="801"/>
                </a:lnTo>
                <a:lnTo>
                  <a:pt x="4756" y="801"/>
                </a:lnTo>
                <a:lnTo>
                  <a:pt x="4756" y="810"/>
                </a:lnTo>
                <a:moveTo>
                  <a:pt x="4678" y="810"/>
                </a:moveTo>
                <a:lnTo>
                  <a:pt x="4629" y="810"/>
                </a:lnTo>
                <a:lnTo>
                  <a:pt x="4629" y="801"/>
                </a:lnTo>
                <a:lnTo>
                  <a:pt x="4678" y="801"/>
                </a:lnTo>
                <a:lnTo>
                  <a:pt x="4678" y="810"/>
                </a:lnTo>
                <a:moveTo>
                  <a:pt x="4600" y="810"/>
                </a:moveTo>
                <a:lnTo>
                  <a:pt x="4551" y="810"/>
                </a:lnTo>
                <a:lnTo>
                  <a:pt x="4551" y="801"/>
                </a:lnTo>
                <a:lnTo>
                  <a:pt x="4600" y="801"/>
                </a:lnTo>
                <a:lnTo>
                  <a:pt x="4600" y="810"/>
                </a:lnTo>
                <a:moveTo>
                  <a:pt x="4521" y="810"/>
                </a:moveTo>
                <a:lnTo>
                  <a:pt x="4473" y="810"/>
                </a:lnTo>
                <a:lnTo>
                  <a:pt x="4473" y="801"/>
                </a:lnTo>
                <a:lnTo>
                  <a:pt x="4521" y="801"/>
                </a:lnTo>
                <a:lnTo>
                  <a:pt x="4521" y="810"/>
                </a:lnTo>
                <a:moveTo>
                  <a:pt x="4443" y="810"/>
                </a:moveTo>
                <a:lnTo>
                  <a:pt x="4394" y="810"/>
                </a:lnTo>
                <a:lnTo>
                  <a:pt x="4394" y="801"/>
                </a:lnTo>
                <a:lnTo>
                  <a:pt x="4443" y="801"/>
                </a:lnTo>
                <a:lnTo>
                  <a:pt x="4443" y="810"/>
                </a:lnTo>
                <a:moveTo>
                  <a:pt x="4365" y="810"/>
                </a:moveTo>
                <a:lnTo>
                  <a:pt x="4316" y="810"/>
                </a:lnTo>
                <a:lnTo>
                  <a:pt x="4316" y="801"/>
                </a:lnTo>
                <a:lnTo>
                  <a:pt x="4365" y="801"/>
                </a:lnTo>
                <a:lnTo>
                  <a:pt x="4365" y="810"/>
                </a:lnTo>
                <a:moveTo>
                  <a:pt x="4287" y="810"/>
                </a:moveTo>
                <a:lnTo>
                  <a:pt x="4238" y="810"/>
                </a:lnTo>
                <a:lnTo>
                  <a:pt x="4238" y="801"/>
                </a:lnTo>
                <a:lnTo>
                  <a:pt x="4287" y="801"/>
                </a:lnTo>
                <a:lnTo>
                  <a:pt x="4287" y="810"/>
                </a:lnTo>
                <a:moveTo>
                  <a:pt x="4209" y="810"/>
                </a:moveTo>
                <a:lnTo>
                  <a:pt x="4160" y="810"/>
                </a:lnTo>
                <a:lnTo>
                  <a:pt x="4160" y="801"/>
                </a:lnTo>
                <a:lnTo>
                  <a:pt x="4209" y="801"/>
                </a:lnTo>
                <a:lnTo>
                  <a:pt x="4209" y="810"/>
                </a:lnTo>
                <a:moveTo>
                  <a:pt x="4130" y="810"/>
                </a:moveTo>
                <a:lnTo>
                  <a:pt x="4082" y="810"/>
                </a:lnTo>
                <a:lnTo>
                  <a:pt x="4082" y="801"/>
                </a:lnTo>
                <a:lnTo>
                  <a:pt x="4130" y="801"/>
                </a:lnTo>
                <a:lnTo>
                  <a:pt x="4130" y="810"/>
                </a:lnTo>
                <a:moveTo>
                  <a:pt x="4052" y="810"/>
                </a:moveTo>
                <a:lnTo>
                  <a:pt x="4003" y="810"/>
                </a:lnTo>
                <a:lnTo>
                  <a:pt x="4003" y="801"/>
                </a:lnTo>
                <a:lnTo>
                  <a:pt x="4052" y="801"/>
                </a:lnTo>
                <a:lnTo>
                  <a:pt x="4052" y="810"/>
                </a:lnTo>
                <a:moveTo>
                  <a:pt x="3974" y="810"/>
                </a:moveTo>
                <a:lnTo>
                  <a:pt x="3925" y="810"/>
                </a:lnTo>
                <a:lnTo>
                  <a:pt x="3925" y="801"/>
                </a:lnTo>
                <a:lnTo>
                  <a:pt x="3974" y="801"/>
                </a:lnTo>
                <a:lnTo>
                  <a:pt x="3974" y="810"/>
                </a:lnTo>
                <a:moveTo>
                  <a:pt x="3896" y="810"/>
                </a:moveTo>
                <a:lnTo>
                  <a:pt x="3847" y="810"/>
                </a:lnTo>
                <a:lnTo>
                  <a:pt x="3847" y="801"/>
                </a:lnTo>
                <a:lnTo>
                  <a:pt x="3896" y="801"/>
                </a:lnTo>
                <a:lnTo>
                  <a:pt x="3896" y="810"/>
                </a:lnTo>
                <a:moveTo>
                  <a:pt x="3818" y="810"/>
                </a:moveTo>
                <a:lnTo>
                  <a:pt x="3769" y="810"/>
                </a:lnTo>
                <a:lnTo>
                  <a:pt x="3769" y="801"/>
                </a:lnTo>
                <a:lnTo>
                  <a:pt x="3818" y="801"/>
                </a:lnTo>
                <a:lnTo>
                  <a:pt x="3818" y="810"/>
                </a:lnTo>
                <a:moveTo>
                  <a:pt x="3740" y="810"/>
                </a:moveTo>
                <a:lnTo>
                  <a:pt x="3691" y="810"/>
                </a:lnTo>
                <a:lnTo>
                  <a:pt x="3691" y="801"/>
                </a:lnTo>
                <a:lnTo>
                  <a:pt x="3740" y="801"/>
                </a:lnTo>
                <a:lnTo>
                  <a:pt x="3740" y="810"/>
                </a:lnTo>
                <a:moveTo>
                  <a:pt x="3661" y="810"/>
                </a:moveTo>
                <a:lnTo>
                  <a:pt x="3612" y="810"/>
                </a:lnTo>
                <a:lnTo>
                  <a:pt x="3612" y="801"/>
                </a:lnTo>
                <a:lnTo>
                  <a:pt x="3661" y="801"/>
                </a:lnTo>
                <a:lnTo>
                  <a:pt x="3661" y="810"/>
                </a:lnTo>
                <a:moveTo>
                  <a:pt x="3583" y="810"/>
                </a:moveTo>
                <a:lnTo>
                  <a:pt x="3534" y="810"/>
                </a:lnTo>
                <a:lnTo>
                  <a:pt x="3534" y="801"/>
                </a:lnTo>
                <a:lnTo>
                  <a:pt x="3583" y="801"/>
                </a:lnTo>
                <a:lnTo>
                  <a:pt x="3583" y="810"/>
                </a:lnTo>
                <a:moveTo>
                  <a:pt x="3505" y="810"/>
                </a:moveTo>
                <a:lnTo>
                  <a:pt x="3456" y="810"/>
                </a:lnTo>
                <a:lnTo>
                  <a:pt x="3456" y="801"/>
                </a:lnTo>
                <a:lnTo>
                  <a:pt x="3505" y="801"/>
                </a:lnTo>
                <a:lnTo>
                  <a:pt x="3505" y="810"/>
                </a:lnTo>
                <a:moveTo>
                  <a:pt x="3427" y="810"/>
                </a:moveTo>
                <a:lnTo>
                  <a:pt x="3378" y="810"/>
                </a:lnTo>
                <a:lnTo>
                  <a:pt x="3378" y="801"/>
                </a:lnTo>
                <a:lnTo>
                  <a:pt x="3427" y="801"/>
                </a:lnTo>
                <a:lnTo>
                  <a:pt x="3427" y="810"/>
                </a:lnTo>
                <a:moveTo>
                  <a:pt x="3349" y="810"/>
                </a:moveTo>
                <a:lnTo>
                  <a:pt x="3300" y="810"/>
                </a:lnTo>
                <a:lnTo>
                  <a:pt x="3300" y="801"/>
                </a:lnTo>
                <a:lnTo>
                  <a:pt x="3349" y="801"/>
                </a:lnTo>
                <a:lnTo>
                  <a:pt x="3349" y="810"/>
                </a:lnTo>
                <a:moveTo>
                  <a:pt x="3270" y="810"/>
                </a:moveTo>
                <a:lnTo>
                  <a:pt x="3221" y="810"/>
                </a:lnTo>
                <a:lnTo>
                  <a:pt x="3221" y="801"/>
                </a:lnTo>
                <a:lnTo>
                  <a:pt x="3270" y="801"/>
                </a:lnTo>
                <a:lnTo>
                  <a:pt x="3270" y="810"/>
                </a:lnTo>
                <a:moveTo>
                  <a:pt x="3192" y="810"/>
                </a:moveTo>
                <a:lnTo>
                  <a:pt x="3143" y="810"/>
                </a:lnTo>
                <a:lnTo>
                  <a:pt x="3143" y="801"/>
                </a:lnTo>
                <a:lnTo>
                  <a:pt x="3192" y="801"/>
                </a:lnTo>
                <a:lnTo>
                  <a:pt x="3192" y="810"/>
                </a:lnTo>
                <a:moveTo>
                  <a:pt x="3114" y="810"/>
                </a:moveTo>
                <a:lnTo>
                  <a:pt x="3065" y="810"/>
                </a:lnTo>
                <a:lnTo>
                  <a:pt x="3065" y="801"/>
                </a:lnTo>
                <a:lnTo>
                  <a:pt x="3114" y="801"/>
                </a:lnTo>
                <a:lnTo>
                  <a:pt x="3114" y="810"/>
                </a:lnTo>
                <a:moveTo>
                  <a:pt x="3036" y="810"/>
                </a:moveTo>
                <a:lnTo>
                  <a:pt x="2987" y="810"/>
                </a:lnTo>
                <a:lnTo>
                  <a:pt x="2987" y="801"/>
                </a:lnTo>
                <a:lnTo>
                  <a:pt x="3036" y="801"/>
                </a:lnTo>
                <a:lnTo>
                  <a:pt x="3036" y="810"/>
                </a:lnTo>
                <a:moveTo>
                  <a:pt x="2958" y="810"/>
                </a:moveTo>
                <a:lnTo>
                  <a:pt x="2909" y="810"/>
                </a:lnTo>
                <a:lnTo>
                  <a:pt x="2909" y="801"/>
                </a:lnTo>
                <a:lnTo>
                  <a:pt x="2958" y="801"/>
                </a:lnTo>
                <a:lnTo>
                  <a:pt x="2958" y="810"/>
                </a:lnTo>
                <a:moveTo>
                  <a:pt x="2879" y="810"/>
                </a:moveTo>
                <a:lnTo>
                  <a:pt x="2831" y="810"/>
                </a:lnTo>
                <a:lnTo>
                  <a:pt x="2831" y="801"/>
                </a:lnTo>
                <a:lnTo>
                  <a:pt x="2879" y="801"/>
                </a:lnTo>
                <a:lnTo>
                  <a:pt x="2879" y="810"/>
                </a:lnTo>
                <a:moveTo>
                  <a:pt x="2801" y="810"/>
                </a:moveTo>
                <a:lnTo>
                  <a:pt x="2752" y="810"/>
                </a:lnTo>
                <a:lnTo>
                  <a:pt x="2752" y="801"/>
                </a:lnTo>
                <a:lnTo>
                  <a:pt x="2801" y="801"/>
                </a:lnTo>
                <a:lnTo>
                  <a:pt x="2801" y="810"/>
                </a:lnTo>
                <a:moveTo>
                  <a:pt x="2723" y="810"/>
                </a:moveTo>
                <a:lnTo>
                  <a:pt x="2674" y="810"/>
                </a:lnTo>
                <a:lnTo>
                  <a:pt x="2674" y="801"/>
                </a:lnTo>
                <a:lnTo>
                  <a:pt x="2723" y="801"/>
                </a:lnTo>
                <a:lnTo>
                  <a:pt x="2723" y="810"/>
                </a:lnTo>
                <a:moveTo>
                  <a:pt x="2645" y="810"/>
                </a:moveTo>
                <a:lnTo>
                  <a:pt x="2596" y="810"/>
                </a:lnTo>
                <a:lnTo>
                  <a:pt x="2596" y="801"/>
                </a:lnTo>
                <a:lnTo>
                  <a:pt x="2645" y="801"/>
                </a:lnTo>
                <a:lnTo>
                  <a:pt x="2645" y="810"/>
                </a:lnTo>
                <a:moveTo>
                  <a:pt x="2567" y="810"/>
                </a:moveTo>
                <a:lnTo>
                  <a:pt x="2518" y="810"/>
                </a:lnTo>
                <a:lnTo>
                  <a:pt x="2518" y="801"/>
                </a:lnTo>
                <a:lnTo>
                  <a:pt x="2567" y="801"/>
                </a:lnTo>
                <a:lnTo>
                  <a:pt x="2567" y="810"/>
                </a:lnTo>
                <a:moveTo>
                  <a:pt x="2488" y="810"/>
                </a:moveTo>
                <a:lnTo>
                  <a:pt x="2440" y="810"/>
                </a:lnTo>
                <a:lnTo>
                  <a:pt x="2440" y="801"/>
                </a:lnTo>
                <a:lnTo>
                  <a:pt x="2488" y="801"/>
                </a:lnTo>
                <a:lnTo>
                  <a:pt x="2488" y="810"/>
                </a:lnTo>
                <a:moveTo>
                  <a:pt x="2410" y="810"/>
                </a:moveTo>
                <a:lnTo>
                  <a:pt x="2361" y="810"/>
                </a:lnTo>
                <a:lnTo>
                  <a:pt x="2361" y="801"/>
                </a:lnTo>
                <a:lnTo>
                  <a:pt x="2410" y="801"/>
                </a:lnTo>
                <a:lnTo>
                  <a:pt x="2410" y="810"/>
                </a:lnTo>
                <a:moveTo>
                  <a:pt x="2332" y="810"/>
                </a:moveTo>
                <a:lnTo>
                  <a:pt x="2283" y="810"/>
                </a:lnTo>
                <a:lnTo>
                  <a:pt x="2283" y="801"/>
                </a:lnTo>
                <a:lnTo>
                  <a:pt x="2332" y="801"/>
                </a:lnTo>
                <a:lnTo>
                  <a:pt x="2332" y="810"/>
                </a:lnTo>
                <a:moveTo>
                  <a:pt x="2254" y="810"/>
                </a:moveTo>
                <a:lnTo>
                  <a:pt x="2205" y="810"/>
                </a:lnTo>
                <a:lnTo>
                  <a:pt x="2205" y="801"/>
                </a:lnTo>
                <a:lnTo>
                  <a:pt x="2254" y="801"/>
                </a:lnTo>
                <a:lnTo>
                  <a:pt x="2254" y="810"/>
                </a:lnTo>
                <a:moveTo>
                  <a:pt x="2176" y="810"/>
                </a:moveTo>
                <a:lnTo>
                  <a:pt x="2127" y="810"/>
                </a:lnTo>
                <a:lnTo>
                  <a:pt x="2127" y="801"/>
                </a:lnTo>
                <a:lnTo>
                  <a:pt x="2176" y="801"/>
                </a:lnTo>
                <a:lnTo>
                  <a:pt x="2176" y="810"/>
                </a:lnTo>
                <a:moveTo>
                  <a:pt x="2097" y="810"/>
                </a:moveTo>
                <a:lnTo>
                  <a:pt x="2049" y="810"/>
                </a:lnTo>
                <a:lnTo>
                  <a:pt x="2049" y="801"/>
                </a:lnTo>
                <a:lnTo>
                  <a:pt x="2097" y="801"/>
                </a:lnTo>
                <a:lnTo>
                  <a:pt x="2097" y="810"/>
                </a:lnTo>
                <a:moveTo>
                  <a:pt x="2019" y="810"/>
                </a:moveTo>
                <a:lnTo>
                  <a:pt x="1970" y="810"/>
                </a:lnTo>
                <a:lnTo>
                  <a:pt x="1970" y="801"/>
                </a:lnTo>
                <a:lnTo>
                  <a:pt x="2019" y="801"/>
                </a:lnTo>
                <a:lnTo>
                  <a:pt x="2019" y="810"/>
                </a:lnTo>
                <a:moveTo>
                  <a:pt x="1941" y="810"/>
                </a:moveTo>
                <a:lnTo>
                  <a:pt x="1892" y="810"/>
                </a:lnTo>
                <a:lnTo>
                  <a:pt x="1892" y="801"/>
                </a:lnTo>
                <a:lnTo>
                  <a:pt x="1941" y="801"/>
                </a:lnTo>
                <a:lnTo>
                  <a:pt x="1941" y="810"/>
                </a:lnTo>
                <a:moveTo>
                  <a:pt x="1863" y="810"/>
                </a:moveTo>
                <a:lnTo>
                  <a:pt x="1814" y="810"/>
                </a:lnTo>
                <a:lnTo>
                  <a:pt x="1814" y="801"/>
                </a:lnTo>
                <a:lnTo>
                  <a:pt x="1863" y="801"/>
                </a:lnTo>
                <a:lnTo>
                  <a:pt x="1863" y="810"/>
                </a:lnTo>
                <a:moveTo>
                  <a:pt x="1785" y="810"/>
                </a:moveTo>
                <a:lnTo>
                  <a:pt x="1736" y="810"/>
                </a:lnTo>
                <a:lnTo>
                  <a:pt x="1736" y="801"/>
                </a:lnTo>
                <a:lnTo>
                  <a:pt x="1785" y="801"/>
                </a:lnTo>
                <a:lnTo>
                  <a:pt x="1785" y="810"/>
                </a:lnTo>
                <a:moveTo>
                  <a:pt x="1707" y="810"/>
                </a:moveTo>
                <a:lnTo>
                  <a:pt x="1658" y="810"/>
                </a:lnTo>
                <a:lnTo>
                  <a:pt x="1658" y="801"/>
                </a:lnTo>
                <a:lnTo>
                  <a:pt x="1707" y="801"/>
                </a:lnTo>
                <a:lnTo>
                  <a:pt x="1707" y="810"/>
                </a:lnTo>
                <a:moveTo>
                  <a:pt x="1628" y="810"/>
                </a:moveTo>
                <a:lnTo>
                  <a:pt x="1579" y="810"/>
                </a:lnTo>
                <a:lnTo>
                  <a:pt x="1579" y="801"/>
                </a:lnTo>
                <a:lnTo>
                  <a:pt x="1628" y="801"/>
                </a:lnTo>
                <a:lnTo>
                  <a:pt x="1628" y="810"/>
                </a:lnTo>
                <a:moveTo>
                  <a:pt x="1550" y="810"/>
                </a:moveTo>
                <a:lnTo>
                  <a:pt x="1501" y="810"/>
                </a:lnTo>
                <a:lnTo>
                  <a:pt x="1501" y="801"/>
                </a:lnTo>
                <a:lnTo>
                  <a:pt x="1550" y="801"/>
                </a:lnTo>
                <a:lnTo>
                  <a:pt x="1550" y="810"/>
                </a:lnTo>
                <a:moveTo>
                  <a:pt x="1472" y="810"/>
                </a:moveTo>
                <a:lnTo>
                  <a:pt x="1423" y="810"/>
                </a:lnTo>
                <a:lnTo>
                  <a:pt x="1423" y="801"/>
                </a:lnTo>
                <a:lnTo>
                  <a:pt x="1472" y="801"/>
                </a:lnTo>
                <a:lnTo>
                  <a:pt x="1472" y="810"/>
                </a:lnTo>
                <a:moveTo>
                  <a:pt x="1394" y="810"/>
                </a:moveTo>
                <a:lnTo>
                  <a:pt x="1345" y="810"/>
                </a:lnTo>
                <a:lnTo>
                  <a:pt x="1345" y="801"/>
                </a:lnTo>
                <a:lnTo>
                  <a:pt x="1394" y="801"/>
                </a:lnTo>
                <a:lnTo>
                  <a:pt x="1394" y="810"/>
                </a:lnTo>
                <a:moveTo>
                  <a:pt x="1316" y="810"/>
                </a:moveTo>
                <a:lnTo>
                  <a:pt x="1267" y="810"/>
                </a:lnTo>
                <a:lnTo>
                  <a:pt x="1267" y="801"/>
                </a:lnTo>
                <a:lnTo>
                  <a:pt x="1316" y="801"/>
                </a:lnTo>
                <a:lnTo>
                  <a:pt x="1316" y="810"/>
                </a:lnTo>
                <a:moveTo>
                  <a:pt x="1237" y="810"/>
                </a:moveTo>
                <a:lnTo>
                  <a:pt x="1189" y="810"/>
                </a:lnTo>
                <a:lnTo>
                  <a:pt x="1189" y="801"/>
                </a:lnTo>
                <a:lnTo>
                  <a:pt x="1237" y="801"/>
                </a:lnTo>
                <a:lnTo>
                  <a:pt x="1237" y="810"/>
                </a:lnTo>
                <a:moveTo>
                  <a:pt x="1159" y="810"/>
                </a:moveTo>
                <a:lnTo>
                  <a:pt x="1110" y="810"/>
                </a:lnTo>
                <a:lnTo>
                  <a:pt x="1110" y="801"/>
                </a:lnTo>
                <a:lnTo>
                  <a:pt x="1159" y="801"/>
                </a:lnTo>
                <a:lnTo>
                  <a:pt x="1159" y="810"/>
                </a:lnTo>
                <a:moveTo>
                  <a:pt x="1081" y="810"/>
                </a:moveTo>
                <a:lnTo>
                  <a:pt x="1032" y="810"/>
                </a:lnTo>
                <a:lnTo>
                  <a:pt x="1032" y="801"/>
                </a:lnTo>
                <a:lnTo>
                  <a:pt x="1081" y="801"/>
                </a:lnTo>
                <a:lnTo>
                  <a:pt x="1081" y="810"/>
                </a:lnTo>
                <a:moveTo>
                  <a:pt x="1003" y="810"/>
                </a:moveTo>
                <a:lnTo>
                  <a:pt x="954" y="810"/>
                </a:lnTo>
                <a:lnTo>
                  <a:pt x="954" y="801"/>
                </a:lnTo>
                <a:lnTo>
                  <a:pt x="1003" y="801"/>
                </a:lnTo>
                <a:lnTo>
                  <a:pt x="1003" y="810"/>
                </a:lnTo>
                <a:moveTo>
                  <a:pt x="925" y="810"/>
                </a:moveTo>
                <a:lnTo>
                  <a:pt x="876" y="810"/>
                </a:lnTo>
                <a:lnTo>
                  <a:pt x="876" y="801"/>
                </a:lnTo>
                <a:lnTo>
                  <a:pt x="925" y="801"/>
                </a:lnTo>
                <a:lnTo>
                  <a:pt x="925" y="810"/>
                </a:lnTo>
                <a:moveTo>
                  <a:pt x="846" y="810"/>
                </a:moveTo>
                <a:lnTo>
                  <a:pt x="798" y="810"/>
                </a:lnTo>
                <a:lnTo>
                  <a:pt x="798" y="801"/>
                </a:lnTo>
                <a:lnTo>
                  <a:pt x="846" y="801"/>
                </a:lnTo>
                <a:lnTo>
                  <a:pt x="846" y="810"/>
                </a:lnTo>
                <a:moveTo>
                  <a:pt x="768" y="810"/>
                </a:moveTo>
                <a:lnTo>
                  <a:pt x="719" y="810"/>
                </a:lnTo>
                <a:lnTo>
                  <a:pt x="719" y="801"/>
                </a:lnTo>
                <a:lnTo>
                  <a:pt x="768" y="801"/>
                </a:lnTo>
                <a:lnTo>
                  <a:pt x="768" y="810"/>
                </a:lnTo>
                <a:moveTo>
                  <a:pt x="690" y="810"/>
                </a:moveTo>
                <a:lnTo>
                  <a:pt x="641" y="810"/>
                </a:lnTo>
                <a:lnTo>
                  <a:pt x="641" y="801"/>
                </a:lnTo>
                <a:lnTo>
                  <a:pt x="690" y="801"/>
                </a:lnTo>
                <a:lnTo>
                  <a:pt x="690" y="810"/>
                </a:lnTo>
                <a:moveTo>
                  <a:pt x="612" y="810"/>
                </a:moveTo>
                <a:lnTo>
                  <a:pt x="563" y="810"/>
                </a:lnTo>
                <a:lnTo>
                  <a:pt x="563" y="801"/>
                </a:lnTo>
                <a:lnTo>
                  <a:pt x="612" y="801"/>
                </a:lnTo>
                <a:lnTo>
                  <a:pt x="612" y="810"/>
                </a:lnTo>
                <a:moveTo>
                  <a:pt x="534" y="810"/>
                </a:moveTo>
                <a:lnTo>
                  <a:pt x="485" y="810"/>
                </a:lnTo>
                <a:lnTo>
                  <a:pt x="485" y="801"/>
                </a:lnTo>
                <a:lnTo>
                  <a:pt x="534" y="801"/>
                </a:lnTo>
                <a:lnTo>
                  <a:pt x="534" y="810"/>
                </a:lnTo>
                <a:moveTo>
                  <a:pt x="455" y="810"/>
                </a:moveTo>
                <a:lnTo>
                  <a:pt x="407" y="810"/>
                </a:lnTo>
                <a:lnTo>
                  <a:pt x="407" y="801"/>
                </a:lnTo>
                <a:lnTo>
                  <a:pt x="455" y="801"/>
                </a:lnTo>
                <a:lnTo>
                  <a:pt x="455" y="810"/>
                </a:lnTo>
                <a:moveTo>
                  <a:pt x="377" y="810"/>
                </a:moveTo>
                <a:lnTo>
                  <a:pt x="328" y="810"/>
                </a:lnTo>
                <a:lnTo>
                  <a:pt x="328" y="801"/>
                </a:lnTo>
                <a:lnTo>
                  <a:pt x="377" y="801"/>
                </a:lnTo>
                <a:lnTo>
                  <a:pt x="377" y="810"/>
                </a:lnTo>
                <a:moveTo>
                  <a:pt x="299" y="810"/>
                </a:moveTo>
                <a:lnTo>
                  <a:pt x="250" y="810"/>
                </a:lnTo>
                <a:lnTo>
                  <a:pt x="250" y="801"/>
                </a:lnTo>
                <a:lnTo>
                  <a:pt x="299" y="801"/>
                </a:lnTo>
                <a:lnTo>
                  <a:pt x="299" y="810"/>
                </a:lnTo>
                <a:moveTo>
                  <a:pt x="221" y="810"/>
                </a:moveTo>
                <a:lnTo>
                  <a:pt x="172" y="810"/>
                </a:lnTo>
                <a:lnTo>
                  <a:pt x="172" y="801"/>
                </a:lnTo>
                <a:lnTo>
                  <a:pt x="221" y="801"/>
                </a:lnTo>
                <a:lnTo>
                  <a:pt x="221" y="810"/>
                </a:lnTo>
                <a:moveTo>
                  <a:pt x="143" y="810"/>
                </a:moveTo>
                <a:lnTo>
                  <a:pt x="93" y="810"/>
                </a:lnTo>
                <a:lnTo>
                  <a:pt x="93" y="801"/>
                </a:lnTo>
                <a:lnTo>
                  <a:pt x="143" y="801"/>
                </a:lnTo>
                <a:lnTo>
                  <a:pt x="143" y="810"/>
                </a:lnTo>
                <a:moveTo>
                  <a:pt x="64" y="810"/>
                </a:moveTo>
                <a:lnTo>
                  <a:pt x="15" y="810"/>
                </a:lnTo>
                <a:lnTo>
                  <a:pt x="15" y="801"/>
                </a:lnTo>
                <a:lnTo>
                  <a:pt x="64" y="801"/>
                </a:lnTo>
                <a:lnTo>
                  <a:pt x="64" y="810"/>
                </a:lnTo>
                <a:moveTo>
                  <a:pt x="0" y="786"/>
                </a:moveTo>
                <a:lnTo>
                  <a:pt x="0" y="737"/>
                </a:lnTo>
                <a:lnTo>
                  <a:pt x="10" y="737"/>
                </a:lnTo>
                <a:lnTo>
                  <a:pt x="10" y="786"/>
                </a:lnTo>
                <a:lnTo>
                  <a:pt x="0" y="786"/>
                </a:lnTo>
                <a:moveTo>
                  <a:pt x="0" y="708"/>
                </a:moveTo>
                <a:lnTo>
                  <a:pt x="0" y="659"/>
                </a:lnTo>
                <a:lnTo>
                  <a:pt x="10" y="659"/>
                </a:lnTo>
                <a:lnTo>
                  <a:pt x="10" y="708"/>
                </a:lnTo>
                <a:lnTo>
                  <a:pt x="0" y="708"/>
                </a:lnTo>
                <a:moveTo>
                  <a:pt x="0" y="630"/>
                </a:moveTo>
                <a:lnTo>
                  <a:pt x="0" y="581"/>
                </a:lnTo>
                <a:lnTo>
                  <a:pt x="10" y="581"/>
                </a:lnTo>
                <a:lnTo>
                  <a:pt x="10" y="630"/>
                </a:lnTo>
                <a:lnTo>
                  <a:pt x="0" y="630"/>
                </a:lnTo>
                <a:moveTo>
                  <a:pt x="0" y="552"/>
                </a:moveTo>
                <a:lnTo>
                  <a:pt x="0" y="503"/>
                </a:lnTo>
                <a:lnTo>
                  <a:pt x="10" y="503"/>
                </a:lnTo>
                <a:lnTo>
                  <a:pt x="10" y="552"/>
                </a:lnTo>
                <a:lnTo>
                  <a:pt x="0" y="552"/>
                </a:lnTo>
                <a:moveTo>
                  <a:pt x="0" y="474"/>
                </a:moveTo>
                <a:lnTo>
                  <a:pt x="0" y="425"/>
                </a:lnTo>
                <a:lnTo>
                  <a:pt x="10" y="425"/>
                </a:lnTo>
                <a:lnTo>
                  <a:pt x="10" y="474"/>
                </a:lnTo>
                <a:lnTo>
                  <a:pt x="0" y="474"/>
                </a:lnTo>
                <a:moveTo>
                  <a:pt x="0" y="396"/>
                </a:moveTo>
                <a:lnTo>
                  <a:pt x="0" y="347"/>
                </a:lnTo>
                <a:lnTo>
                  <a:pt x="10" y="347"/>
                </a:lnTo>
                <a:lnTo>
                  <a:pt x="10" y="396"/>
                </a:lnTo>
                <a:lnTo>
                  <a:pt x="0" y="396"/>
                </a:lnTo>
                <a:moveTo>
                  <a:pt x="0" y="318"/>
                </a:moveTo>
                <a:lnTo>
                  <a:pt x="0" y="268"/>
                </a:lnTo>
                <a:lnTo>
                  <a:pt x="10" y="268"/>
                </a:lnTo>
                <a:lnTo>
                  <a:pt x="10" y="318"/>
                </a:lnTo>
                <a:lnTo>
                  <a:pt x="0" y="318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5013720" y="415188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5013720" y="416412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3071520" y="370188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3071520" y="4147920"/>
            <a:ext cx="616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3071520" y="4204440"/>
            <a:ext cx="8892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3071520" y="427068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3036240" y="4509720"/>
            <a:ext cx="1481760" cy="228600"/>
          </a:xfrm>
          <a:custGeom>
            <a:avLst/>
            <a:gdLst/>
            <a:ahLst/>
            <a:rect l="0" t="0" r="r" b="b"/>
            <a:pathLst>
              <a:path w="4116" h="635">
                <a:moveTo>
                  <a:pt x="0" y="0"/>
                </a:moveTo>
                <a:lnTo>
                  <a:pt x="4116" y="0"/>
                </a:lnTo>
                <a:lnTo>
                  <a:pt x="4116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3036240" y="4509720"/>
            <a:ext cx="1481760" cy="228600"/>
          </a:xfrm>
          <a:custGeom>
            <a:avLst/>
            <a:gdLst/>
            <a:ahLst/>
            <a:rect l="0" t="0" r="r" b="b"/>
            <a:pathLst>
              <a:path w="4116" h="635">
                <a:moveTo>
                  <a:pt x="0" y="0"/>
                </a:moveTo>
                <a:lnTo>
                  <a:pt x="4116" y="0"/>
                </a:lnTo>
                <a:lnTo>
                  <a:pt x="4116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447080" y="453780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4447080" y="455040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3071520" y="4330440"/>
            <a:ext cx="715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3071520" y="4534200"/>
            <a:ext cx="653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3071520" y="4590720"/>
            <a:ext cx="1213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3071520" y="4656960"/>
            <a:ext cx="8924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2937960" y="4770000"/>
            <a:ext cx="26128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2937960" y="4836600"/>
            <a:ext cx="28764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2937960" y="4903200"/>
            <a:ext cx="2038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90" name=""/>
          <p:cNvSpPr/>
          <p:nvPr/>
        </p:nvSpPr>
        <p:spPr>
          <a:xfrm>
            <a:off x="1974240" y="735840"/>
            <a:ext cx="5385960" cy="3805200"/>
          </a:xfrm>
          <a:custGeom>
            <a:avLst/>
            <a:gdLst/>
            <a:ahLst/>
            <a:rect l="0" t="0" r="r" b="b"/>
            <a:pathLst>
              <a:path w="14961" h="10570">
                <a:moveTo>
                  <a:pt x="146" y="0"/>
                </a:moveTo>
                <a:lnTo>
                  <a:pt x="14815" y="0"/>
                </a:lnTo>
                <a:cubicBezTo>
                  <a:pt x="14825" y="0"/>
                  <a:pt x="14834" y="1"/>
                  <a:pt x="14844" y="3"/>
                </a:cubicBezTo>
                <a:cubicBezTo>
                  <a:pt x="14853" y="5"/>
                  <a:pt x="14862" y="8"/>
                  <a:pt x="14871" y="11"/>
                </a:cubicBezTo>
                <a:cubicBezTo>
                  <a:pt x="14880" y="15"/>
                  <a:pt x="14888" y="19"/>
                  <a:pt x="14896" y="25"/>
                </a:cubicBezTo>
                <a:cubicBezTo>
                  <a:pt x="14904" y="30"/>
                  <a:pt x="14912" y="36"/>
                  <a:pt x="14919" y="43"/>
                </a:cubicBezTo>
                <a:cubicBezTo>
                  <a:pt x="14925" y="50"/>
                  <a:pt x="14931" y="57"/>
                  <a:pt x="14937" y="65"/>
                </a:cubicBezTo>
                <a:cubicBezTo>
                  <a:pt x="14942" y="73"/>
                  <a:pt x="14947" y="81"/>
                  <a:pt x="14950" y="90"/>
                </a:cubicBezTo>
                <a:cubicBezTo>
                  <a:pt x="14954" y="99"/>
                  <a:pt x="14957" y="108"/>
                  <a:pt x="14959" y="118"/>
                </a:cubicBezTo>
                <a:cubicBezTo>
                  <a:pt x="14960" y="127"/>
                  <a:pt x="14961" y="137"/>
                  <a:pt x="14961" y="146"/>
                </a:cubicBezTo>
                <a:lnTo>
                  <a:pt x="14961" y="10424"/>
                </a:lnTo>
                <a:cubicBezTo>
                  <a:pt x="14961" y="10433"/>
                  <a:pt x="14960" y="10443"/>
                  <a:pt x="14959" y="10452"/>
                </a:cubicBezTo>
                <a:cubicBezTo>
                  <a:pt x="14957" y="10462"/>
                  <a:pt x="14954" y="10471"/>
                  <a:pt x="14950" y="10480"/>
                </a:cubicBezTo>
                <a:cubicBezTo>
                  <a:pt x="14947" y="10488"/>
                  <a:pt x="14942" y="10497"/>
                  <a:pt x="14937" y="10505"/>
                </a:cubicBezTo>
                <a:cubicBezTo>
                  <a:pt x="14931" y="10513"/>
                  <a:pt x="14925" y="10520"/>
                  <a:pt x="14919" y="10527"/>
                </a:cubicBezTo>
                <a:cubicBezTo>
                  <a:pt x="14912" y="10534"/>
                  <a:pt x="14904" y="10540"/>
                  <a:pt x="14896" y="10545"/>
                </a:cubicBezTo>
                <a:cubicBezTo>
                  <a:pt x="14888" y="10551"/>
                  <a:pt x="14880" y="10555"/>
                  <a:pt x="14871" y="10559"/>
                </a:cubicBezTo>
                <a:cubicBezTo>
                  <a:pt x="14862" y="10562"/>
                  <a:pt x="14853" y="10565"/>
                  <a:pt x="14844" y="10567"/>
                </a:cubicBezTo>
                <a:cubicBezTo>
                  <a:pt x="14834" y="10569"/>
                  <a:pt x="14825" y="10570"/>
                  <a:pt x="14815" y="10570"/>
                </a:cubicBezTo>
                <a:lnTo>
                  <a:pt x="146" y="10570"/>
                </a:lnTo>
                <a:cubicBezTo>
                  <a:pt x="136" y="10570"/>
                  <a:pt x="127" y="10569"/>
                  <a:pt x="118" y="10567"/>
                </a:cubicBezTo>
                <a:cubicBezTo>
                  <a:pt x="108" y="10565"/>
                  <a:pt x="99" y="10562"/>
                  <a:pt x="90" y="10559"/>
                </a:cubicBezTo>
                <a:cubicBezTo>
                  <a:pt x="81" y="10555"/>
                  <a:pt x="73" y="10551"/>
                  <a:pt x="65" y="10545"/>
                </a:cubicBezTo>
                <a:cubicBezTo>
                  <a:pt x="57" y="10540"/>
                  <a:pt x="49" y="10534"/>
                  <a:pt x="43" y="10527"/>
                </a:cubicBezTo>
                <a:cubicBezTo>
                  <a:pt x="36" y="10520"/>
                  <a:pt x="30" y="10513"/>
                  <a:pt x="24" y="10505"/>
                </a:cubicBezTo>
                <a:cubicBezTo>
                  <a:pt x="19" y="10497"/>
                  <a:pt x="15" y="10488"/>
                  <a:pt x="11" y="10480"/>
                </a:cubicBezTo>
                <a:cubicBezTo>
                  <a:pt x="7" y="10471"/>
                  <a:pt x="5" y="10462"/>
                  <a:pt x="3" y="10452"/>
                </a:cubicBezTo>
                <a:cubicBezTo>
                  <a:pt x="1" y="10443"/>
                  <a:pt x="0" y="10433"/>
                  <a:pt x="0" y="10424"/>
                </a:cubicBez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1974240" y="735840"/>
            <a:ext cx="5385960" cy="3805200"/>
          </a:xfrm>
          <a:custGeom>
            <a:avLst/>
            <a:gdLst/>
            <a:ahLst/>
            <a:rect l="0" t="0" r="r" b="b"/>
            <a:pathLst>
              <a:path w="14961" h="10570">
                <a:moveTo>
                  <a:pt x="146" y="0"/>
                </a:moveTo>
                <a:lnTo>
                  <a:pt x="14815" y="0"/>
                </a:lnTo>
                <a:cubicBezTo>
                  <a:pt x="14825" y="0"/>
                  <a:pt x="14834" y="1"/>
                  <a:pt x="14844" y="3"/>
                </a:cubicBezTo>
                <a:cubicBezTo>
                  <a:pt x="14853" y="5"/>
                  <a:pt x="14862" y="8"/>
                  <a:pt x="14871" y="11"/>
                </a:cubicBezTo>
                <a:cubicBezTo>
                  <a:pt x="14880" y="15"/>
                  <a:pt x="14888" y="19"/>
                  <a:pt x="14896" y="25"/>
                </a:cubicBezTo>
                <a:cubicBezTo>
                  <a:pt x="14904" y="30"/>
                  <a:pt x="14912" y="36"/>
                  <a:pt x="14919" y="43"/>
                </a:cubicBezTo>
                <a:cubicBezTo>
                  <a:pt x="14925" y="50"/>
                  <a:pt x="14931" y="57"/>
                  <a:pt x="14937" y="65"/>
                </a:cubicBezTo>
                <a:cubicBezTo>
                  <a:pt x="14942" y="73"/>
                  <a:pt x="14947" y="81"/>
                  <a:pt x="14950" y="90"/>
                </a:cubicBezTo>
                <a:cubicBezTo>
                  <a:pt x="14954" y="99"/>
                  <a:pt x="14957" y="108"/>
                  <a:pt x="14959" y="118"/>
                </a:cubicBezTo>
                <a:cubicBezTo>
                  <a:pt x="14960" y="127"/>
                  <a:pt x="14961" y="137"/>
                  <a:pt x="14961" y="146"/>
                </a:cubicBezTo>
                <a:lnTo>
                  <a:pt x="14961" y="10424"/>
                </a:lnTo>
                <a:cubicBezTo>
                  <a:pt x="14961" y="10433"/>
                  <a:pt x="14960" y="10443"/>
                  <a:pt x="14959" y="10452"/>
                </a:cubicBezTo>
                <a:cubicBezTo>
                  <a:pt x="14957" y="10462"/>
                  <a:pt x="14954" y="10471"/>
                  <a:pt x="14950" y="10480"/>
                </a:cubicBezTo>
                <a:cubicBezTo>
                  <a:pt x="14947" y="10488"/>
                  <a:pt x="14942" y="10497"/>
                  <a:pt x="14937" y="10505"/>
                </a:cubicBezTo>
                <a:cubicBezTo>
                  <a:pt x="14931" y="10513"/>
                  <a:pt x="14925" y="10520"/>
                  <a:pt x="14919" y="10527"/>
                </a:cubicBezTo>
                <a:cubicBezTo>
                  <a:pt x="14912" y="10534"/>
                  <a:pt x="14904" y="10540"/>
                  <a:pt x="14896" y="10545"/>
                </a:cubicBezTo>
                <a:cubicBezTo>
                  <a:pt x="14888" y="10551"/>
                  <a:pt x="14880" y="10555"/>
                  <a:pt x="14871" y="10559"/>
                </a:cubicBezTo>
                <a:cubicBezTo>
                  <a:pt x="14862" y="10562"/>
                  <a:pt x="14853" y="10565"/>
                  <a:pt x="14844" y="10567"/>
                </a:cubicBezTo>
                <a:cubicBezTo>
                  <a:pt x="14834" y="10569"/>
                  <a:pt x="14825" y="10570"/>
                  <a:pt x="14815" y="10570"/>
                </a:cubicBezTo>
                <a:lnTo>
                  <a:pt x="146" y="10570"/>
                </a:lnTo>
                <a:cubicBezTo>
                  <a:pt x="136" y="10570"/>
                  <a:pt x="127" y="10569"/>
                  <a:pt x="118" y="10567"/>
                </a:cubicBezTo>
                <a:cubicBezTo>
                  <a:pt x="108" y="10565"/>
                  <a:pt x="99" y="10562"/>
                  <a:pt x="90" y="10559"/>
                </a:cubicBezTo>
                <a:cubicBezTo>
                  <a:pt x="81" y="10555"/>
                  <a:pt x="73" y="10551"/>
                  <a:pt x="65" y="10545"/>
                </a:cubicBezTo>
                <a:cubicBezTo>
                  <a:pt x="57" y="10540"/>
                  <a:pt x="49" y="10534"/>
                  <a:pt x="43" y="10527"/>
                </a:cubicBezTo>
                <a:cubicBezTo>
                  <a:pt x="36" y="10520"/>
                  <a:pt x="30" y="10513"/>
                  <a:pt x="24" y="10505"/>
                </a:cubicBezTo>
                <a:cubicBezTo>
                  <a:pt x="19" y="10497"/>
                  <a:pt x="15" y="10488"/>
                  <a:pt x="11" y="10480"/>
                </a:cubicBezTo>
                <a:cubicBezTo>
                  <a:pt x="7" y="10471"/>
                  <a:pt x="5" y="10462"/>
                  <a:pt x="3" y="10452"/>
                </a:cubicBezTo>
                <a:cubicBezTo>
                  <a:pt x="1" y="10443"/>
                  <a:pt x="0" y="10433"/>
                  <a:pt x="0" y="10424"/>
                </a:cubicBez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lose/>
              </a:path>
            </a:pathLst>
          </a:custGeom>
          <a:noFill/>
          <a:ln w="5040">
            <a:solidFill>
              <a:srgbClr val="d8ddd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457200" y="493920"/>
            <a:ext cx="271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BEELD  1 2  VAN  1 2  ·  S TR O O M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1971720" y="733320"/>
            <a:ext cx="21240" cy="3810240"/>
          </a:xfrm>
          <a:custGeom>
            <a:avLst/>
            <a:gdLst/>
            <a:ahLst/>
            <a:rect l="0" t="0" r="r" b="b"/>
            <a:pathLst>
              <a:path w="59" h="10584">
                <a:moveTo>
                  <a:pt x="0" y="0"/>
                </a:moveTo>
                <a:lnTo>
                  <a:pt x="59" y="0"/>
                </a:lnTo>
                <a:lnTo>
                  <a:pt x="59" y="10584"/>
                </a:lnTo>
                <a:lnTo>
                  <a:pt x="0" y="10584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2034720" y="1017360"/>
            <a:ext cx="1069200" cy="100440"/>
          </a:xfrm>
          <a:custGeom>
            <a:avLst/>
            <a:gdLst/>
            <a:ahLst/>
            <a:rect l="0" t="0" r="r" b="b"/>
            <a:pathLst>
              <a:path w="2970" h="279">
                <a:moveTo>
                  <a:pt x="59" y="0"/>
                </a:moveTo>
                <a:lnTo>
                  <a:pt x="2911" y="0"/>
                </a:lnTo>
                <a:cubicBezTo>
                  <a:pt x="2919" y="0"/>
                  <a:pt x="2926" y="2"/>
                  <a:pt x="2934" y="5"/>
                </a:cubicBezTo>
                <a:cubicBezTo>
                  <a:pt x="2941" y="8"/>
                  <a:pt x="2947" y="12"/>
                  <a:pt x="2953" y="17"/>
                </a:cubicBezTo>
                <a:cubicBezTo>
                  <a:pt x="2958" y="23"/>
                  <a:pt x="2962" y="29"/>
                  <a:pt x="2965" y="36"/>
                </a:cubicBezTo>
                <a:cubicBezTo>
                  <a:pt x="2968" y="43"/>
                  <a:pt x="2970" y="51"/>
                  <a:pt x="2970" y="59"/>
                </a:cubicBezTo>
                <a:lnTo>
                  <a:pt x="2970" y="220"/>
                </a:lnTo>
                <a:cubicBezTo>
                  <a:pt x="2970" y="228"/>
                  <a:pt x="2968" y="236"/>
                  <a:pt x="2965" y="243"/>
                </a:cubicBezTo>
                <a:cubicBezTo>
                  <a:pt x="2962" y="250"/>
                  <a:pt x="2958" y="256"/>
                  <a:pt x="2953" y="262"/>
                </a:cubicBezTo>
                <a:cubicBezTo>
                  <a:pt x="2947" y="267"/>
                  <a:pt x="2941" y="271"/>
                  <a:pt x="2934" y="274"/>
                </a:cubicBezTo>
                <a:cubicBezTo>
                  <a:pt x="2926" y="277"/>
                  <a:pt x="2919" y="279"/>
                  <a:pt x="2911" y="279"/>
                </a:cubicBezTo>
                <a:lnTo>
                  <a:pt x="59" y="279"/>
                </a:lnTo>
                <a:cubicBezTo>
                  <a:pt x="51" y="279"/>
                  <a:pt x="43" y="277"/>
                  <a:pt x="36" y="274"/>
                </a:cubicBezTo>
                <a:cubicBezTo>
                  <a:pt x="29" y="271"/>
                  <a:pt x="23" y="267"/>
                  <a:pt x="17" y="262"/>
                </a:cubicBezTo>
                <a:cubicBezTo>
                  <a:pt x="12" y="256"/>
                  <a:pt x="7" y="250"/>
                  <a:pt x="4" y="243"/>
                </a:cubicBezTo>
                <a:cubicBezTo>
                  <a:pt x="1" y="236"/>
                  <a:pt x="0" y="228"/>
                  <a:pt x="0" y="220"/>
                </a:cubicBezTo>
                <a:lnTo>
                  <a:pt x="0" y="59"/>
                </a:lnTo>
                <a:cubicBezTo>
                  <a:pt x="0" y="51"/>
                  <a:pt x="1" y="43"/>
                  <a:pt x="4" y="36"/>
                </a:cubicBezTo>
                <a:cubicBezTo>
                  <a:pt x="7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2034720" y="1017360"/>
            <a:ext cx="1069200" cy="100440"/>
          </a:xfrm>
          <a:custGeom>
            <a:avLst/>
            <a:gdLst/>
            <a:ahLst/>
            <a:rect l="0" t="0" r="r" b="b"/>
            <a:pathLst>
              <a:path w="2970" h="279">
                <a:moveTo>
                  <a:pt x="59" y="0"/>
                </a:moveTo>
                <a:lnTo>
                  <a:pt x="2911" y="0"/>
                </a:lnTo>
                <a:cubicBezTo>
                  <a:pt x="2919" y="0"/>
                  <a:pt x="2926" y="2"/>
                  <a:pt x="2934" y="5"/>
                </a:cubicBezTo>
                <a:cubicBezTo>
                  <a:pt x="2941" y="8"/>
                  <a:pt x="2947" y="12"/>
                  <a:pt x="2953" y="17"/>
                </a:cubicBezTo>
                <a:cubicBezTo>
                  <a:pt x="2958" y="23"/>
                  <a:pt x="2962" y="29"/>
                  <a:pt x="2965" y="36"/>
                </a:cubicBezTo>
                <a:cubicBezTo>
                  <a:pt x="2968" y="43"/>
                  <a:pt x="2970" y="51"/>
                  <a:pt x="2970" y="59"/>
                </a:cubicBezTo>
                <a:lnTo>
                  <a:pt x="2970" y="220"/>
                </a:lnTo>
                <a:cubicBezTo>
                  <a:pt x="2970" y="228"/>
                  <a:pt x="2968" y="236"/>
                  <a:pt x="2965" y="243"/>
                </a:cubicBezTo>
                <a:cubicBezTo>
                  <a:pt x="2962" y="250"/>
                  <a:pt x="2958" y="256"/>
                  <a:pt x="2953" y="262"/>
                </a:cubicBezTo>
                <a:cubicBezTo>
                  <a:pt x="2947" y="267"/>
                  <a:pt x="2941" y="271"/>
                  <a:pt x="2934" y="274"/>
                </a:cubicBezTo>
                <a:cubicBezTo>
                  <a:pt x="2926" y="277"/>
                  <a:pt x="2919" y="279"/>
                  <a:pt x="2911" y="279"/>
                </a:cubicBezTo>
                <a:lnTo>
                  <a:pt x="59" y="279"/>
                </a:lnTo>
                <a:cubicBezTo>
                  <a:pt x="51" y="279"/>
                  <a:pt x="43" y="277"/>
                  <a:pt x="36" y="274"/>
                </a:cubicBezTo>
                <a:cubicBezTo>
                  <a:pt x="29" y="271"/>
                  <a:pt x="23" y="267"/>
                  <a:pt x="17" y="262"/>
                </a:cubicBezTo>
                <a:cubicBezTo>
                  <a:pt x="12" y="256"/>
                  <a:pt x="7" y="250"/>
                  <a:pt x="4" y="243"/>
                </a:cubicBezTo>
                <a:cubicBezTo>
                  <a:pt x="1" y="236"/>
                  <a:pt x="0" y="228"/>
                  <a:pt x="0" y="220"/>
                </a:cubicBezTo>
                <a:lnTo>
                  <a:pt x="0" y="59"/>
                </a:lnTo>
                <a:cubicBezTo>
                  <a:pt x="0" y="51"/>
                  <a:pt x="1" y="43"/>
                  <a:pt x="4" y="36"/>
                </a:cubicBezTo>
                <a:cubicBezTo>
                  <a:pt x="7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lose/>
              </a:path>
            </a:pathLst>
          </a:custGeom>
          <a:noFill/>
          <a:ln w="5040">
            <a:solidFill>
              <a:srgbClr val="c8ccc9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2034720" y="775800"/>
            <a:ext cx="36126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3166560" y="943920"/>
            <a:ext cx="1290240" cy="252720"/>
          </a:xfrm>
          <a:custGeom>
            <a:avLst/>
            <a:gdLst/>
            <a:ahLst/>
            <a:rect l="0" t="0" r="r" b="b"/>
            <a:pathLst>
              <a:path w="3584" h="702">
                <a:moveTo>
                  <a:pt x="0" y="0"/>
                </a:moveTo>
                <a:lnTo>
                  <a:pt x="3584" y="0"/>
                </a:lnTo>
                <a:lnTo>
                  <a:pt x="3584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3166560" y="943920"/>
            <a:ext cx="1290240" cy="252720"/>
          </a:xfrm>
          <a:custGeom>
            <a:avLst/>
            <a:gdLst/>
            <a:ahLst/>
            <a:rect l="0" t="0" r="r" b="b"/>
            <a:pathLst>
              <a:path w="3584" h="702">
                <a:moveTo>
                  <a:pt x="0" y="0"/>
                </a:moveTo>
                <a:lnTo>
                  <a:pt x="3584" y="0"/>
                </a:lnTo>
                <a:lnTo>
                  <a:pt x="3584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4361760" y="980640"/>
            <a:ext cx="52920" cy="63360"/>
          </a:xfrm>
          <a:custGeom>
            <a:avLst/>
            <a:gdLst/>
            <a:ahLst/>
            <a:rect l="0" t="0" r="r" b="b"/>
            <a:pathLst>
              <a:path w="147" h="176">
                <a:moveTo>
                  <a:pt x="0" y="0"/>
                </a:moveTo>
                <a:lnTo>
                  <a:pt x="147" y="0"/>
                </a:lnTo>
                <a:lnTo>
                  <a:pt x="147" y="176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4351320" y="991080"/>
            <a:ext cx="21240" cy="13680"/>
          </a:xfrm>
          <a:custGeom>
            <a:avLst/>
            <a:gdLst/>
            <a:ahLst/>
            <a:rect l="0" t="0" r="r" b="b"/>
            <a:pathLst>
              <a:path w="59" h="38">
                <a:moveTo>
                  <a:pt x="0" y="0"/>
                </a:moveTo>
                <a:lnTo>
                  <a:pt x="59" y="0"/>
                </a:lnTo>
                <a:lnTo>
                  <a:pt x="59" y="38"/>
                </a:lnTo>
                <a:lnTo>
                  <a:pt x="0" y="3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4351320" y="1014840"/>
            <a:ext cx="21240" cy="13320"/>
          </a:xfrm>
          <a:custGeom>
            <a:avLst/>
            <a:gdLst/>
            <a:ahLst/>
            <a:rect l="0" t="0" r="r" b="b"/>
            <a:pathLst>
              <a:path w="59" h="37">
                <a:moveTo>
                  <a:pt x="0" y="0"/>
                </a:moveTo>
                <a:lnTo>
                  <a:pt x="59" y="0"/>
                </a:lnTo>
                <a:lnTo>
                  <a:pt x="59" y="37"/>
                </a:lnTo>
                <a:lnTo>
                  <a:pt x="0" y="3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076840" y="1027440"/>
            <a:ext cx="8146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3219480" y="979920"/>
            <a:ext cx="115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/>
          <p:nvPr/>
        </p:nvSpPr>
        <p:spPr>
          <a:xfrm>
            <a:off x="4490640" y="1064880"/>
            <a:ext cx="1495440" cy="10800"/>
          </a:xfrm>
          <a:custGeom>
            <a:avLst/>
            <a:gdLst/>
            <a:ahLst/>
            <a:rect l="0" t="0" r="r" b="b"/>
            <a:pathLst>
              <a:path w="4154" h="30">
                <a:moveTo>
                  <a:pt x="0" y="0"/>
                </a:moveTo>
                <a:lnTo>
                  <a:pt x="73" y="0"/>
                </a:lnTo>
                <a:lnTo>
                  <a:pt x="73" y="30"/>
                </a:lnTo>
                <a:lnTo>
                  <a:pt x="0" y="30"/>
                </a:lnTo>
                <a:lnTo>
                  <a:pt x="0" y="0"/>
                </a:lnTo>
                <a:moveTo>
                  <a:pt x="131" y="0"/>
                </a:moveTo>
                <a:lnTo>
                  <a:pt x="205" y="0"/>
                </a:lnTo>
                <a:lnTo>
                  <a:pt x="205" y="30"/>
                </a:lnTo>
                <a:lnTo>
                  <a:pt x="131" y="30"/>
                </a:lnTo>
                <a:lnTo>
                  <a:pt x="131" y="0"/>
                </a:lnTo>
                <a:moveTo>
                  <a:pt x="263" y="0"/>
                </a:moveTo>
                <a:lnTo>
                  <a:pt x="336" y="0"/>
                </a:lnTo>
                <a:lnTo>
                  <a:pt x="336" y="30"/>
                </a:lnTo>
                <a:lnTo>
                  <a:pt x="263" y="30"/>
                </a:lnTo>
                <a:lnTo>
                  <a:pt x="263" y="0"/>
                </a:lnTo>
                <a:moveTo>
                  <a:pt x="395" y="0"/>
                </a:moveTo>
                <a:lnTo>
                  <a:pt x="468" y="0"/>
                </a:lnTo>
                <a:lnTo>
                  <a:pt x="468" y="30"/>
                </a:lnTo>
                <a:lnTo>
                  <a:pt x="395" y="30"/>
                </a:lnTo>
                <a:lnTo>
                  <a:pt x="395" y="0"/>
                </a:lnTo>
                <a:moveTo>
                  <a:pt x="526" y="0"/>
                </a:moveTo>
                <a:lnTo>
                  <a:pt x="599" y="0"/>
                </a:lnTo>
                <a:lnTo>
                  <a:pt x="599" y="30"/>
                </a:lnTo>
                <a:lnTo>
                  <a:pt x="526" y="30"/>
                </a:lnTo>
                <a:lnTo>
                  <a:pt x="526" y="0"/>
                </a:lnTo>
                <a:moveTo>
                  <a:pt x="658" y="0"/>
                </a:moveTo>
                <a:lnTo>
                  <a:pt x="731" y="0"/>
                </a:lnTo>
                <a:lnTo>
                  <a:pt x="731" y="30"/>
                </a:lnTo>
                <a:lnTo>
                  <a:pt x="658" y="30"/>
                </a:lnTo>
                <a:lnTo>
                  <a:pt x="658" y="0"/>
                </a:lnTo>
                <a:moveTo>
                  <a:pt x="790" y="0"/>
                </a:moveTo>
                <a:lnTo>
                  <a:pt x="863" y="0"/>
                </a:lnTo>
                <a:lnTo>
                  <a:pt x="863" y="30"/>
                </a:lnTo>
                <a:lnTo>
                  <a:pt x="790" y="30"/>
                </a:lnTo>
                <a:lnTo>
                  <a:pt x="790" y="0"/>
                </a:lnTo>
                <a:moveTo>
                  <a:pt x="921" y="0"/>
                </a:moveTo>
                <a:lnTo>
                  <a:pt x="994" y="0"/>
                </a:lnTo>
                <a:lnTo>
                  <a:pt x="994" y="30"/>
                </a:lnTo>
                <a:lnTo>
                  <a:pt x="921" y="30"/>
                </a:lnTo>
                <a:lnTo>
                  <a:pt x="921" y="0"/>
                </a:lnTo>
                <a:moveTo>
                  <a:pt x="1053" y="0"/>
                </a:moveTo>
                <a:lnTo>
                  <a:pt x="1126" y="0"/>
                </a:lnTo>
                <a:lnTo>
                  <a:pt x="1126" y="30"/>
                </a:lnTo>
                <a:lnTo>
                  <a:pt x="1053" y="30"/>
                </a:lnTo>
                <a:lnTo>
                  <a:pt x="1053" y="0"/>
                </a:lnTo>
                <a:moveTo>
                  <a:pt x="1184" y="0"/>
                </a:moveTo>
                <a:lnTo>
                  <a:pt x="1258" y="0"/>
                </a:lnTo>
                <a:lnTo>
                  <a:pt x="1258" y="30"/>
                </a:lnTo>
                <a:lnTo>
                  <a:pt x="1184" y="30"/>
                </a:lnTo>
                <a:lnTo>
                  <a:pt x="1184" y="0"/>
                </a:lnTo>
                <a:moveTo>
                  <a:pt x="1316" y="0"/>
                </a:moveTo>
                <a:lnTo>
                  <a:pt x="1389" y="0"/>
                </a:lnTo>
                <a:lnTo>
                  <a:pt x="1389" y="30"/>
                </a:lnTo>
                <a:lnTo>
                  <a:pt x="1316" y="30"/>
                </a:lnTo>
                <a:lnTo>
                  <a:pt x="1316" y="0"/>
                </a:lnTo>
                <a:moveTo>
                  <a:pt x="1448" y="0"/>
                </a:moveTo>
                <a:lnTo>
                  <a:pt x="1521" y="0"/>
                </a:lnTo>
                <a:lnTo>
                  <a:pt x="1521" y="30"/>
                </a:lnTo>
                <a:lnTo>
                  <a:pt x="1448" y="30"/>
                </a:lnTo>
                <a:lnTo>
                  <a:pt x="1448" y="0"/>
                </a:lnTo>
                <a:moveTo>
                  <a:pt x="1579" y="0"/>
                </a:moveTo>
                <a:lnTo>
                  <a:pt x="1652" y="0"/>
                </a:lnTo>
                <a:lnTo>
                  <a:pt x="1652" y="30"/>
                </a:lnTo>
                <a:lnTo>
                  <a:pt x="1579" y="30"/>
                </a:lnTo>
                <a:lnTo>
                  <a:pt x="1579" y="0"/>
                </a:lnTo>
                <a:moveTo>
                  <a:pt x="1711" y="0"/>
                </a:moveTo>
                <a:lnTo>
                  <a:pt x="1784" y="0"/>
                </a:lnTo>
                <a:lnTo>
                  <a:pt x="1784" y="30"/>
                </a:lnTo>
                <a:lnTo>
                  <a:pt x="1711" y="30"/>
                </a:lnTo>
                <a:lnTo>
                  <a:pt x="1711" y="0"/>
                </a:lnTo>
                <a:moveTo>
                  <a:pt x="1843" y="0"/>
                </a:moveTo>
                <a:lnTo>
                  <a:pt x="1916" y="0"/>
                </a:lnTo>
                <a:lnTo>
                  <a:pt x="1916" y="30"/>
                </a:lnTo>
                <a:lnTo>
                  <a:pt x="1843" y="30"/>
                </a:lnTo>
                <a:lnTo>
                  <a:pt x="1843" y="0"/>
                </a:lnTo>
                <a:moveTo>
                  <a:pt x="1974" y="0"/>
                </a:moveTo>
                <a:lnTo>
                  <a:pt x="2047" y="0"/>
                </a:lnTo>
                <a:lnTo>
                  <a:pt x="2047" y="30"/>
                </a:lnTo>
                <a:lnTo>
                  <a:pt x="1974" y="30"/>
                </a:lnTo>
                <a:lnTo>
                  <a:pt x="1974" y="0"/>
                </a:lnTo>
                <a:moveTo>
                  <a:pt x="2107" y="0"/>
                </a:moveTo>
                <a:lnTo>
                  <a:pt x="2180" y="0"/>
                </a:lnTo>
                <a:lnTo>
                  <a:pt x="2180" y="30"/>
                </a:lnTo>
                <a:lnTo>
                  <a:pt x="2107" y="30"/>
                </a:lnTo>
                <a:lnTo>
                  <a:pt x="2107" y="0"/>
                </a:lnTo>
                <a:moveTo>
                  <a:pt x="2238" y="0"/>
                </a:moveTo>
                <a:lnTo>
                  <a:pt x="2311" y="0"/>
                </a:lnTo>
                <a:lnTo>
                  <a:pt x="2311" y="30"/>
                </a:lnTo>
                <a:lnTo>
                  <a:pt x="2238" y="30"/>
                </a:lnTo>
                <a:lnTo>
                  <a:pt x="2238" y="0"/>
                </a:lnTo>
                <a:moveTo>
                  <a:pt x="2370" y="0"/>
                </a:moveTo>
                <a:lnTo>
                  <a:pt x="2443" y="0"/>
                </a:lnTo>
                <a:lnTo>
                  <a:pt x="2443" y="30"/>
                </a:lnTo>
                <a:lnTo>
                  <a:pt x="2370" y="30"/>
                </a:lnTo>
                <a:lnTo>
                  <a:pt x="2370" y="0"/>
                </a:lnTo>
                <a:moveTo>
                  <a:pt x="2502" y="0"/>
                </a:moveTo>
                <a:lnTo>
                  <a:pt x="2575" y="0"/>
                </a:lnTo>
                <a:lnTo>
                  <a:pt x="2575" y="30"/>
                </a:lnTo>
                <a:lnTo>
                  <a:pt x="2502" y="30"/>
                </a:lnTo>
                <a:lnTo>
                  <a:pt x="2502" y="0"/>
                </a:lnTo>
                <a:moveTo>
                  <a:pt x="2633" y="0"/>
                </a:moveTo>
                <a:lnTo>
                  <a:pt x="2706" y="0"/>
                </a:lnTo>
                <a:lnTo>
                  <a:pt x="2706" y="30"/>
                </a:lnTo>
                <a:lnTo>
                  <a:pt x="2633" y="30"/>
                </a:lnTo>
                <a:lnTo>
                  <a:pt x="2633" y="0"/>
                </a:lnTo>
                <a:moveTo>
                  <a:pt x="2765" y="0"/>
                </a:moveTo>
                <a:lnTo>
                  <a:pt x="2838" y="0"/>
                </a:lnTo>
                <a:lnTo>
                  <a:pt x="2838" y="30"/>
                </a:lnTo>
                <a:lnTo>
                  <a:pt x="2765" y="30"/>
                </a:lnTo>
                <a:lnTo>
                  <a:pt x="2765" y="0"/>
                </a:lnTo>
                <a:moveTo>
                  <a:pt x="2896" y="0"/>
                </a:moveTo>
                <a:lnTo>
                  <a:pt x="2970" y="0"/>
                </a:lnTo>
                <a:lnTo>
                  <a:pt x="2970" y="30"/>
                </a:lnTo>
                <a:lnTo>
                  <a:pt x="2896" y="30"/>
                </a:lnTo>
                <a:lnTo>
                  <a:pt x="2896" y="0"/>
                </a:lnTo>
                <a:moveTo>
                  <a:pt x="3028" y="0"/>
                </a:moveTo>
                <a:lnTo>
                  <a:pt x="3101" y="0"/>
                </a:lnTo>
                <a:lnTo>
                  <a:pt x="3101" y="30"/>
                </a:lnTo>
                <a:lnTo>
                  <a:pt x="3028" y="30"/>
                </a:lnTo>
                <a:lnTo>
                  <a:pt x="3028" y="0"/>
                </a:lnTo>
                <a:moveTo>
                  <a:pt x="3160" y="0"/>
                </a:moveTo>
                <a:lnTo>
                  <a:pt x="3233" y="0"/>
                </a:lnTo>
                <a:lnTo>
                  <a:pt x="3233" y="30"/>
                </a:lnTo>
                <a:lnTo>
                  <a:pt x="3160" y="30"/>
                </a:lnTo>
                <a:lnTo>
                  <a:pt x="3160" y="0"/>
                </a:lnTo>
                <a:moveTo>
                  <a:pt x="3291" y="0"/>
                </a:moveTo>
                <a:lnTo>
                  <a:pt x="3364" y="0"/>
                </a:lnTo>
                <a:lnTo>
                  <a:pt x="3364" y="30"/>
                </a:lnTo>
                <a:lnTo>
                  <a:pt x="3291" y="30"/>
                </a:lnTo>
                <a:lnTo>
                  <a:pt x="3291" y="0"/>
                </a:lnTo>
                <a:moveTo>
                  <a:pt x="3423" y="0"/>
                </a:moveTo>
                <a:lnTo>
                  <a:pt x="3496" y="0"/>
                </a:lnTo>
                <a:lnTo>
                  <a:pt x="3496" y="30"/>
                </a:lnTo>
                <a:lnTo>
                  <a:pt x="3423" y="30"/>
                </a:lnTo>
                <a:lnTo>
                  <a:pt x="3423" y="0"/>
                </a:lnTo>
                <a:moveTo>
                  <a:pt x="3555" y="0"/>
                </a:moveTo>
                <a:lnTo>
                  <a:pt x="3628" y="0"/>
                </a:lnTo>
                <a:lnTo>
                  <a:pt x="3628" y="30"/>
                </a:lnTo>
                <a:lnTo>
                  <a:pt x="3555" y="30"/>
                </a:lnTo>
                <a:lnTo>
                  <a:pt x="3555" y="0"/>
                </a:lnTo>
                <a:moveTo>
                  <a:pt x="3686" y="0"/>
                </a:moveTo>
                <a:lnTo>
                  <a:pt x="3759" y="0"/>
                </a:lnTo>
                <a:lnTo>
                  <a:pt x="3759" y="30"/>
                </a:lnTo>
                <a:lnTo>
                  <a:pt x="3686" y="30"/>
                </a:lnTo>
                <a:lnTo>
                  <a:pt x="3686" y="0"/>
                </a:lnTo>
                <a:moveTo>
                  <a:pt x="3818" y="0"/>
                </a:moveTo>
                <a:lnTo>
                  <a:pt x="3891" y="0"/>
                </a:lnTo>
                <a:lnTo>
                  <a:pt x="3891" y="30"/>
                </a:lnTo>
                <a:lnTo>
                  <a:pt x="3818" y="30"/>
                </a:lnTo>
                <a:lnTo>
                  <a:pt x="3818" y="0"/>
                </a:lnTo>
                <a:moveTo>
                  <a:pt x="3949" y="0"/>
                </a:moveTo>
                <a:lnTo>
                  <a:pt x="4023" y="0"/>
                </a:lnTo>
                <a:lnTo>
                  <a:pt x="4023" y="30"/>
                </a:lnTo>
                <a:lnTo>
                  <a:pt x="3949" y="30"/>
                </a:lnTo>
                <a:lnTo>
                  <a:pt x="3949" y="0"/>
                </a:lnTo>
                <a:moveTo>
                  <a:pt x="4081" y="0"/>
                </a:moveTo>
                <a:lnTo>
                  <a:pt x="4154" y="0"/>
                </a:lnTo>
                <a:lnTo>
                  <a:pt x="4154" y="30"/>
                </a:lnTo>
                <a:lnTo>
                  <a:pt x="4081" y="30"/>
                </a:lnTo>
                <a:lnTo>
                  <a:pt x="408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5990400" y="1038600"/>
            <a:ext cx="52920" cy="63360"/>
          </a:xfrm>
          <a:custGeom>
            <a:avLst/>
            <a:gdLst/>
            <a:ahLst/>
            <a:rect l="0" t="0" r="r" b="b"/>
            <a:pathLst>
              <a:path w="147" h="176">
                <a:moveTo>
                  <a:pt x="0" y="0"/>
                </a:moveTo>
                <a:lnTo>
                  <a:pt x="147" y="88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6051600" y="943920"/>
            <a:ext cx="1095480" cy="252720"/>
          </a:xfrm>
          <a:custGeom>
            <a:avLst/>
            <a:gdLst/>
            <a:ahLst/>
            <a:rect l="0" t="0" r="r" b="b"/>
            <a:pathLst>
              <a:path w="3043" h="702">
                <a:moveTo>
                  <a:pt x="0" y="0"/>
                </a:moveTo>
                <a:lnTo>
                  <a:pt x="3043" y="0"/>
                </a:lnTo>
                <a:lnTo>
                  <a:pt x="3043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6051600" y="943920"/>
            <a:ext cx="1095480" cy="252720"/>
          </a:xfrm>
          <a:custGeom>
            <a:avLst/>
            <a:gdLst/>
            <a:ahLst/>
            <a:rect l="0" t="0" r="r" b="b"/>
            <a:pathLst>
              <a:path w="3043" h="702">
                <a:moveTo>
                  <a:pt x="0" y="0"/>
                </a:moveTo>
                <a:lnTo>
                  <a:pt x="3043" y="0"/>
                </a:lnTo>
                <a:lnTo>
                  <a:pt x="3043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7057080" y="980640"/>
            <a:ext cx="53280" cy="63360"/>
          </a:xfrm>
          <a:custGeom>
            <a:avLst/>
            <a:gdLst/>
            <a:ahLst/>
            <a:rect l="0" t="0" r="r" b="b"/>
            <a:pathLst>
              <a:path w="148" h="176">
                <a:moveTo>
                  <a:pt x="0" y="0"/>
                </a:moveTo>
                <a:lnTo>
                  <a:pt x="148" y="0"/>
                </a:lnTo>
                <a:lnTo>
                  <a:pt x="148" y="176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7046640" y="991080"/>
            <a:ext cx="21960" cy="13680"/>
          </a:xfrm>
          <a:custGeom>
            <a:avLst/>
            <a:gdLst/>
            <a:ahLst/>
            <a:rect l="0" t="0" r="r" b="b"/>
            <a:pathLst>
              <a:path w="61" h="38">
                <a:moveTo>
                  <a:pt x="0" y="0"/>
                </a:moveTo>
                <a:lnTo>
                  <a:pt x="61" y="0"/>
                </a:lnTo>
                <a:lnTo>
                  <a:pt x="61" y="38"/>
                </a:lnTo>
                <a:lnTo>
                  <a:pt x="0" y="3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7046640" y="1014840"/>
            <a:ext cx="21960" cy="13320"/>
          </a:xfrm>
          <a:custGeom>
            <a:avLst/>
            <a:gdLst/>
            <a:ahLst/>
            <a:rect l="0" t="0" r="r" b="b"/>
            <a:pathLst>
              <a:path w="61" h="37">
                <a:moveTo>
                  <a:pt x="0" y="0"/>
                </a:moveTo>
                <a:lnTo>
                  <a:pt x="61" y="0"/>
                </a:lnTo>
                <a:lnTo>
                  <a:pt x="61" y="37"/>
                </a:lnTo>
                <a:lnTo>
                  <a:pt x="0" y="3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3219480" y="1064880"/>
            <a:ext cx="9792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104520" y="979920"/>
            <a:ext cx="1425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2034720" y="1206720"/>
            <a:ext cx="2395800" cy="100440"/>
          </a:xfrm>
          <a:custGeom>
            <a:avLst/>
            <a:gdLst/>
            <a:ahLst/>
            <a:rect l="0" t="0" r="r" b="b"/>
            <a:pathLst>
              <a:path w="6655" h="279">
                <a:moveTo>
                  <a:pt x="132" y="0"/>
                </a:moveTo>
                <a:lnTo>
                  <a:pt x="6523" y="0"/>
                </a:lnTo>
                <a:cubicBezTo>
                  <a:pt x="6541" y="0"/>
                  <a:pt x="6558" y="4"/>
                  <a:pt x="6574" y="10"/>
                </a:cubicBezTo>
                <a:cubicBezTo>
                  <a:pt x="6590" y="17"/>
                  <a:pt x="6604" y="27"/>
                  <a:pt x="6616" y="39"/>
                </a:cubicBezTo>
                <a:cubicBezTo>
                  <a:pt x="6629" y="51"/>
                  <a:pt x="6638" y="65"/>
                  <a:pt x="6645" y="82"/>
                </a:cubicBezTo>
                <a:cubicBezTo>
                  <a:pt x="6652" y="98"/>
                  <a:pt x="6655" y="116"/>
                  <a:pt x="6655" y="133"/>
                </a:cubicBezTo>
                <a:lnTo>
                  <a:pt x="6655" y="148"/>
                </a:lnTo>
                <a:cubicBezTo>
                  <a:pt x="6655" y="165"/>
                  <a:pt x="6652" y="182"/>
                  <a:pt x="6645" y="198"/>
                </a:cubicBezTo>
                <a:cubicBezTo>
                  <a:pt x="6638" y="214"/>
                  <a:pt x="6629" y="228"/>
                  <a:pt x="6616" y="241"/>
                </a:cubicBezTo>
                <a:cubicBezTo>
                  <a:pt x="6604" y="253"/>
                  <a:pt x="6590" y="262"/>
                  <a:pt x="6574" y="269"/>
                </a:cubicBezTo>
                <a:cubicBezTo>
                  <a:pt x="6558" y="276"/>
                  <a:pt x="6541" y="279"/>
                  <a:pt x="6523" y="279"/>
                </a:cubicBezTo>
                <a:lnTo>
                  <a:pt x="132" y="279"/>
                </a:lnTo>
                <a:cubicBezTo>
                  <a:pt x="114" y="279"/>
                  <a:pt x="97" y="276"/>
                  <a:pt x="81" y="269"/>
                </a:cubicBezTo>
                <a:cubicBezTo>
                  <a:pt x="65" y="262"/>
                  <a:pt x="51" y="253"/>
                  <a:pt x="39" y="241"/>
                </a:cubicBezTo>
                <a:cubicBezTo>
                  <a:pt x="26" y="228"/>
                  <a:pt x="17" y="214"/>
                  <a:pt x="10" y="198"/>
                </a:cubicBezTo>
                <a:cubicBezTo>
                  <a:pt x="3" y="182"/>
                  <a:pt x="0" y="165"/>
                  <a:pt x="0" y="148"/>
                </a:cubicBezTo>
                <a:lnTo>
                  <a:pt x="0" y="133"/>
                </a:lnTo>
                <a:cubicBezTo>
                  <a:pt x="0" y="116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2032200" y="1204200"/>
            <a:ext cx="2400840" cy="105480"/>
          </a:xfrm>
          <a:custGeom>
            <a:avLst/>
            <a:gdLst/>
            <a:ahLst/>
            <a:rect l="0" t="0" r="r" b="b"/>
            <a:pathLst>
              <a:path w="6669" h="293">
                <a:moveTo>
                  <a:pt x="197" y="0"/>
                </a:moveTo>
                <a:lnTo>
                  <a:pt x="226" y="0"/>
                </a:lnTo>
                <a:lnTo>
                  <a:pt x="226" y="16"/>
                </a:lnTo>
                <a:lnTo>
                  <a:pt x="197" y="16"/>
                </a:lnTo>
                <a:lnTo>
                  <a:pt x="197" y="0"/>
                </a:lnTo>
                <a:moveTo>
                  <a:pt x="256" y="0"/>
                </a:moveTo>
                <a:lnTo>
                  <a:pt x="285" y="0"/>
                </a:lnTo>
                <a:lnTo>
                  <a:pt x="285" y="16"/>
                </a:lnTo>
                <a:lnTo>
                  <a:pt x="256" y="16"/>
                </a:lnTo>
                <a:lnTo>
                  <a:pt x="256" y="0"/>
                </a:lnTo>
                <a:moveTo>
                  <a:pt x="314" y="0"/>
                </a:moveTo>
                <a:lnTo>
                  <a:pt x="343" y="0"/>
                </a:lnTo>
                <a:lnTo>
                  <a:pt x="343" y="16"/>
                </a:lnTo>
                <a:lnTo>
                  <a:pt x="314" y="16"/>
                </a:lnTo>
                <a:lnTo>
                  <a:pt x="314" y="0"/>
                </a:lnTo>
                <a:moveTo>
                  <a:pt x="373" y="0"/>
                </a:moveTo>
                <a:lnTo>
                  <a:pt x="402" y="0"/>
                </a:lnTo>
                <a:lnTo>
                  <a:pt x="402" y="16"/>
                </a:lnTo>
                <a:lnTo>
                  <a:pt x="373" y="16"/>
                </a:lnTo>
                <a:lnTo>
                  <a:pt x="373" y="0"/>
                </a:lnTo>
                <a:moveTo>
                  <a:pt x="431" y="0"/>
                </a:moveTo>
                <a:lnTo>
                  <a:pt x="460" y="0"/>
                </a:lnTo>
                <a:lnTo>
                  <a:pt x="460" y="16"/>
                </a:lnTo>
                <a:lnTo>
                  <a:pt x="431" y="16"/>
                </a:lnTo>
                <a:lnTo>
                  <a:pt x="431" y="0"/>
                </a:lnTo>
                <a:moveTo>
                  <a:pt x="490" y="0"/>
                </a:moveTo>
                <a:lnTo>
                  <a:pt x="519" y="0"/>
                </a:lnTo>
                <a:lnTo>
                  <a:pt x="519" y="16"/>
                </a:lnTo>
                <a:lnTo>
                  <a:pt x="490" y="16"/>
                </a:lnTo>
                <a:lnTo>
                  <a:pt x="490" y="0"/>
                </a:lnTo>
                <a:moveTo>
                  <a:pt x="548" y="0"/>
                </a:moveTo>
                <a:lnTo>
                  <a:pt x="577" y="0"/>
                </a:lnTo>
                <a:lnTo>
                  <a:pt x="577" y="16"/>
                </a:lnTo>
                <a:lnTo>
                  <a:pt x="548" y="16"/>
                </a:lnTo>
                <a:lnTo>
                  <a:pt x="548" y="0"/>
                </a:lnTo>
                <a:moveTo>
                  <a:pt x="607" y="0"/>
                </a:moveTo>
                <a:lnTo>
                  <a:pt x="636" y="0"/>
                </a:lnTo>
                <a:lnTo>
                  <a:pt x="636" y="16"/>
                </a:lnTo>
                <a:lnTo>
                  <a:pt x="607" y="16"/>
                </a:lnTo>
                <a:lnTo>
                  <a:pt x="607" y="0"/>
                </a:lnTo>
                <a:moveTo>
                  <a:pt x="665" y="0"/>
                </a:moveTo>
                <a:lnTo>
                  <a:pt x="694" y="0"/>
                </a:lnTo>
                <a:lnTo>
                  <a:pt x="694" y="16"/>
                </a:lnTo>
                <a:lnTo>
                  <a:pt x="665" y="16"/>
                </a:lnTo>
                <a:lnTo>
                  <a:pt x="665" y="0"/>
                </a:lnTo>
                <a:moveTo>
                  <a:pt x="724" y="0"/>
                </a:moveTo>
                <a:lnTo>
                  <a:pt x="753" y="0"/>
                </a:lnTo>
                <a:lnTo>
                  <a:pt x="753" y="16"/>
                </a:lnTo>
                <a:lnTo>
                  <a:pt x="724" y="16"/>
                </a:lnTo>
                <a:lnTo>
                  <a:pt x="724" y="0"/>
                </a:lnTo>
                <a:moveTo>
                  <a:pt x="782" y="0"/>
                </a:moveTo>
                <a:lnTo>
                  <a:pt x="811" y="0"/>
                </a:lnTo>
                <a:lnTo>
                  <a:pt x="811" y="16"/>
                </a:lnTo>
                <a:lnTo>
                  <a:pt x="782" y="16"/>
                </a:lnTo>
                <a:lnTo>
                  <a:pt x="782" y="0"/>
                </a:lnTo>
                <a:moveTo>
                  <a:pt x="841" y="0"/>
                </a:moveTo>
                <a:lnTo>
                  <a:pt x="870" y="0"/>
                </a:lnTo>
                <a:lnTo>
                  <a:pt x="870" y="16"/>
                </a:lnTo>
                <a:lnTo>
                  <a:pt x="841" y="16"/>
                </a:lnTo>
                <a:lnTo>
                  <a:pt x="841" y="0"/>
                </a:lnTo>
                <a:moveTo>
                  <a:pt x="899" y="0"/>
                </a:moveTo>
                <a:lnTo>
                  <a:pt x="928" y="0"/>
                </a:lnTo>
                <a:lnTo>
                  <a:pt x="928" y="16"/>
                </a:lnTo>
                <a:lnTo>
                  <a:pt x="899" y="16"/>
                </a:lnTo>
                <a:lnTo>
                  <a:pt x="899" y="0"/>
                </a:lnTo>
                <a:moveTo>
                  <a:pt x="958" y="0"/>
                </a:moveTo>
                <a:lnTo>
                  <a:pt x="987" y="0"/>
                </a:lnTo>
                <a:lnTo>
                  <a:pt x="987" y="16"/>
                </a:lnTo>
                <a:lnTo>
                  <a:pt x="958" y="16"/>
                </a:lnTo>
                <a:lnTo>
                  <a:pt x="958" y="0"/>
                </a:lnTo>
                <a:moveTo>
                  <a:pt x="1016" y="0"/>
                </a:moveTo>
                <a:lnTo>
                  <a:pt x="1045" y="0"/>
                </a:lnTo>
                <a:lnTo>
                  <a:pt x="1045" y="16"/>
                </a:lnTo>
                <a:lnTo>
                  <a:pt x="1016" y="16"/>
                </a:lnTo>
                <a:lnTo>
                  <a:pt x="1016" y="0"/>
                </a:lnTo>
                <a:moveTo>
                  <a:pt x="1075" y="0"/>
                </a:moveTo>
                <a:lnTo>
                  <a:pt x="1104" y="0"/>
                </a:lnTo>
                <a:lnTo>
                  <a:pt x="1104" y="16"/>
                </a:lnTo>
                <a:lnTo>
                  <a:pt x="1075" y="16"/>
                </a:lnTo>
                <a:lnTo>
                  <a:pt x="1075" y="0"/>
                </a:lnTo>
                <a:moveTo>
                  <a:pt x="1133" y="0"/>
                </a:moveTo>
                <a:lnTo>
                  <a:pt x="1162" y="0"/>
                </a:lnTo>
                <a:lnTo>
                  <a:pt x="1162" y="16"/>
                </a:lnTo>
                <a:lnTo>
                  <a:pt x="1133" y="16"/>
                </a:lnTo>
                <a:lnTo>
                  <a:pt x="1133" y="0"/>
                </a:lnTo>
                <a:moveTo>
                  <a:pt x="1192" y="0"/>
                </a:moveTo>
                <a:lnTo>
                  <a:pt x="1221" y="0"/>
                </a:lnTo>
                <a:lnTo>
                  <a:pt x="1221" y="16"/>
                </a:lnTo>
                <a:lnTo>
                  <a:pt x="1192" y="16"/>
                </a:lnTo>
                <a:lnTo>
                  <a:pt x="1192" y="0"/>
                </a:lnTo>
                <a:moveTo>
                  <a:pt x="1250" y="0"/>
                </a:moveTo>
                <a:lnTo>
                  <a:pt x="1279" y="0"/>
                </a:lnTo>
                <a:lnTo>
                  <a:pt x="1279" y="16"/>
                </a:lnTo>
                <a:lnTo>
                  <a:pt x="1250" y="16"/>
                </a:lnTo>
                <a:lnTo>
                  <a:pt x="1250" y="0"/>
                </a:lnTo>
                <a:moveTo>
                  <a:pt x="1309" y="0"/>
                </a:moveTo>
                <a:lnTo>
                  <a:pt x="1338" y="0"/>
                </a:lnTo>
                <a:lnTo>
                  <a:pt x="1338" y="16"/>
                </a:lnTo>
                <a:lnTo>
                  <a:pt x="1309" y="16"/>
                </a:lnTo>
                <a:lnTo>
                  <a:pt x="1309" y="0"/>
                </a:lnTo>
                <a:moveTo>
                  <a:pt x="1367" y="0"/>
                </a:moveTo>
                <a:lnTo>
                  <a:pt x="1396" y="0"/>
                </a:lnTo>
                <a:lnTo>
                  <a:pt x="1396" y="16"/>
                </a:lnTo>
                <a:lnTo>
                  <a:pt x="1367" y="16"/>
                </a:lnTo>
                <a:lnTo>
                  <a:pt x="1367" y="0"/>
                </a:lnTo>
                <a:moveTo>
                  <a:pt x="1426" y="0"/>
                </a:moveTo>
                <a:lnTo>
                  <a:pt x="1455" y="0"/>
                </a:lnTo>
                <a:lnTo>
                  <a:pt x="1455" y="16"/>
                </a:lnTo>
                <a:lnTo>
                  <a:pt x="1426" y="16"/>
                </a:lnTo>
                <a:lnTo>
                  <a:pt x="1426" y="0"/>
                </a:lnTo>
                <a:moveTo>
                  <a:pt x="1484" y="0"/>
                </a:moveTo>
                <a:lnTo>
                  <a:pt x="1513" y="0"/>
                </a:lnTo>
                <a:lnTo>
                  <a:pt x="1513" y="16"/>
                </a:lnTo>
                <a:lnTo>
                  <a:pt x="1484" y="16"/>
                </a:lnTo>
                <a:lnTo>
                  <a:pt x="1484" y="0"/>
                </a:lnTo>
                <a:moveTo>
                  <a:pt x="1543" y="0"/>
                </a:moveTo>
                <a:lnTo>
                  <a:pt x="1572" y="0"/>
                </a:lnTo>
                <a:lnTo>
                  <a:pt x="1572" y="16"/>
                </a:lnTo>
                <a:lnTo>
                  <a:pt x="1543" y="16"/>
                </a:lnTo>
                <a:lnTo>
                  <a:pt x="1543" y="0"/>
                </a:lnTo>
                <a:moveTo>
                  <a:pt x="1601" y="0"/>
                </a:moveTo>
                <a:lnTo>
                  <a:pt x="1630" y="0"/>
                </a:lnTo>
                <a:lnTo>
                  <a:pt x="1630" y="16"/>
                </a:lnTo>
                <a:lnTo>
                  <a:pt x="1601" y="16"/>
                </a:lnTo>
                <a:lnTo>
                  <a:pt x="1601" y="0"/>
                </a:lnTo>
                <a:moveTo>
                  <a:pt x="1660" y="0"/>
                </a:moveTo>
                <a:lnTo>
                  <a:pt x="1689" y="0"/>
                </a:lnTo>
                <a:lnTo>
                  <a:pt x="1689" y="16"/>
                </a:lnTo>
                <a:lnTo>
                  <a:pt x="1660" y="16"/>
                </a:lnTo>
                <a:lnTo>
                  <a:pt x="1660" y="0"/>
                </a:lnTo>
                <a:moveTo>
                  <a:pt x="1718" y="0"/>
                </a:moveTo>
                <a:lnTo>
                  <a:pt x="1747" y="0"/>
                </a:lnTo>
                <a:lnTo>
                  <a:pt x="1747" y="16"/>
                </a:lnTo>
                <a:lnTo>
                  <a:pt x="1718" y="16"/>
                </a:lnTo>
                <a:lnTo>
                  <a:pt x="1718" y="0"/>
                </a:lnTo>
                <a:moveTo>
                  <a:pt x="1777" y="0"/>
                </a:moveTo>
                <a:lnTo>
                  <a:pt x="1806" y="0"/>
                </a:lnTo>
                <a:lnTo>
                  <a:pt x="1806" y="16"/>
                </a:lnTo>
                <a:lnTo>
                  <a:pt x="1777" y="16"/>
                </a:lnTo>
                <a:lnTo>
                  <a:pt x="1777" y="0"/>
                </a:lnTo>
                <a:moveTo>
                  <a:pt x="1835" y="0"/>
                </a:moveTo>
                <a:lnTo>
                  <a:pt x="1864" y="0"/>
                </a:lnTo>
                <a:lnTo>
                  <a:pt x="1864" y="16"/>
                </a:lnTo>
                <a:lnTo>
                  <a:pt x="1835" y="16"/>
                </a:lnTo>
                <a:lnTo>
                  <a:pt x="1835" y="0"/>
                </a:lnTo>
                <a:moveTo>
                  <a:pt x="1894" y="0"/>
                </a:moveTo>
                <a:lnTo>
                  <a:pt x="1923" y="0"/>
                </a:lnTo>
                <a:lnTo>
                  <a:pt x="1923" y="16"/>
                </a:lnTo>
                <a:lnTo>
                  <a:pt x="1894" y="16"/>
                </a:lnTo>
                <a:lnTo>
                  <a:pt x="1894" y="0"/>
                </a:lnTo>
                <a:moveTo>
                  <a:pt x="1952" y="0"/>
                </a:moveTo>
                <a:lnTo>
                  <a:pt x="1981" y="0"/>
                </a:lnTo>
                <a:lnTo>
                  <a:pt x="1981" y="16"/>
                </a:lnTo>
                <a:lnTo>
                  <a:pt x="1952" y="16"/>
                </a:lnTo>
                <a:lnTo>
                  <a:pt x="1952" y="0"/>
                </a:lnTo>
                <a:moveTo>
                  <a:pt x="2011" y="0"/>
                </a:moveTo>
                <a:lnTo>
                  <a:pt x="2040" y="0"/>
                </a:lnTo>
                <a:lnTo>
                  <a:pt x="2040" y="16"/>
                </a:lnTo>
                <a:lnTo>
                  <a:pt x="2011" y="16"/>
                </a:lnTo>
                <a:lnTo>
                  <a:pt x="2011" y="0"/>
                </a:lnTo>
                <a:moveTo>
                  <a:pt x="2069" y="0"/>
                </a:moveTo>
                <a:lnTo>
                  <a:pt x="2098" y="0"/>
                </a:lnTo>
                <a:lnTo>
                  <a:pt x="2098" y="16"/>
                </a:lnTo>
                <a:lnTo>
                  <a:pt x="2069" y="16"/>
                </a:lnTo>
                <a:lnTo>
                  <a:pt x="2069" y="0"/>
                </a:lnTo>
                <a:moveTo>
                  <a:pt x="2128" y="0"/>
                </a:moveTo>
                <a:lnTo>
                  <a:pt x="2157" y="0"/>
                </a:lnTo>
                <a:lnTo>
                  <a:pt x="2157" y="16"/>
                </a:lnTo>
                <a:lnTo>
                  <a:pt x="2128" y="16"/>
                </a:lnTo>
                <a:lnTo>
                  <a:pt x="2128" y="0"/>
                </a:lnTo>
                <a:moveTo>
                  <a:pt x="2186" y="0"/>
                </a:moveTo>
                <a:lnTo>
                  <a:pt x="2215" y="0"/>
                </a:lnTo>
                <a:lnTo>
                  <a:pt x="2215" y="16"/>
                </a:lnTo>
                <a:lnTo>
                  <a:pt x="2186" y="16"/>
                </a:lnTo>
                <a:lnTo>
                  <a:pt x="2186" y="0"/>
                </a:lnTo>
                <a:moveTo>
                  <a:pt x="2245" y="0"/>
                </a:moveTo>
                <a:lnTo>
                  <a:pt x="2274" y="0"/>
                </a:lnTo>
                <a:lnTo>
                  <a:pt x="2274" y="16"/>
                </a:lnTo>
                <a:lnTo>
                  <a:pt x="2245" y="16"/>
                </a:lnTo>
                <a:lnTo>
                  <a:pt x="2245" y="0"/>
                </a:lnTo>
                <a:moveTo>
                  <a:pt x="2303" y="0"/>
                </a:moveTo>
                <a:lnTo>
                  <a:pt x="2332" y="0"/>
                </a:lnTo>
                <a:lnTo>
                  <a:pt x="2332" y="16"/>
                </a:lnTo>
                <a:lnTo>
                  <a:pt x="2303" y="16"/>
                </a:lnTo>
                <a:lnTo>
                  <a:pt x="2303" y="0"/>
                </a:lnTo>
                <a:moveTo>
                  <a:pt x="2361" y="0"/>
                </a:moveTo>
                <a:lnTo>
                  <a:pt x="2391" y="0"/>
                </a:lnTo>
                <a:lnTo>
                  <a:pt x="2391" y="16"/>
                </a:lnTo>
                <a:lnTo>
                  <a:pt x="2361" y="16"/>
                </a:lnTo>
                <a:lnTo>
                  <a:pt x="2361" y="0"/>
                </a:lnTo>
                <a:moveTo>
                  <a:pt x="2420" y="0"/>
                </a:moveTo>
                <a:lnTo>
                  <a:pt x="2449" y="0"/>
                </a:lnTo>
                <a:lnTo>
                  <a:pt x="2449" y="16"/>
                </a:lnTo>
                <a:lnTo>
                  <a:pt x="2420" y="16"/>
                </a:lnTo>
                <a:lnTo>
                  <a:pt x="2420" y="0"/>
                </a:lnTo>
                <a:moveTo>
                  <a:pt x="2478" y="0"/>
                </a:moveTo>
                <a:lnTo>
                  <a:pt x="2508" y="0"/>
                </a:lnTo>
                <a:lnTo>
                  <a:pt x="2508" y="16"/>
                </a:lnTo>
                <a:lnTo>
                  <a:pt x="2478" y="16"/>
                </a:lnTo>
                <a:lnTo>
                  <a:pt x="2478" y="0"/>
                </a:lnTo>
                <a:moveTo>
                  <a:pt x="2537" y="0"/>
                </a:moveTo>
                <a:lnTo>
                  <a:pt x="2566" y="0"/>
                </a:lnTo>
                <a:lnTo>
                  <a:pt x="2566" y="16"/>
                </a:lnTo>
                <a:lnTo>
                  <a:pt x="2537" y="16"/>
                </a:lnTo>
                <a:lnTo>
                  <a:pt x="2537" y="0"/>
                </a:lnTo>
                <a:moveTo>
                  <a:pt x="2595" y="0"/>
                </a:moveTo>
                <a:lnTo>
                  <a:pt x="2625" y="0"/>
                </a:lnTo>
                <a:lnTo>
                  <a:pt x="2625" y="16"/>
                </a:lnTo>
                <a:lnTo>
                  <a:pt x="2595" y="16"/>
                </a:lnTo>
                <a:lnTo>
                  <a:pt x="2595" y="0"/>
                </a:lnTo>
                <a:moveTo>
                  <a:pt x="2654" y="0"/>
                </a:moveTo>
                <a:lnTo>
                  <a:pt x="2683" y="0"/>
                </a:lnTo>
                <a:lnTo>
                  <a:pt x="2683" y="16"/>
                </a:lnTo>
                <a:lnTo>
                  <a:pt x="2654" y="16"/>
                </a:lnTo>
                <a:lnTo>
                  <a:pt x="2654" y="0"/>
                </a:lnTo>
                <a:moveTo>
                  <a:pt x="2712" y="0"/>
                </a:moveTo>
                <a:lnTo>
                  <a:pt x="2742" y="0"/>
                </a:lnTo>
                <a:lnTo>
                  <a:pt x="2742" y="16"/>
                </a:lnTo>
                <a:lnTo>
                  <a:pt x="2712" y="16"/>
                </a:lnTo>
                <a:lnTo>
                  <a:pt x="2712" y="0"/>
                </a:lnTo>
                <a:moveTo>
                  <a:pt x="2771" y="0"/>
                </a:moveTo>
                <a:lnTo>
                  <a:pt x="2800" y="0"/>
                </a:lnTo>
                <a:lnTo>
                  <a:pt x="2800" y="16"/>
                </a:lnTo>
                <a:lnTo>
                  <a:pt x="2771" y="16"/>
                </a:lnTo>
                <a:lnTo>
                  <a:pt x="2771" y="0"/>
                </a:lnTo>
                <a:moveTo>
                  <a:pt x="2829" y="0"/>
                </a:moveTo>
                <a:lnTo>
                  <a:pt x="2859" y="0"/>
                </a:lnTo>
                <a:lnTo>
                  <a:pt x="2859" y="16"/>
                </a:lnTo>
                <a:lnTo>
                  <a:pt x="2829" y="16"/>
                </a:lnTo>
                <a:lnTo>
                  <a:pt x="2829" y="0"/>
                </a:lnTo>
                <a:moveTo>
                  <a:pt x="2888" y="0"/>
                </a:moveTo>
                <a:lnTo>
                  <a:pt x="2917" y="0"/>
                </a:lnTo>
                <a:lnTo>
                  <a:pt x="2917" y="16"/>
                </a:lnTo>
                <a:lnTo>
                  <a:pt x="2888" y="16"/>
                </a:lnTo>
                <a:lnTo>
                  <a:pt x="2888" y="0"/>
                </a:lnTo>
                <a:moveTo>
                  <a:pt x="2946" y="0"/>
                </a:moveTo>
                <a:lnTo>
                  <a:pt x="2976" y="0"/>
                </a:lnTo>
                <a:lnTo>
                  <a:pt x="2976" y="16"/>
                </a:lnTo>
                <a:lnTo>
                  <a:pt x="2946" y="16"/>
                </a:lnTo>
                <a:lnTo>
                  <a:pt x="2946" y="0"/>
                </a:lnTo>
                <a:moveTo>
                  <a:pt x="3005" y="0"/>
                </a:moveTo>
                <a:lnTo>
                  <a:pt x="3034" y="0"/>
                </a:lnTo>
                <a:lnTo>
                  <a:pt x="3034" y="16"/>
                </a:lnTo>
                <a:lnTo>
                  <a:pt x="3005" y="16"/>
                </a:lnTo>
                <a:lnTo>
                  <a:pt x="3005" y="0"/>
                </a:lnTo>
                <a:moveTo>
                  <a:pt x="3063" y="0"/>
                </a:moveTo>
                <a:lnTo>
                  <a:pt x="3093" y="0"/>
                </a:lnTo>
                <a:lnTo>
                  <a:pt x="3093" y="16"/>
                </a:lnTo>
                <a:lnTo>
                  <a:pt x="3063" y="16"/>
                </a:lnTo>
                <a:lnTo>
                  <a:pt x="3063" y="0"/>
                </a:lnTo>
                <a:moveTo>
                  <a:pt x="3122" y="0"/>
                </a:moveTo>
                <a:lnTo>
                  <a:pt x="3151" y="0"/>
                </a:lnTo>
                <a:lnTo>
                  <a:pt x="3151" y="16"/>
                </a:lnTo>
                <a:lnTo>
                  <a:pt x="3122" y="16"/>
                </a:lnTo>
                <a:lnTo>
                  <a:pt x="3122" y="0"/>
                </a:lnTo>
                <a:moveTo>
                  <a:pt x="3180" y="0"/>
                </a:moveTo>
                <a:lnTo>
                  <a:pt x="3210" y="0"/>
                </a:lnTo>
                <a:lnTo>
                  <a:pt x="3210" y="16"/>
                </a:lnTo>
                <a:lnTo>
                  <a:pt x="3180" y="16"/>
                </a:lnTo>
                <a:lnTo>
                  <a:pt x="3180" y="0"/>
                </a:lnTo>
                <a:moveTo>
                  <a:pt x="3239" y="0"/>
                </a:moveTo>
                <a:lnTo>
                  <a:pt x="3268" y="0"/>
                </a:lnTo>
                <a:lnTo>
                  <a:pt x="3268" y="16"/>
                </a:lnTo>
                <a:lnTo>
                  <a:pt x="3239" y="16"/>
                </a:lnTo>
                <a:lnTo>
                  <a:pt x="3239" y="0"/>
                </a:lnTo>
                <a:moveTo>
                  <a:pt x="3297" y="0"/>
                </a:moveTo>
                <a:lnTo>
                  <a:pt x="3327" y="0"/>
                </a:lnTo>
                <a:lnTo>
                  <a:pt x="3327" y="16"/>
                </a:lnTo>
                <a:lnTo>
                  <a:pt x="3297" y="16"/>
                </a:lnTo>
                <a:lnTo>
                  <a:pt x="3297" y="0"/>
                </a:lnTo>
                <a:moveTo>
                  <a:pt x="3356" y="0"/>
                </a:moveTo>
                <a:lnTo>
                  <a:pt x="3385" y="0"/>
                </a:lnTo>
                <a:lnTo>
                  <a:pt x="3385" y="16"/>
                </a:lnTo>
                <a:lnTo>
                  <a:pt x="3356" y="16"/>
                </a:lnTo>
                <a:lnTo>
                  <a:pt x="3356" y="0"/>
                </a:lnTo>
                <a:moveTo>
                  <a:pt x="3414" y="0"/>
                </a:moveTo>
                <a:lnTo>
                  <a:pt x="3444" y="0"/>
                </a:lnTo>
                <a:lnTo>
                  <a:pt x="3444" y="16"/>
                </a:lnTo>
                <a:lnTo>
                  <a:pt x="3414" y="16"/>
                </a:lnTo>
                <a:lnTo>
                  <a:pt x="3414" y="0"/>
                </a:lnTo>
                <a:moveTo>
                  <a:pt x="3473" y="0"/>
                </a:moveTo>
                <a:lnTo>
                  <a:pt x="3502" y="0"/>
                </a:lnTo>
                <a:lnTo>
                  <a:pt x="3502" y="16"/>
                </a:lnTo>
                <a:lnTo>
                  <a:pt x="3473" y="16"/>
                </a:lnTo>
                <a:lnTo>
                  <a:pt x="3473" y="0"/>
                </a:lnTo>
                <a:moveTo>
                  <a:pt x="3531" y="0"/>
                </a:moveTo>
                <a:lnTo>
                  <a:pt x="3561" y="0"/>
                </a:lnTo>
                <a:lnTo>
                  <a:pt x="3561" y="16"/>
                </a:lnTo>
                <a:lnTo>
                  <a:pt x="3531" y="16"/>
                </a:lnTo>
                <a:lnTo>
                  <a:pt x="3531" y="0"/>
                </a:lnTo>
                <a:moveTo>
                  <a:pt x="3590" y="0"/>
                </a:moveTo>
                <a:lnTo>
                  <a:pt x="3619" y="0"/>
                </a:lnTo>
                <a:lnTo>
                  <a:pt x="3619" y="16"/>
                </a:lnTo>
                <a:lnTo>
                  <a:pt x="3590" y="16"/>
                </a:lnTo>
                <a:lnTo>
                  <a:pt x="3590" y="0"/>
                </a:lnTo>
                <a:moveTo>
                  <a:pt x="3648" y="0"/>
                </a:moveTo>
                <a:lnTo>
                  <a:pt x="3678" y="0"/>
                </a:lnTo>
                <a:lnTo>
                  <a:pt x="3678" y="16"/>
                </a:lnTo>
                <a:lnTo>
                  <a:pt x="3648" y="16"/>
                </a:lnTo>
                <a:lnTo>
                  <a:pt x="3648" y="0"/>
                </a:lnTo>
                <a:moveTo>
                  <a:pt x="3707" y="0"/>
                </a:moveTo>
                <a:lnTo>
                  <a:pt x="3736" y="0"/>
                </a:lnTo>
                <a:lnTo>
                  <a:pt x="3736" y="16"/>
                </a:lnTo>
                <a:lnTo>
                  <a:pt x="3707" y="16"/>
                </a:lnTo>
                <a:lnTo>
                  <a:pt x="3707" y="0"/>
                </a:lnTo>
                <a:moveTo>
                  <a:pt x="3765" y="0"/>
                </a:moveTo>
                <a:lnTo>
                  <a:pt x="3795" y="0"/>
                </a:lnTo>
                <a:lnTo>
                  <a:pt x="3795" y="16"/>
                </a:lnTo>
                <a:lnTo>
                  <a:pt x="3765" y="16"/>
                </a:lnTo>
                <a:lnTo>
                  <a:pt x="3765" y="0"/>
                </a:lnTo>
                <a:moveTo>
                  <a:pt x="3824" y="0"/>
                </a:moveTo>
                <a:lnTo>
                  <a:pt x="3853" y="0"/>
                </a:lnTo>
                <a:lnTo>
                  <a:pt x="3853" y="16"/>
                </a:lnTo>
                <a:lnTo>
                  <a:pt x="3824" y="16"/>
                </a:lnTo>
                <a:lnTo>
                  <a:pt x="3824" y="0"/>
                </a:lnTo>
                <a:moveTo>
                  <a:pt x="3882" y="0"/>
                </a:moveTo>
                <a:lnTo>
                  <a:pt x="3912" y="0"/>
                </a:lnTo>
                <a:lnTo>
                  <a:pt x="3912" y="16"/>
                </a:lnTo>
                <a:lnTo>
                  <a:pt x="3882" y="16"/>
                </a:lnTo>
                <a:lnTo>
                  <a:pt x="3882" y="0"/>
                </a:lnTo>
                <a:moveTo>
                  <a:pt x="3941" y="0"/>
                </a:moveTo>
                <a:lnTo>
                  <a:pt x="3970" y="0"/>
                </a:lnTo>
                <a:lnTo>
                  <a:pt x="3970" y="16"/>
                </a:lnTo>
                <a:lnTo>
                  <a:pt x="3941" y="16"/>
                </a:lnTo>
                <a:lnTo>
                  <a:pt x="3941" y="0"/>
                </a:lnTo>
                <a:moveTo>
                  <a:pt x="3999" y="0"/>
                </a:moveTo>
                <a:lnTo>
                  <a:pt x="4029" y="0"/>
                </a:lnTo>
                <a:lnTo>
                  <a:pt x="4029" y="16"/>
                </a:lnTo>
                <a:lnTo>
                  <a:pt x="3999" y="16"/>
                </a:lnTo>
                <a:lnTo>
                  <a:pt x="3999" y="0"/>
                </a:lnTo>
                <a:moveTo>
                  <a:pt x="4058" y="0"/>
                </a:moveTo>
                <a:lnTo>
                  <a:pt x="4087" y="0"/>
                </a:lnTo>
                <a:lnTo>
                  <a:pt x="4087" y="16"/>
                </a:lnTo>
                <a:lnTo>
                  <a:pt x="4058" y="16"/>
                </a:lnTo>
                <a:lnTo>
                  <a:pt x="4058" y="0"/>
                </a:lnTo>
                <a:moveTo>
                  <a:pt x="4116" y="0"/>
                </a:moveTo>
                <a:lnTo>
                  <a:pt x="4146" y="0"/>
                </a:lnTo>
                <a:lnTo>
                  <a:pt x="4146" y="16"/>
                </a:lnTo>
                <a:lnTo>
                  <a:pt x="4116" y="16"/>
                </a:lnTo>
                <a:lnTo>
                  <a:pt x="4116" y="0"/>
                </a:lnTo>
                <a:moveTo>
                  <a:pt x="4175" y="0"/>
                </a:moveTo>
                <a:lnTo>
                  <a:pt x="4204" y="0"/>
                </a:lnTo>
                <a:lnTo>
                  <a:pt x="4204" y="16"/>
                </a:lnTo>
                <a:lnTo>
                  <a:pt x="4175" y="16"/>
                </a:lnTo>
                <a:lnTo>
                  <a:pt x="4175" y="0"/>
                </a:lnTo>
                <a:moveTo>
                  <a:pt x="4233" y="0"/>
                </a:moveTo>
                <a:lnTo>
                  <a:pt x="4263" y="0"/>
                </a:lnTo>
                <a:lnTo>
                  <a:pt x="4263" y="16"/>
                </a:lnTo>
                <a:lnTo>
                  <a:pt x="4233" y="16"/>
                </a:lnTo>
                <a:lnTo>
                  <a:pt x="4233" y="0"/>
                </a:lnTo>
                <a:moveTo>
                  <a:pt x="4292" y="0"/>
                </a:moveTo>
                <a:lnTo>
                  <a:pt x="4321" y="0"/>
                </a:lnTo>
                <a:lnTo>
                  <a:pt x="4321" y="16"/>
                </a:lnTo>
                <a:lnTo>
                  <a:pt x="4292" y="16"/>
                </a:lnTo>
                <a:lnTo>
                  <a:pt x="4292" y="0"/>
                </a:lnTo>
                <a:moveTo>
                  <a:pt x="4350" y="0"/>
                </a:moveTo>
                <a:lnTo>
                  <a:pt x="4381" y="0"/>
                </a:lnTo>
                <a:lnTo>
                  <a:pt x="4381" y="16"/>
                </a:lnTo>
                <a:lnTo>
                  <a:pt x="4350" y="16"/>
                </a:lnTo>
                <a:lnTo>
                  <a:pt x="4350" y="0"/>
                </a:lnTo>
                <a:moveTo>
                  <a:pt x="4410" y="0"/>
                </a:moveTo>
                <a:lnTo>
                  <a:pt x="4439" y="0"/>
                </a:lnTo>
                <a:lnTo>
                  <a:pt x="4439" y="16"/>
                </a:lnTo>
                <a:lnTo>
                  <a:pt x="4410" y="16"/>
                </a:lnTo>
                <a:lnTo>
                  <a:pt x="4410" y="0"/>
                </a:lnTo>
                <a:moveTo>
                  <a:pt x="4468" y="0"/>
                </a:moveTo>
                <a:lnTo>
                  <a:pt x="4498" y="0"/>
                </a:lnTo>
                <a:lnTo>
                  <a:pt x="4498" y="16"/>
                </a:lnTo>
                <a:lnTo>
                  <a:pt x="4468" y="16"/>
                </a:lnTo>
                <a:lnTo>
                  <a:pt x="4468" y="0"/>
                </a:lnTo>
                <a:moveTo>
                  <a:pt x="4527" y="0"/>
                </a:moveTo>
                <a:lnTo>
                  <a:pt x="4556" y="0"/>
                </a:lnTo>
                <a:lnTo>
                  <a:pt x="4556" y="16"/>
                </a:lnTo>
                <a:lnTo>
                  <a:pt x="4527" y="16"/>
                </a:lnTo>
                <a:lnTo>
                  <a:pt x="4527" y="0"/>
                </a:lnTo>
                <a:moveTo>
                  <a:pt x="4585" y="0"/>
                </a:moveTo>
                <a:lnTo>
                  <a:pt x="4615" y="0"/>
                </a:lnTo>
                <a:lnTo>
                  <a:pt x="4615" y="16"/>
                </a:lnTo>
                <a:lnTo>
                  <a:pt x="4585" y="16"/>
                </a:lnTo>
                <a:lnTo>
                  <a:pt x="4585" y="0"/>
                </a:lnTo>
                <a:moveTo>
                  <a:pt x="4644" y="0"/>
                </a:moveTo>
                <a:lnTo>
                  <a:pt x="4673" y="0"/>
                </a:lnTo>
                <a:lnTo>
                  <a:pt x="4673" y="16"/>
                </a:lnTo>
                <a:lnTo>
                  <a:pt x="4644" y="16"/>
                </a:lnTo>
                <a:lnTo>
                  <a:pt x="4644" y="0"/>
                </a:lnTo>
                <a:moveTo>
                  <a:pt x="4702" y="0"/>
                </a:moveTo>
                <a:lnTo>
                  <a:pt x="4732" y="0"/>
                </a:lnTo>
                <a:lnTo>
                  <a:pt x="4732" y="16"/>
                </a:lnTo>
                <a:lnTo>
                  <a:pt x="4702" y="16"/>
                </a:lnTo>
                <a:lnTo>
                  <a:pt x="4702" y="0"/>
                </a:lnTo>
                <a:moveTo>
                  <a:pt x="4761" y="0"/>
                </a:moveTo>
                <a:lnTo>
                  <a:pt x="4790" y="0"/>
                </a:lnTo>
                <a:lnTo>
                  <a:pt x="4790" y="16"/>
                </a:lnTo>
                <a:lnTo>
                  <a:pt x="4761" y="16"/>
                </a:lnTo>
                <a:lnTo>
                  <a:pt x="4761" y="0"/>
                </a:lnTo>
                <a:moveTo>
                  <a:pt x="4819" y="0"/>
                </a:moveTo>
                <a:lnTo>
                  <a:pt x="4849" y="0"/>
                </a:lnTo>
                <a:lnTo>
                  <a:pt x="4849" y="16"/>
                </a:lnTo>
                <a:lnTo>
                  <a:pt x="4819" y="16"/>
                </a:lnTo>
                <a:lnTo>
                  <a:pt x="4819" y="0"/>
                </a:lnTo>
                <a:moveTo>
                  <a:pt x="4878" y="0"/>
                </a:moveTo>
                <a:lnTo>
                  <a:pt x="4907" y="0"/>
                </a:lnTo>
                <a:lnTo>
                  <a:pt x="4907" y="16"/>
                </a:lnTo>
                <a:lnTo>
                  <a:pt x="4878" y="16"/>
                </a:lnTo>
                <a:lnTo>
                  <a:pt x="4878" y="0"/>
                </a:lnTo>
                <a:moveTo>
                  <a:pt x="4936" y="0"/>
                </a:moveTo>
                <a:lnTo>
                  <a:pt x="4966" y="0"/>
                </a:lnTo>
                <a:lnTo>
                  <a:pt x="4966" y="16"/>
                </a:lnTo>
                <a:lnTo>
                  <a:pt x="4936" y="16"/>
                </a:lnTo>
                <a:lnTo>
                  <a:pt x="4936" y="0"/>
                </a:lnTo>
                <a:moveTo>
                  <a:pt x="4995" y="0"/>
                </a:moveTo>
                <a:lnTo>
                  <a:pt x="5024" y="0"/>
                </a:lnTo>
                <a:lnTo>
                  <a:pt x="5024" y="16"/>
                </a:lnTo>
                <a:lnTo>
                  <a:pt x="4995" y="16"/>
                </a:lnTo>
                <a:lnTo>
                  <a:pt x="4995" y="0"/>
                </a:lnTo>
                <a:moveTo>
                  <a:pt x="5053" y="0"/>
                </a:moveTo>
                <a:lnTo>
                  <a:pt x="5083" y="0"/>
                </a:lnTo>
                <a:lnTo>
                  <a:pt x="5083" y="16"/>
                </a:lnTo>
                <a:lnTo>
                  <a:pt x="5053" y="16"/>
                </a:lnTo>
                <a:lnTo>
                  <a:pt x="5053" y="0"/>
                </a:lnTo>
                <a:moveTo>
                  <a:pt x="5112" y="0"/>
                </a:moveTo>
                <a:lnTo>
                  <a:pt x="5141" y="0"/>
                </a:lnTo>
                <a:lnTo>
                  <a:pt x="5141" y="16"/>
                </a:lnTo>
                <a:lnTo>
                  <a:pt x="5112" y="16"/>
                </a:lnTo>
                <a:lnTo>
                  <a:pt x="5112" y="0"/>
                </a:lnTo>
                <a:moveTo>
                  <a:pt x="5170" y="0"/>
                </a:moveTo>
                <a:lnTo>
                  <a:pt x="5200" y="0"/>
                </a:lnTo>
                <a:lnTo>
                  <a:pt x="5200" y="16"/>
                </a:lnTo>
                <a:lnTo>
                  <a:pt x="5170" y="16"/>
                </a:lnTo>
                <a:lnTo>
                  <a:pt x="5170" y="0"/>
                </a:lnTo>
                <a:moveTo>
                  <a:pt x="5229" y="0"/>
                </a:moveTo>
                <a:lnTo>
                  <a:pt x="5258" y="0"/>
                </a:lnTo>
                <a:lnTo>
                  <a:pt x="5258" y="16"/>
                </a:lnTo>
                <a:lnTo>
                  <a:pt x="5229" y="16"/>
                </a:lnTo>
                <a:lnTo>
                  <a:pt x="5229" y="0"/>
                </a:lnTo>
                <a:moveTo>
                  <a:pt x="5287" y="0"/>
                </a:moveTo>
                <a:lnTo>
                  <a:pt x="5317" y="0"/>
                </a:lnTo>
                <a:lnTo>
                  <a:pt x="5317" y="16"/>
                </a:lnTo>
                <a:lnTo>
                  <a:pt x="5287" y="16"/>
                </a:lnTo>
                <a:lnTo>
                  <a:pt x="5287" y="0"/>
                </a:lnTo>
                <a:moveTo>
                  <a:pt x="5346" y="0"/>
                </a:moveTo>
                <a:lnTo>
                  <a:pt x="5375" y="0"/>
                </a:lnTo>
                <a:lnTo>
                  <a:pt x="5375" y="16"/>
                </a:lnTo>
                <a:lnTo>
                  <a:pt x="5346" y="16"/>
                </a:lnTo>
                <a:lnTo>
                  <a:pt x="5346" y="0"/>
                </a:lnTo>
                <a:moveTo>
                  <a:pt x="5404" y="0"/>
                </a:moveTo>
                <a:lnTo>
                  <a:pt x="5434" y="0"/>
                </a:lnTo>
                <a:lnTo>
                  <a:pt x="5434" y="16"/>
                </a:lnTo>
                <a:lnTo>
                  <a:pt x="5404" y="16"/>
                </a:lnTo>
                <a:lnTo>
                  <a:pt x="5404" y="0"/>
                </a:lnTo>
                <a:moveTo>
                  <a:pt x="5463" y="0"/>
                </a:moveTo>
                <a:lnTo>
                  <a:pt x="5492" y="0"/>
                </a:lnTo>
                <a:lnTo>
                  <a:pt x="5492" y="16"/>
                </a:lnTo>
                <a:lnTo>
                  <a:pt x="5463" y="16"/>
                </a:lnTo>
                <a:lnTo>
                  <a:pt x="5463" y="0"/>
                </a:lnTo>
                <a:moveTo>
                  <a:pt x="5521" y="0"/>
                </a:moveTo>
                <a:lnTo>
                  <a:pt x="5551" y="0"/>
                </a:lnTo>
                <a:lnTo>
                  <a:pt x="5551" y="16"/>
                </a:lnTo>
                <a:lnTo>
                  <a:pt x="5521" y="16"/>
                </a:lnTo>
                <a:lnTo>
                  <a:pt x="5521" y="0"/>
                </a:lnTo>
                <a:moveTo>
                  <a:pt x="5580" y="0"/>
                </a:moveTo>
                <a:lnTo>
                  <a:pt x="5609" y="0"/>
                </a:lnTo>
                <a:lnTo>
                  <a:pt x="5609" y="16"/>
                </a:lnTo>
                <a:lnTo>
                  <a:pt x="5580" y="16"/>
                </a:lnTo>
                <a:lnTo>
                  <a:pt x="5580" y="0"/>
                </a:lnTo>
                <a:moveTo>
                  <a:pt x="5638" y="0"/>
                </a:moveTo>
                <a:lnTo>
                  <a:pt x="5668" y="0"/>
                </a:lnTo>
                <a:lnTo>
                  <a:pt x="5668" y="16"/>
                </a:lnTo>
                <a:lnTo>
                  <a:pt x="5638" y="16"/>
                </a:lnTo>
                <a:lnTo>
                  <a:pt x="5638" y="0"/>
                </a:lnTo>
                <a:moveTo>
                  <a:pt x="5697" y="0"/>
                </a:moveTo>
                <a:lnTo>
                  <a:pt x="5726" y="0"/>
                </a:lnTo>
                <a:lnTo>
                  <a:pt x="5726" y="16"/>
                </a:lnTo>
                <a:lnTo>
                  <a:pt x="5697" y="16"/>
                </a:lnTo>
                <a:lnTo>
                  <a:pt x="5697" y="0"/>
                </a:lnTo>
                <a:moveTo>
                  <a:pt x="5755" y="0"/>
                </a:moveTo>
                <a:lnTo>
                  <a:pt x="5785" y="0"/>
                </a:lnTo>
                <a:lnTo>
                  <a:pt x="5785" y="16"/>
                </a:lnTo>
                <a:lnTo>
                  <a:pt x="5755" y="16"/>
                </a:lnTo>
                <a:lnTo>
                  <a:pt x="5755" y="0"/>
                </a:lnTo>
                <a:moveTo>
                  <a:pt x="5814" y="0"/>
                </a:moveTo>
                <a:lnTo>
                  <a:pt x="5843" y="0"/>
                </a:lnTo>
                <a:lnTo>
                  <a:pt x="5843" y="16"/>
                </a:lnTo>
                <a:lnTo>
                  <a:pt x="5814" y="16"/>
                </a:lnTo>
                <a:lnTo>
                  <a:pt x="5814" y="0"/>
                </a:lnTo>
                <a:moveTo>
                  <a:pt x="5872" y="0"/>
                </a:moveTo>
                <a:lnTo>
                  <a:pt x="5902" y="0"/>
                </a:lnTo>
                <a:lnTo>
                  <a:pt x="5902" y="16"/>
                </a:lnTo>
                <a:lnTo>
                  <a:pt x="5872" y="16"/>
                </a:lnTo>
                <a:lnTo>
                  <a:pt x="5872" y="0"/>
                </a:lnTo>
                <a:moveTo>
                  <a:pt x="5931" y="0"/>
                </a:moveTo>
                <a:lnTo>
                  <a:pt x="5960" y="0"/>
                </a:lnTo>
                <a:lnTo>
                  <a:pt x="5960" y="16"/>
                </a:lnTo>
                <a:lnTo>
                  <a:pt x="5931" y="16"/>
                </a:lnTo>
                <a:lnTo>
                  <a:pt x="5931" y="0"/>
                </a:lnTo>
                <a:moveTo>
                  <a:pt x="5989" y="0"/>
                </a:moveTo>
                <a:lnTo>
                  <a:pt x="6019" y="0"/>
                </a:lnTo>
                <a:lnTo>
                  <a:pt x="6019" y="16"/>
                </a:lnTo>
                <a:lnTo>
                  <a:pt x="5989" y="16"/>
                </a:lnTo>
                <a:lnTo>
                  <a:pt x="5989" y="0"/>
                </a:lnTo>
                <a:moveTo>
                  <a:pt x="6048" y="0"/>
                </a:moveTo>
                <a:lnTo>
                  <a:pt x="6077" y="0"/>
                </a:lnTo>
                <a:lnTo>
                  <a:pt x="6077" y="16"/>
                </a:lnTo>
                <a:lnTo>
                  <a:pt x="6048" y="16"/>
                </a:lnTo>
                <a:lnTo>
                  <a:pt x="6048" y="0"/>
                </a:lnTo>
                <a:moveTo>
                  <a:pt x="6106" y="0"/>
                </a:moveTo>
                <a:lnTo>
                  <a:pt x="6136" y="0"/>
                </a:lnTo>
                <a:lnTo>
                  <a:pt x="6136" y="16"/>
                </a:lnTo>
                <a:lnTo>
                  <a:pt x="6106" y="16"/>
                </a:lnTo>
                <a:lnTo>
                  <a:pt x="6106" y="0"/>
                </a:lnTo>
                <a:moveTo>
                  <a:pt x="6165" y="0"/>
                </a:moveTo>
                <a:lnTo>
                  <a:pt x="6194" y="0"/>
                </a:lnTo>
                <a:lnTo>
                  <a:pt x="6194" y="16"/>
                </a:lnTo>
                <a:lnTo>
                  <a:pt x="6165" y="16"/>
                </a:lnTo>
                <a:lnTo>
                  <a:pt x="6165" y="0"/>
                </a:lnTo>
                <a:moveTo>
                  <a:pt x="6223" y="0"/>
                </a:moveTo>
                <a:lnTo>
                  <a:pt x="6253" y="0"/>
                </a:lnTo>
                <a:lnTo>
                  <a:pt x="6253" y="16"/>
                </a:lnTo>
                <a:lnTo>
                  <a:pt x="6223" y="16"/>
                </a:lnTo>
                <a:lnTo>
                  <a:pt x="6223" y="0"/>
                </a:lnTo>
                <a:moveTo>
                  <a:pt x="6282" y="0"/>
                </a:moveTo>
                <a:lnTo>
                  <a:pt x="6311" y="0"/>
                </a:lnTo>
                <a:lnTo>
                  <a:pt x="6311" y="16"/>
                </a:lnTo>
                <a:lnTo>
                  <a:pt x="6282" y="16"/>
                </a:lnTo>
                <a:lnTo>
                  <a:pt x="6282" y="0"/>
                </a:lnTo>
                <a:moveTo>
                  <a:pt x="6340" y="0"/>
                </a:moveTo>
                <a:lnTo>
                  <a:pt x="6370" y="0"/>
                </a:lnTo>
                <a:lnTo>
                  <a:pt x="6370" y="16"/>
                </a:lnTo>
                <a:lnTo>
                  <a:pt x="6340" y="16"/>
                </a:lnTo>
                <a:lnTo>
                  <a:pt x="6340" y="0"/>
                </a:lnTo>
                <a:moveTo>
                  <a:pt x="6399" y="0"/>
                </a:moveTo>
                <a:lnTo>
                  <a:pt x="6428" y="0"/>
                </a:lnTo>
                <a:lnTo>
                  <a:pt x="6428" y="16"/>
                </a:lnTo>
                <a:lnTo>
                  <a:pt x="6399" y="16"/>
                </a:lnTo>
                <a:lnTo>
                  <a:pt x="6399" y="0"/>
                </a:lnTo>
                <a:moveTo>
                  <a:pt x="6457" y="0"/>
                </a:moveTo>
                <a:lnTo>
                  <a:pt x="6487" y="0"/>
                </a:lnTo>
                <a:lnTo>
                  <a:pt x="6487" y="16"/>
                </a:lnTo>
                <a:lnTo>
                  <a:pt x="6457" y="16"/>
                </a:lnTo>
                <a:lnTo>
                  <a:pt x="6457" y="0"/>
                </a:lnTo>
                <a:moveTo>
                  <a:pt x="6516" y="0"/>
                </a:moveTo>
                <a:lnTo>
                  <a:pt x="6530" y="0"/>
                </a:lnTo>
                <a:cubicBezTo>
                  <a:pt x="6535" y="0"/>
                  <a:pt x="6540" y="0"/>
                  <a:pt x="6545" y="1"/>
                </a:cubicBezTo>
                <a:lnTo>
                  <a:pt x="6544" y="16"/>
                </a:lnTo>
                <a:cubicBezTo>
                  <a:pt x="6539" y="16"/>
                  <a:pt x="6535" y="16"/>
                  <a:pt x="6530" y="16"/>
                </a:cubicBezTo>
                <a:lnTo>
                  <a:pt x="6516" y="16"/>
                </a:lnTo>
                <a:lnTo>
                  <a:pt x="6516" y="0"/>
                </a:lnTo>
                <a:moveTo>
                  <a:pt x="6576" y="8"/>
                </a:moveTo>
                <a:cubicBezTo>
                  <a:pt x="6586" y="11"/>
                  <a:pt x="6595" y="17"/>
                  <a:pt x="6604" y="22"/>
                </a:cubicBezTo>
                <a:lnTo>
                  <a:pt x="6596" y="34"/>
                </a:lnTo>
                <a:cubicBezTo>
                  <a:pt x="6588" y="30"/>
                  <a:pt x="6580" y="26"/>
                  <a:pt x="6571" y="23"/>
                </a:cubicBezTo>
                <a:lnTo>
                  <a:pt x="6576" y="8"/>
                </a:lnTo>
                <a:moveTo>
                  <a:pt x="6628" y="42"/>
                </a:moveTo>
                <a:cubicBezTo>
                  <a:pt x="6636" y="49"/>
                  <a:pt x="6642" y="57"/>
                  <a:pt x="6648" y="66"/>
                </a:cubicBezTo>
                <a:lnTo>
                  <a:pt x="6636" y="74"/>
                </a:lnTo>
                <a:cubicBezTo>
                  <a:pt x="6631" y="66"/>
                  <a:pt x="6625" y="59"/>
                  <a:pt x="6618" y="52"/>
                </a:cubicBezTo>
                <a:lnTo>
                  <a:pt x="6628" y="42"/>
                </a:lnTo>
                <a:moveTo>
                  <a:pt x="6661" y="94"/>
                </a:moveTo>
                <a:cubicBezTo>
                  <a:pt x="6665" y="104"/>
                  <a:pt x="6667" y="114"/>
                  <a:pt x="6668" y="124"/>
                </a:cubicBezTo>
                <a:lnTo>
                  <a:pt x="6654" y="126"/>
                </a:lnTo>
                <a:cubicBezTo>
                  <a:pt x="6653" y="117"/>
                  <a:pt x="6651" y="108"/>
                  <a:pt x="6648" y="99"/>
                </a:cubicBezTo>
                <a:lnTo>
                  <a:pt x="6661" y="94"/>
                </a:lnTo>
                <a:moveTo>
                  <a:pt x="6669" y="154"/>
                </a:moveTo>
                <a:lnTo>
                  <a:pt x="6669" y="155"/>
                </a:lnTo>
                <a:cubicBezTo>
                  <a:pt x="6669" y="164"/>
                  <a:pt x="6668" y="174"/>
                  <a:pt x="6666" y="184"/>
                </a:cubicBezTo>
                <a:lnTo>
                  <a:pt x="6652" y="181"/>
                </a:lnTo>
                <a:cubicBezTo>
                  <a:pt x="6654" y="172"/>
                  <a:pt x="6655" y="163"/>
                  <a:pt x="6655" y="155"/>
                </a:cubicBezTo>
                <a:lnTo>
                  <a:pt x="6655" y="154"/>
                </a:lnTo>
                <a:lnTo>
                  <a:pt x="6669" y="154"/>
                </a:lnTo>
                <a:moveTo>
                  <a:pt x="6656" y="214"/>
                </a:moveTo>
                <a:cubicBezTo>
                  <a:pt x="6652" y="223"/>
                  <a:pt x="6646" y="232"/>
                  <a:pt x="6640" y="240"/>
                </a:cubicBezTo>
                <a:lnTo>
                  <a:pt x="6628" y="231"/>
                </a:lnTo>
                <a:cubicBezTo>
                  <a:pt x="6634" y="224"/>
                  <a:pt x="6639" y="216"/>
                  <a:pt x="6643" y="208"/>
                </a:cubicBezTo>
                <a:lnTo>
                  <a:pt x="6656" y="214"/>
                </a:lnTo>
                <a:moveTo>
                  <a:pt x="6618" y="263"/>
                </a:moveTo>
                <a:cubicBezTo>
                  <a:pt x="6610" y="269"/>
                  <a:pt x="6601" y="275"/>
                  <a:pt x="6592" y="279"/>
                </a:cubicBezTo>
                <a:lnTo>
                  <a:pt x="6585" y="266"/>
                </a:lnTo>
                <a:cubicBezTo>
                  <a:pt x="6593" y="262"/>
                  <a:pt x="6601" y="257"/>
                  <a:pt x="6609" y="251"/>
                </a:cubicBezTo>
                <a:lnTo>
                  <a:pt x="6618" y="263"/>
                </a:lnTo>
                <a:moveTo>
                  <a:pt x="6562" y="290"/>
                </a:moveTo>
                <a:cubicBezTo>
                  <a:pt x="6552" y="292"/>
                  <a:pt x="6542" y="293"/>
                  <a:pt x="6532" y="293"/>
                </a:cubicBezTo>
                <a:lnTo>
                  <a:pt x="6532" y="279"/>
                </a:lnTo>
                <a:cubicBezTo>
                  <a:pt x="6541" y="279"/>
                  <a:pt x="6550" y="278"/>
                  <a:pt x="6559" y="276"/>
                </a:cubicBezTo>
                <a:lnTo>
                  <a:pt x="6562" y="290"/>
                </a:lnTo>
                <a:moveTo>
                  <a:pt x="6502" y="293"/>
                </a:moveTo>
                <a:lnTo>
                  <a:pt x="6473" y="293"/>
                </a:lnTo>
                <a:lnTo>
                  <a:pt x="6473" y="279"/>
                </a:lnTo>
                <a:lnTo>
                  <a:pt x="6502" y="279"/>
                </a:lnTo>
                <a:lnTo>
                  <a:pt x="6502" y="293"/>
                </a:lnTo>
                <a:moveTo>
                  <a:pt x="6444" y="293"/>
                </a:moveTo>
                <a:lnTo>
                  <a:pt x="6415" y="293"/>
                </a:lnTo>
                <a:lnTo>
                  <a:pt x="6415" y="279"/>
                </a:lnTo>
                <a:lnTo>
                  <a:pt x="6444" y="279"/>
                </a:lnTo>
                <a:lnTo>
                  <a:pt x="6444" y="293"/>
                </a:lnTo>
                <a:moveTo>
                  <a:pt x="6385" y="293"/>
                </a:moveTo>
                <a:lnTo>
                  <a:pt x="6356" y="293"/>
                </a:lnTo>
                <a:lnTo>
                  <a:pt x="6356" y="279"/>
                </a:lnTo>
                <a:lnTo>
                  <a:pt x="6385" y="279"/>
                </a:lnTo>
                <a:lnTo>
                  <a:pt x="6385" y="293"/>
                </a:lnTo>
                <a:moveTo>
                  <a:pt x="6327" y="293"/>
                </a:moveTo>
                <a:lnTo>
                  <a:pt x="6298" y="293"/>
                </a:lnTo>
                <a:lnTo>
                  <a:pt x="6298" y="279"/>
                </a:lnTo>
                <a:lnTo>
                  <a:pt x="6327" y="279"/>
                </a:lnTo>
                <a:lnTo>
                  <a:pt x="6327" y="293"/>
                </a:lnTo>
                <a:moveTo>
                  <a:pt x="6268" y="293"/>
                </a:moveTo>
                <a:lnTo>
                  <a:pt x="6239" y="293"/>
                </a:lnTo>
                <a:lnTo>
                  <a:pt x="6239" y="279"/>
                </a:lnTo>
                <a:lnTo>
                  <a:pt x="6268" y="279"/>
                </a:lnTo>
                <a:lnTo>
                  <a:pt x="6268" y="293"/>
                </a:lnTo>
                <a:moveTo>
                  <a:pt x="6210" y="293"/>
                </a:moveTo>
                <a:lnTo>
                  <a:pt x="6181" y="293"/>
                </a:lnTo>
                <a:lnTo>
                  <a:pt x="6181" y="279"/>
                </a:lnTo>
                <a:lnTo>
                  <a:pt x="6210" y="279"/>
                </a:lnTo>
                <a:lnTo>
                  <a:pt x="6210" y="293"/>
                </a:lnTo>
                <a:moveTo>
                  <a:pt x="6151" y="293"/>
                </a:moveTo>
                <a:lnTo>
                  <a:pt x="6122" y="293"/>
                </a:lnTo>
                <a:lnTo>
                  <a:pt x="6122" y="279"/>
                </a:lnTo>
                <a:lnTo>
                  <a:pt x="6151" y="279"/>
                </a:lnTo>
                <a:lnTo>
                  <a:pt x="6151" y="293"/>
                </a:lnTo>
                <a:moveTo>
                  <a:pt x="6093" y="293"/>
                </a:moveTo>
                <a:lnTo>
                  <a:pt x="6064" y="293"/>
                </a:lnTo>
                <a:lnTo>
                  <a:pt x="6064" y="279"/>
                </a:lnTo>
                <a:lnTo>
                  <a:pt x="6093" y="279"/>
                </a:lnTo>
                <a:lnTo>
                  <a:pt x="6093" y="293"/>
                </a:lnTo>
                <a:moveTo>
                  <a:pt x="6035" y="293"/>
                </a:moveTo>
                <a:lnTo>
                  <a:pt x="6005" y="293"/>
                </a:lnTo>
                <a:lnTo>
                  <a:pt x="6005" y="279"/>
                </a:lnTo>
                <a:lnTo>
                  <a:pt x="6035" y="279"/>
                </a:lnTo>
                <a:lnTo>
                  <a:pt x="6035" y="293"/>
                </a:lnTo>
                <a:moveTo>
                  <a:pt x="5976" y="293"/>
                </a:moveTo>
                <a:lnTo>
                  <a:pt x="5947" y="293"/>
                </a:lnTo>
                <a:lnTo>
                  <a:pt x="5947" y="279"/>
                </a:lnTo>
                <a:lnTo>
                  <a:pt x="5976" y="279"/>
                </a:lnTo>
                <a:lnTo>
                  <a:pt x="5976" y="293"/>
                </a:lnTo>
                <a:moveTo>
                  <a:pt x="5918" y="293"/>
                </a:moveTo>
                <a:lnTo>
                  <a:pt x="5888" y="293"/>
                </a:lnTo>
                <a:lnTo>
                  <a:pt x="5888" y="279"/>
                </a:lnTo>
                <a:lnTo>
                  <a:pt x="5918" y="279"/>
                </a:lnTo>
                <a:lnTo>
                  <a:pt x="5918" y="293"/>
                </a:lnTo>
                <a:moveTo>
                  <a:pt x="5859" y="293"/>
                </a:moveTo>
                <a:lnTo>
                  <a:pt x="5830" y="293"/>
                </a:lnTo>
                <a:lnTo>
                  <a:pt x="5830" y="279"/>
                </a:lnTo>
                <a:lnTo>
                  <a:pt x="5859" y="279"/>
                </a:lnTo>
                <a:lnTo>
                  <a:pt x="5859" y="293"/>
                </a:lnTo>
                <a:moveTo>
                  <a:pt x="5801" y="293"/>
                </a:moveTo>
                <a:lnTo>
                  <a:pt x="5771" y="293"/>
                </a:lnTo>
                <a:lnTo>
                  <a:pt x="5771" y="279"/>
                </a:lnTo>
                <a:lnTo>
                  <a:pt x="5801" y="279"/>
                </a:lnTo>
                <a:lnTo>
                  <a:pt x="5801" y="293"/>
                </a:lnTo>
                <a:moveTo>
                  <a:pt x="5742" y="293"/>
                </a:moveTo>
                <a:lnTo>
                  <a:pt x="5713" y="293"/>
                </a:lnTo>
                <a:lnTo>
                  <a:pt x="5713" y="279"/>
                </a:lnTo>
                <a:lnTo>
                  <a:pt x="5742" y="279"/>
                </a:lnTo>
                <a:lnTo>
                  <a:pt x="5742" y="293"/>
                </a:lnTo>
                <a:moveTo>
                  <a:pt x="5684" y="293"/>
                </a:moveTo>
                <a:lnTo>
                  <a:pt x="5654" y="293"/>
                </a:lnTo>
                <a:lnTo>
                  <a:pt x="5654" y="279"/>
                </a:lnTo>
                <a:lnTo>
                  <a:pt x="5684" y="279"/>
                </a:lnTo>
                <a:lnTo>
                  <a:pt x="5684" y="293"/>
                </a:lnTo>
                <a:moveTo>
                  <a:pt x="5625" y="293"/>
                </a:moveTo>
                <a:lnTo>
                  <a:pt x="5596" y="293"/>
                </a:lnTo>
                <a:lnTo>
                  <a:pt x="5596" y="279"/>
                </a:lnTo>
                <a:lnTo>
                  <a:pt x="5625" y="279"/>
                </a:lnTo>
                <a:lnTo>
                  <a:pt x="5625" y="293"/>
                </a:lnTo>
                <a:moveTo>
                  <a:pt x="5567" y="293"/>
                </a:moveTo>
                <a:lnTo>
                  <a:pt x="5537" y="293"/>
                </a:lnTo>
                <a:lnTo>
                  <a:pt x="5537" y="279"/>
                </a:lnTo>
                <a:lnTo>
                  <a:pt x="5567" y="279"/>
                </a:lnTo>
                <a:lnTo>
                  <a:pt x="5567" y="293"/>
                </a:lnTo>
                <a:moveTo>
                  <a:pt x="5508" y="293"/>
                </a:moveTo>
                <a:lnTo>
                  <a:pt x="5479" y="293"/>
                </a:lnTo>
                <a:lnTo>
                  <a:pt x="5479" y="279"/>
                </a:lnTo>
                <a:lnTo>
                  <a:pt x="5508" y="279"/>
                </a:lnTo>
                <a:lnTo>
                  <a:pt x="5508" y="293"/>
                </a:lnTo>
                <a:moveTo>
                  <a:pt x="5450" y="293"/>
                </a:moveTo>
                <a:lnTo>
                  <a:pt x="5420" y="293"/>
                </a:lnTo>
                <a:lnTo>
                  <a:pt x="5420" y="279"/>
                </a:lnTo>
                <a:lnTo>
                  <a:pt x="5450" y="279"/>
                </a:lnTo>
                <a:lnTo>
                  <a:pt x="5450" y="293"/>
                </a:lnTo>
                <a:moveTo>
                  <a:pt x="5391" y="293"/>
                </a:moveTo>
                <a:lnTo>
                  <a:pt x="5362" y="293"/>
                </a:lnTo>
                <a:lnTo>
                  <a:pt x="5362" y="279"/>
                </a:lnTo>
                <a:lnTo>
                  <a:pt x="5391" y="279"/>
                </a:lnTo>
                <a:lnTo>
                  <a:pt x="5391" y="293"/>
                </a:lnTo>
                <a:moveTo>
                  <a:pt x="5333" y="293"/>
                </a:moveTo>
                <a:lnTo>
                  <a:pt x="5303" y="293"/>
                </a:lnTo>
                <a:lnTo>
                  <a:pt x="5303" y="279"/>
                </a:lnTo>
                <a:lnTo>
                  <a:pt x="5333" y="279"/>
                </a:lnTo>
                <a:lnTo>
                  <a:pt x="5333" y="293"/>
                </a:lnTo>
                <a:moveTo>
                  <a:pt x="5274" y="293"/>
                </a:moveTo>
                <a:lnTo>
                  <a:pt x="5245" y="293"/>
                </a:lnTo>
                <a:lnTo>
                  <a:pt x="5245" y="279"/>
                </a:lnTo>
                <a:lnTo>
                  <a:pt x="5274" y="279"/>
                </a:lnTo>
                <a:lnTo>
                  <a:pt x="5274" y="293"/>
                </a:lnTo>
                <a:moveTo>
                  <a:pt x="5216" y="293"/>
                </a:moveTo>
                <a:lnTo>
                  <a:pt x="5186" y="293"/>
                </a:lnTo>
                <a:lnTo>
                  <a:pt x="5186" y="279"/>
                </a:lnTo>
                <a:lnTo>
                  <a:pt x="5216" y="279"/>
                </a:lnTo>
                <a:lnTo>
                  <a:pt x="5216" y="293"/>
                </a:lnTo>
                <a:moveTo>
                  <a:pt x="5157" y="293"/>
                </a:moveTo>
                <a:lnTo>
                  <a:pt x="5128" y="293"/>
                </a:lnTo>
                <a:lnTo>
                  <a:pt x="5128" y="279"/>
                </a:lnTo>
                <a:lnTo>
                  <a:pt x="5157" y="279"/>
                </a:lnTo>
                <a:lnTo>
                  <a:pt x="5157" y="293"/>
                </a:lnTo>
                <a:moveTo>
                  <a:pt x="5099" y="293"/>
                </a:moveTo>
                <a:lnTo>
                  <a:pt x="5069" y="293"/>
                </a:lnTo>
                <a:lnTo>
                  <a:pt x="5069" y="279"/>
                </a:lnTo>
                <a:lnTo>
                  <a:pt x="5099" y="279"/>
                </a:lnTo>
                <a:lnTo>
                  <a:pt x="5099" y="293"/>
                </a:lnTo>
                <a:moveTo>
                  <a:pt x="5040" y="293"/>
                </a:moveTo>
                <a:lnTo>
                  <a:pt x="5011" y="293"/>
                </a:lnTo>
                <a:lnTo>
                  <a:pt x="5011" y="279"/>
                </a:lnTo>
                <a:lnTo>
                  <a:pt x="5040" y="279"/>
                </a:lnTo>
                <a:lnTo>
                  <a:pt x="5040" y="293"/>
                </a:lnTo>
                <a:moveTo>
                  <a:pt x="4982" y="293"/>
                </a:moveTo>
                <a:lnTo>
                  <a:pt x="4952" y="293"/>
                </a:lnTo>
                <a:lnTo>
                  <a:pt x="4952" y="279"/>
                </a:lnTo>
                <a:lnTo>
                  <a:pt x="4982" y="279"/>
                </a:lnTo>
                <a:lnTo>
                  <a:pt x="4982" y="293"/>
                </a:lnTo>
                <a:moveTo>
                  <a:pt x="4923" y="293"/>
                </a:moveTo>
                <a:lnTo>
                  <a:pt x="4894" y="293"/>
                </a:lnTo>
                <a:lnTo>
                  <a:pt x="4894" y="279"/>
                </a:lnTo>
                <a:lnTo>
                  <a:pt x="4923" y="279"/>
                </a:lnTo>
                <a:lnTo>
                  <a:pt x="4923" y="293"/>
                </a:lnTo>
                <a:moveTo>
                  <a:pt x="4865" y="293"/>
                </a:moveTo>
                <a:lnTo>
                  <a:pt x="4835" y="293"/>
                </a:lnTo>
                <a:lnTo>
                  <a:pt x="4835" y="279"/>
                </a:lnTo>
                <a:lnTo>
                  <a:pt x="4865" y="279"/>
                </a:lnTo>
                <a:lnTo>
                  <a:pt x="4865" y="293"/>
                </a:lnTo>
                <a:moveTo>
                  <a:pt x="4806" y="293"/>
                </a:moveTo>
                <a:lnTo>
                  <a:pt x="4777" y="293"/>
                </a:lnTo>
                <a:lnTo>
                  <a:pt x="4777" y="279"/>
                </a:lnTo>
                <a:lnTo>
                  <a:pt x="4806" y="279"/>
                </a:lnTo>
                <a:lnTo>
                  <a:pt x="4806" y="293"/>
                </a:lnTo>
                <a:moveTo>
                  <a:pt x="4748" y="293"/>
                </a:moveTo>
                <a:lnTo>
                  <a:pt x="4718" y="293"/>
                </a:lnTo>
                <a:lnTo>
                  <a:pt x="4718" y="279"/>
                </a:lnTo>
                <a:lnTo>
                  <a:pt x="4748" y="279"/>
                </a:lnTo>
                <a:lnTo>
                  <a:pt x="4748" y="293"/>
                </a:lnTo>
                <a:moveTo>
                  <a:pt x="4689" y="293"/>
                </a:moveTo>
                <a:lnTo>
                  <a:pt x="4660" y="293"/>
                </a:lnTo>
                <a:lnTo>
                  <a:pt x="4660" y="279"/>
                </a:lnTo>
                <a:lnTo>
                  <a:pt x="4689" y="279"/>
                </a:lnTo>
                <a:lnTo>
                  <a:pt x="4689" y="293"/>
                </a:lnTo>
                <a:moveTo>
                  <a:pt x="4631" y="293"/>
                </a:moveTo>
                <a:lnTo>
                  <a:pt x="4601" y="293"/>
                </a:lnTo>
                <a:lnTo>
                  <a:pt x="4601" y="279"/>
                </a:lnTo>
                <a:lnTo>
                  <a:pt x="4631" y="279"/>
                </a:lnTo>
                <a:lnTo>
                  <a:pt x="4631" y="293"/>
                </a:lnTo>
                <a:moveTo>
                  <a:pt x="4572" y="293"/>
                </a:moveTo>
                <a:lnTo>
                  <a:pt x="4543" y="293"/>
                </a:lnTo>
                <a:lnTo>
                  <a:pt x="4543" y="279"/>
                </a:lnTo>
                <a:lnTo>
                  <a:pt x="4572" y="279"/>
                </a:lnTo>
                <a:lnTo>
                  <a:pt x="4572" y="293"/>
                </a:lnTo>
                <a:moveTo>
                  <a:pt x="4514" y="293"/>
                </a:moveTo>
                <a:lnTo>
                  <a:pt x="4484" y="293"/>
                </a:lnTo>
                <a:lnTo>
                  <a:pt x="4484" y="279"/>
                </a:lnTo>
                <a:lnTo>
                  <a:pt x="4514" y="279"/>
                </a:lnTo>
                <a:lnTo>
                  <a:pt x="4514" y="293"/>
                </a:lnTo>
                <a:moveTo>
                  <a:pt x="4455" y="293"/>
                </a:moveTo>
                <a:lnTo>
                  <a:pt x="4426" y="293"/>
                </a:lnTo>
                <a:lnTo>
                  <a:pt x="4426" y="279"/>
                </a:lnTo>
                <a:lnTo>
                  <a:pt x="4455" y="279"/>
                </a:lnTo>
                <a:lnTo>
                  <a:pt x="4455" y="293"/>
                </a:lnTo>
                <a:moveTo>
                  <a:pt x="4397" y="293"/>
                </a:moveTo>
                <a:lnTo>
                  <a:pt x="4367" y="293"/>
                </a:lnTo>
                <a:lnTo>
                  <a:pt x="4367" y="279"/>
                </a:lnTo>
                <a:lnTo>
                  <a:pt x="4397" y="279"/>
                </a:lnTo>
                <a:lnTo>
                  <a:pt x="4397" y="293"/>
                </a:lnTo>
                <a:moveTo>
                  <a:pt x="4337" y="293"/>
                </a:moveTo>
                <a:lnTo>
                  <a:pt x="4308" y="293"/>
                </a:lnTo>
                <a:lnTo>
                  <a:pt x="4308" y="279"/>
                </a:lnTo>
                <a:lnTo>
                  <a:pt x="4337" y="279"/>
                </a:lnTo>
                <a:lnTo>
                  <a:pt x="4337" y="293"/>
                </a:lnTo>
                <a:moveTo>
                  <a:pt x="4279" y="293"/>
                </a:moveTo>
                <a:lnTo>
                  <a:pt x="4249" y="293"/>
                </a:lnTo>
                <a:lnTo>
                  <a:pt x="4249" y="279"/>
                </a:lnTo>
                <a:lnTo>
                  <a:pt x="4279" y="279"/>
                </a:lnTo>
                <a:lnTo>
                  <a:pt x="4279" y="293"/>
                </a:lnTo>
                <a:moveTo>
                  <a:pt x="4220" y="293"/>
                </a:moveTo>
                <a:lnTo>
                  <a:pt x="4191" y="293"/>
                </a:lnTo>
                <a:lnTo>
                  <a:pt x="4191" y="279"/>
                </a:lnTo>
                <a:lnTo>
                  <a:pt x="4220" y="279"/>
                </a:lnTo>
                <a:lnTo>
                  <a:pt x="4220" y="293"/>
                </a:lnTo>
                <a:moveTo>
                  <a:pt x="4162" y="293"/>
                </a:moveTo>
                <a:lnTo>
                  <a:pt x="4132" y="293"/>
                </a:lnTo>
                <a:lnTo>
                  <a:pt x="4132" y="279"/>
                </a:lnTo>
                <a:lnTo>
                  <a:pt x="4162" y="279"/>
                </a:lnTo>
                <a:lnTo>
                  <a:pt x="4162" y="293"/>
                </a:lnTo>
                <a:moveTo>
                  <a:pt x="4103" y="293"/>
                </a:moveTo>
                <a:lnTo>
                  <a:pt x="4074" y="293"/>
                </a:lnTo>
                <a:lnTo>
                  <a:pt x="4074" y="279"/>
                </a:lnTo>
                <a:lnTo>
                  <a:pt x="4103" y="279"/>
                </a:lnTo>
                <a:lnTo>
                  <a:pt x="4103" y="293"/>
                </a:lnTo>
                <a:moveTo>
                  <a:pt x="4045" y="293"/>
                </a:moveTo>
                <a:lnTo>
                  <a:pt x="4015" y="293"/>
                </a:lnTo>
                <a:lnTo>
                  <a:pt x="4015" y="279"/>
                </a:lnTo>
                <a:lnTo>
                  <a:pt x="4045" y="279"/>
                </a:lnTo>
                <a:lnTo>
                  <a:pt x="4045" y="293"/>
                </a:lnTo>
                <a:moveTo>
                  <a:pt x="3986" y="293"/>
                </a:moveTo>
                <a:lnTo>
                  <a:pt x="3957" y="293"/>
                </a:lnTo>
                <a:lnTo>
                  <a:pt x="3957" y="279"/>
                </a:lnTo>
                <a:lnTo>
                  <a:pt x="3986" y="279"/>
                </a:lnTo>
                <a:lnTo>
                  <a:pt x="3986" y="293"/>
                </a:lnTo>
                <a:moveTo>
                  <a:pt x="3928" y="293"/>
                </a:moveTo>
                <a:lnTo>
                  <a:pt x="3898" y="293"/>
                </a:lnTo>
                <a:lnTo>
                  <a:pt x="3898" y="279"/>
                </a:lnTo>
                <a:lnTo>
                  <a:pt x="3928" y="279"/>
                </a:lnTo>
                <a:lnTo>
                  <a:pt x="3928" y="293"/>
                </a:lnTo>
                <a:moveTo>
                  <a:pt x="3869" y="293"/>
                </a:moveTo>
                <a:lnTo>
                  <a:pt x="3840" y="293"/>
                </a:lnTo>
                <a:lnTo>
                  <a:pt x="3840" y="279"/>
                </a:lnTo>
                <a:lnTo>
                  <a:pt x="3869" y="279"/>
                </a:lnTo>
                <a:lnTo>
                  <a:pt x="3869" y="293"/>
                </a:lnTo>
                <a:moveTo>
                  <a:pt x="3811" y="293"/>
                </a:moveTo>
                <a:lnTo>
                  <a:pt x="3781" y="293"/>
                </a:lnTo>
                <a:lnTo>
                  <a:pt x="3781" y="279"/>
                </a:lnTo>
                <a:lnTo>
                  <a:pt x="3811" y="279"/>
                </a:lnTo>
                <a:lnTo>
                  <a:pt x="3811" y="293"/>
                </a:lnTo>
                <a:moveTo>
                  <a:pt x="3752" y="293"/>
                </a:moveTo>
                <a:lnTo>
                  <a:pt x="3723" y="293"/>
                </a:lnTo>
                <a:lnTo>
                  <a:pt x="3723" y="279"/>
                </a:lnTo>
                <a:lnTo>
                  <a:pt x="3752" y="279"/>
                </a:lnTo>
                <a:lnTo>
                  <a:pt x="3752" y="293"/>
                </a:lnTo>
                <a:moveTo>
                  <a:pt x="3694" y="293"/>
                </a:moveTo>
                <a:lnTo>
                  <a:pt x="3664" y="293"/>
                </a:lnTo>
                <a:lnTo>
                  <a:pt x="3664" y="279"/>
                </a:lnTo>
                <a:lnTo>
                  <a:pt x="3694" y="279"/>
                </a:lnTo>
                <a:lnTo>
                  <a:pt x="3694" y="293"/>
                </a:lnTo>
                <a:moveTo>
                  <a:pt x="3635" y="293"/>
                </a:moveTo>
                <a:lnTo>
                  <a:pt x="3606" y="293"/>
                </a:lnTo>
                <a:lnTo>
                  <a:pt x="3606" y="279"/>
                </a:lnTo>
                <a:lnTo>
                  <a:pt x="3635" y="279"/>
                </a:lnTo>
                <a:lnTo>
                  <a:pt x="3635" y="293"/>
                </a:lnTo>
                <a:moveTo>
                  <a:pt x="3577" y="293"/>
                </a:moveTo>
                <a:lnTo>
                  <a:pt x="3547" y="293"/>
                </a:lnTo>
                <a:lnTo>
                  <a:pt x="3547" y="279"/>
                </a:lnTo>
                <a:lnTo>
                  <a:pt x="3577" y="279"/>
                </a:lnTo>
                <a:lnTo>
                  <a:pt x="3577" y="293"/>
                </a:lnTo>
                <a:moveTo>
                  <a:pt x="3518" y="293"/>
                </a:moveTo>
                <a:lnTo>
                  <a:pt x="3489" y="293"/>
                </a:lnTo>
                <a:lnTo>
                  <a:pt x="3489" y="279"/>
                </a:lnTo>
                <a:lnTo>
                  <a:pt x="3518" y="279"/>
                </a:lnTo>
                <a:lnTo>
                  <a:pt x="3518" y="293"/>
                </a:lnTo>
                <a:moveTo>
                  <a:pt x="3460" y="293"/>
                </a:moveTo>
                <a:lnTo>
                  <a:pt x="3430" y="293"/>
                </a:lnTo>
                <a:lnTo>
                  <a:pt x="3430" y="279"/>
                </a:lnTo>
                <a:lnTo>
                  <a:pt x="3460" y="279"/>
                </a:lnTo>
                <a:lnTo>
                  <a:pt x="3460" y="293"/>
                </a:lnTo>
                <a:moveTo>
                  <a:pt x="3401" y="293"/>
                </a:moveTo>
                <a:lnTo>
                  <a:pt x="3372" y="293"/>
                </a:lnTo>
                <a:lnTo>
                  <a:pt x="3372" y="279"/>
                </a:lnTo>
                <a:lnTo>
                  <a:pt x="3401" y="279"/>
                </a:lnTo>
                <a:lnTo>
                  <a:pt x="3401" y="293"/>
                </a:lnTo>
                <a:moveTo>
                  <a:pt x="3343" y="293"/>
                </a:moveTo>
                <a:lnTo>
                  <a:pt x="3313" y="293"/>
                </a:lnTo>
                <a:lnTo>
                  <a:pt x="3313" y="279"/>
                </a:lnTo>
                <a:lnTo>
                  <a:pt x="3343" y="279"/>
                </a:lnTo>
                <a:lnTo>
                  <a:pt x="3343" y="293"/>
                </a:lnTo>
                <a:moveTo>
                  <a:pt x="3284" y="293"/>
                </a:moveTo>
                <a:lnTo>
                  <a:pt x="3255" y="293"/>
                </a:lnTo>
                <a:lnTo>
                  <a:pt x="3255" y="279"/>
                </a:lnTo>
                <a:lnTo>
                  <a:pt x="3284" y="279"/>
                </a:lnTo>
                <a:lnTo>
                  <a:pt x="3284" y="293"/>
                </a:lnTo>
                <a:moveTo>
                  <a:pt x="3226" y="293"/>
                </a:moveTo>
                <a:lnTo>
                  <a:pt x="3196" y="293"/>
                </a:lnTo>
                <a:lnTo>
                  <a:pt x="3196" y="279"/>
                </a:lnTo>
                <a:lnTo>
                  <a:pt x="3226" y="279"/>
                </a:lnTo>
                <a:lnTo>
                  <a:pt x="3226" y="293"/>
                </a:lnTo>
                <a:moveTo>
                  <a:pt x="3167" y="293"/>
                </a:moveTo>
                <a:lnTo>
                  <a:pt x="3138" y="293"/>
                </a:lnTo>
                <a:lnTo>
                  <a:pt x="3138" y="279"/>
                </a:lnTo>
                <a:lnTo>
                  <a:pt x="3167" y="279"/>
                </a:lnTo>
                <a:lnTo>
                  <a:pt x="3167" y="293"/>
                </a:lnTo>
                <a:moveTo>
                  <a:pt x="3109" y="293"/>
                </a:moveTo>
                <a:lnTo>
                  <a:pt x="3079" y="293"/>
                </a:lnTo>
                <a:lnTo>
                  <a:pt x="3079" y="279"/>
                </a:lnTo>
                <a:lnTo>
                  <a:pt x="3109" y="279"/>
                </a:lnTo>
                <a:lnTo>
                  <a:pt x="3109" y="293"/>
                </a:lnTo>
                <a:moveTo>
                  <a:pt x="3050" y="293"/>
                </a:moveTo>
                <a:lnTo>
                  <a:pt x="3021" y="293"/>
                </a:lnTo>
                <a:lnTo>
                  <a:pt x="3021" y="279"/>
                </a:lnTo>
                <a:lnTo>
                  <a:pt x="3050" y="279"/>
                </a:lnTo>
                <a:lnTo>
                  <a:pt x="3050" y="293"/>
                </a:lnTo>
                <a:moveTo>
                  <a:pt x="2992" y="293"/>
                </a:moveTo>
                <a:lnTo>
                  <a:pt x="2962" y="293"/>
                </a:lnTo>
                <a:lnTo>
                  <a:pt x="2962" y="279"/>
                </a:lnTo>
                <a:lnTo>
                  <a:pt x="2992" y="279"/>
                </a:lnTo>
                <a:lnTo>
                  <a:pt x="2992" y="293"/>
                </a:lnTo>
                <a:moveTo>
                  <a:pt x="2933" y="293"/>
                </a:moveTo>
                <a:lnTo>
                  <a:pt x="2904" y="293"/>
                </a:lnTo>
                <a:lnTo>
                  <a:pt x="2904" y="279"/>
                </a:lnTo>
                <a:lnTo>
                  <a:pt x="2933" y="279"/>
                </a:lnTo>
                <a:lnTo>
                  <a:pt x="2933" y="293"/>
                </a:lnTo>
                <a:moveTo>
                  <a:pt x="2875" y="293"/>
                </a:moveTo>
                <a:lnTo>
                  <a:pt x="2845" y="293"/>
                </a:lnTo>
                <a:lnTo>
                  <a:pt x="2845" y="279"/>
                </a:lnTo>
                <a:lnTo>
                  <a:pt x="2875" y="279"/>
                </a:lnTo>
                <a:lnTo>
                  <a:pt x="2875" y="293"/>
                </a:lnTo>
                <a:moveTo>
                  <a:pt x="2816" y="293"/>
                </a:moveTo>
                <a:lnTo>
                  <a:pt x="2787" y="293"/>
                </a:lnTo>
                <a:lnTo>
                  <a:pt x="2787" y="279"/>
                </a:lnTo>
                <a:lnTo>
                  <a:pt x="2816" y="279"/>
                </a:lnTo>
                <a:lnTo>
                  <a:pt x="2816" y="293"/>
                </a:lnTo>
                <a:moveTo>
                  <a:pt x="2758" y="293"/>
                </a:moveTo>
                <a:lnTo>
                  <a:pt x="2728" y="293"/>
                </a:lnTo>
                <a:lnTo>
                  <a:pt x="2728" y="279"/>
                </a:lnTo>
                <a:lnTo>
                  <a:pt x="2758" y="279"/>
                </a:lnTo>
                <a:lnTo>
                  <a:pt x="2758" y="293"/>
                </a:lnTo>
                <a:moveTo>
                  <a:pt x="2699" y="293"/>
                </a:moveTo>
                <a:lnTo>
                  <a:pt x="2670" y="293"/>
                </a:lnTo>
                <a:lnTo>
                  <a:pt x="2670" y="279"/>
                </a:lnTo>
                <a:lnTo>
                  <a:pt x="2699" y="279"/>
                </a:lnTo>
                <a:lnTo>
                  <a:pt x="2699" y="293"/>
                </a:lnTo>
                <a:moveTo>
                  <a:pt x="2641" y="293"/>
                </a:moveTo>
                <a:lnTo>
                  <a:pt x="2611" y="293"/>
                </a:lnTo>
                <a:lnTo>
                  <a:pt x="2611" y="279"/>
                </a:lnTo>
                <a:lnTo>
                  <a:pt x="2641" y="279"/>
                </a:lnTo>
                <a:lnTo>
                  <a:pt x="2641" y="293"/>
                </a:lnTo>
                <a:moveTo>
                  <a:pt x="2582" y="293"/>
                </a:moveTo>
                <a:lnTo>
                  <a:pt x="2553" y="293"/>
                </a:lnTo>
                <a:lnTo>
                  <a:pt x="2553" y="279"/>
                </a:lnTo>
                <a:lnTo>
                  <a:pt x="2582" y="279"/>
                </a:lnTo>
                <a:lnTo>
                  <a:pt x="2582" y="293"/>
                </a:lnTo>
                <a:moveTo>
                  <a:pt x="2524" y="293"/>
                </a:moveTo>
                <a:lnTo>
                  <a:pt x="2494" y="293"/>
                </a:lnTo>
                <a:lnTo>
                  <a:pt x="2494" y="279"/>
                </a:lnTo>
                <a:lnTo>
                  <a:pt x="2524" y="279"/>
                </a:lnTo>
                <a:lnTo>
                  <a:pt x="2524" y="293"/>
                </a:lnTo>
                <a:moveTo>
                  <a:pt x="2465" y="293"/>
                </a:moveTo>
                <a:lnTo>
                  <a:pt x="2436" y="293"/>
                </a:lnTo>
                <a:lnTo>
                  <a:pt x="2436" y="279"/>
                </a:lnTo>
                <a:lnTo>
                  <a:pt x="2465" y="279"/>
                </a:lnTo>
                <a:lnTo>
                  <a:pt x="2465" y="293"/>
                </a:lnTo>
                <a:moveTo>
                  <a:pt x="2407" y="293"/>
                </a:moveTo>
                <a:lnTo>
                  <a:pt x="2377" y="293"/>
                </a:lnTo>
                <a:lnTo>
                  <a:pt x="2377" y="279"/>
                </a:lnTo>
                <a:lnTo>
                  <a:pt x="2407" y="279"/>
                </a:lnTo>
                <a:lnTo>
                  <a:pt x="2407" y="293"/>
                </a:lnTo>
                <a:moveTo>
                  <a:pt x="2348" y="293"/>
                </a:moveTo>
                <a:lnTo>
                  <a:pt x="2319" y="293"/>
                </a:lnTo>
                <a:lnTo>
                  <a:pt x="2319" y="279"/>
                </a:lnTo>
                <a:lnTo>
                  <a:pt x="2348" y="279"/>
                </a:lnTo>
                <a:lnTo>
                  <a:pt x="2348" y="293"/>
                </a:lnTo>
                <a:moveTo>
                  <a:pt x="2290" y="293"/>
                </a:moveTo>
                <a:lnTo>
                  <a:pt x="2260" y="293"/>
                </a:lnTo>
                <a:lnTo>
                  <a:pt x="2260" y="279"/>
                </a:lnTo>
                <a:lnTo>
                  <a:pt x="2290" y="279"/>
                </a:lnTo>
                <a:lnTo>
                  <a:pt x="2290" y="293"/>
                </a:lnTo>
                <a:moveTo>
                  <a:pt x="2231" y="293"/>
                </a:moveTo>
                <a:lnTo>
                  <a:pt x="2202" y="293"/>
                </a:lnTo>
                <a:lnTo>
                  <a:pt x="2202" y="279"/>
                </a:lnTo>
                <a:lnTo>
                  <a:pt x="2231" y="279"/>
                </a:lnTo>
                <a:lnTo>
                  <a:pt x="2231" y="293"/>
                </a:lnTo>
                <a:moveTo>
                  <a:pt x="2173" y="293"/>
                </a:moveTo>
                <a:lnTo>
                  <a:pt x="2143" y="293"/>
                </a:lnTo>
                <a:lnTo>
                  <a:pt x="2143" y="279"/>
                </a:lnTo>
                <a:lnTo>
                  <a:pt x="2173" y="279"/>
                </a:lnTo>
                <a:lnTo>
                  <a:pt x="2173" y="293"/>
                </a:lnTo>
                <a:moveTo>
                  <a:pt x="2114" y="293"/>
                </a:moveTo>
                <a:lnTo>
                  <a:pt x="2085" y="293"/>
                </a:lnTo>
                <a:lnTo>
                  <a:pt x="2085" y="279"/>
                </a:lnTo>
                <a:lnTo>
                  <a:pt x="2114" y="279"/>
                </a:lnTo>
                <a:lnTo>
                  <a:pt x="2114" y="293"/>
                </a:lnTo>
                <a:moveTo>
                  <a:pt x="2056" y="293"/>
                </a:moveTo>
                <a:lnTo>
                  <a:pt x="2026" y="293"/>
                </a:lnTo>
                <a:lnTo>
                  <a:pt x="2026" y="279"/>
                </a:lnTo>
                <a:lnTo>
                  <a:pt x="2056" y="279"/>
                </a:lnTo>
                <a:lnTo>
                  <a:pt x="2056" y="293"/>
                </a:lnTo>
                <a:moveTo>
                  <a:pt x="1997" y="293"/>
                </a:moveTo>
                <a:lnTo>
                  <a:pt x="1968" y="293"/>
                </a:lnTo>
                <a:lnTo>
                  <a:pt x="1968" y="279"/>
                </a:lnTo>
                <a:lnTo>
                  <a:pt x="1997" y="279"/>
                </a:lnTo>
                <a:lnTo>
                  <a:pt x="1997" y="293"/>
                </a:lnTo>
                <a:moveTo>
                  <a:pt x="1939" y="293"/>
                </a:moveTo>
                <a:lnTo>
                  <a:pt x="1909" y="293"/>
                </a:lnTo>
                <a:lnTo>
                  <a:pt x="1909" y="279"/>
                </a:lnTo>
                <a:lnTo>
                  <a:pt x="1939" y="279"/>
                </a:lnTo>
                <a:lnTo>
                  <a:pt x="1939" y="293"/>
                </a:lnTo>
                <a:moveTo>
                  <a:pt x="1880" y="293"/>
                </a:moveTo>
                <a:lnTo>
                  <a:pt x="1851" y="293"/>
                </a:lnTo>
                <a:lnTo>
                  <a:pt x="1851" y="279"/>
                </a:lnTo>
                <a:lnTo>
                  <a:pt x="1880" y="279"/>
                </a:lnTo>
                <a:lnTo>
                  <a:pt x="1880" y="293"/>
                </a:lnTo>
                <a:moveTo>
                  <a:pt x="1822" y="293"/>
                </a:moveTo>
                <a:lnTo>
                  <a:pt x="1792" y="293"/>
                </a:lnTo>
                <a:lnTo>
                  <a:pt x="1792" y="279"/>
                </a:lnTo>
                <a:lnTo>
                  <a:pt x="1822" y="279"/>
                </a:lnTo>
                <a:lnTo>
                  <a:pt x="1822" y="293"/>
                </a:lnTo>
                <a:moveTo>
                  <a:pt x="1763" y="293"/>
                </a:moveTo>
                <a:lnTo>
                  <a:pt x="1734" y="293"/>
                </a:lnTo>
                <a:lnTo>
                  <a:pt x="1734" y="279"/>
                </a:lnTo>
                <a:lnTo>
                  <a:pt x="1763" y="279"/>
                </a:lnTo>
                <a:lnTo>
                  <a:pt x="1763" y="293"/>
                </a:lnTo>
                <a:moveTo>
                  <a:pt x="1705" y="293"/>
                </a:moveTo>
                <a:lnTo>
                  <a:pt x="1676" y="293"/>
                </a:lnTo>
                <a:lnTo>
                  <a:pt x="1676" y="279"/>
                </a:lnTo>
                <a:lnTo>
                  <a:pt x="1705" y="279"/>
                </a:lnTo>
                <a:lnTo>
                  <a:pt x="1705" y="293"/>
                </a:lnTo>
                <a:moveTo>
                  <a:pt x="1646" y="293"/>
                </a:moveTo>
                <a:lnTo>
                  <a:pt x="1617" y="293"/>
                </a:lnTo>
                <a:lnTo>
                  <a:pt x="1617" y="279"/>
                </a:lnTo>
                <a:lnTo>
                  <a:pt x="1646" y="279"/>
                </a:lnTo>
                <a:lnTo>
                  <a:pt x="1646" y="293"/>
                </a:lnTo>
                <a:moveTo>
                  <a:pt x="1588" y="293"/>
                </a:moveTo>
                <a:lnTo>
                  <a:pt x="1559" y="293"/>
                </a:lnTo>
                <a:lnTo>
                  <a:pt x="1559" y="279"/>
                </a:lnTo>
                <a:lnTo>
                  <a:pt x="1588" y="279"/>
                </a:lnTo>
                <a:lnTo>
                  <a:pt x="1588" y="293"/>
                </a:lnTo>
                <a:moveTo>
                  <a:pt x="1529" y="293"/>
                </a:moveTo>
                <a:lnTo>
                  <a:pt x="1500" y="293"/>
                </a:lnTo>
                <a:lnTo>
                  <a:pt x="1500" y="279"/>
                </a:lnTo>
                <a:lnTo>
                  <a:pt x="1529" y="279"/>
                </a:lnTo>
                <a:lnTo>
                  <a:pt x="1529" y="293"/>
                </a:lnTo>
                <a:moveTo>
                  <a:pt x="1471" y="293"/>
                </a:moveTo>
                <a:lnTo>
                  <a:pt x="1442" y="293"/>
                </a:lnTo>
                <a:lnTo>
                  <a:pt x="1442" y="279"/>
                </a:lnTo>
                <a:lnTo>
                  <a:pt x="1471" y="279"/>
                </a:lnTo>
                <a:lnTo>
                  <a:pt x="1471" y="293"/>
                </a:lnTo>
                <a:moveTo>
                  <a:pt x="1412" y="293"/>
                </a:moveTo>
                <a:lnTo>
                  <a:pt x="1383" y="293"/>
                </a:lnTo>
                <a:lnTo>
                  <a:pt x="1383" y="279"/>
                </a:lnTo>
                <a:lnTo>
                  <a:pt x="1412" y="279"/>
                </a:lnTo>
                <a:lnTo>
                  <a:pt x="1412" y="293"/>
                </a:lnTo>
                <a:moveTo>
                  <a:pt x="1354" y="293"/>
                </a:moveTo>
                <a:lnTo>
                  <a:pt x="1325" y="293"/>
                </a:lnTo>
                <a:lnTo>
                  <a:pt x="1325" y="279"/>
                </a:lnTo>
                <a:lnTo>
                  <a:pt x="1354" y="279"/>
                </a:lnTo>
                <a:lnTo>
                  <a:pt x="1354" y="293"/>
                </a:lnTo>
                <a:moveTo>
                  <a:pt x="1295" y="293"/>
                </a:moveTo>
                <a:lnTo>
                  <a:pt x="1266" y="293"/>
                </a:lnTo>
                <a:lnTo>
                  <a:pt x="1266" y="279"/>
                </a:lnTo>
                <a:lnTo>
                  <a:pt x="1295" y="279"/>
                </a:lnTo>
                <a:lnTo>
                  <a:pt x="1295" y="293"/>
                </a:lnTo>
                <a:moveTo>
                  <a:pt x="1237" y="293"/>
                </a:moveTo>
                <a:lnTo>
                  <a:pt x="1208" y="293"/>
                </a:lnTo>
                <a:lnTo>
                  <a:pt x="1208" y="279"/>
                </a:lnTo>
                <a:lnTo>
                  <a:pt x="1237" y="279"/>
                </a:lnTo>
                <a:lnTo>
                  <a:pt x="1237" y="293"/>
                </a:lnTo>
                <a:moveTo>
                  <a:pt x="1178" y="293"/>
                </a:moveTo>
                <a:lnTo>
                  <a:pt x="1149" y="293"/>
                </a:lnTo>
                <a:lnTo>
                  <a:pt x="1149" y="279"/>
                </a:lnTo>
                <a:lnTo>
                  <a:pt x="1178" y="279"/>
                </a:lnTo>
                <a:lnTo>
                  <a:pt x="1178" y="293"/>
                </a:lnTo>
                <a:moveTo>
                  <a:pt x="1120" y="293"/>
                </a:moveTo>
                <a:lnTo>
                  <a:pt x="1091" y="293"/>
                </a:lnTo>
                <a:lnTo>
                  <a:pt x="1091" y="279"/>
                </a:lnTo>
                <a:lnTo>
                  <a:pt x="1120" y="279"/>
                </a:lnTo>
                <a:lnTo>
                  <a:pt x="1120" y="293"/>
                </a:lnTo>
                <a:moveTo>
                  <a:pt x="1061" y="293"/>
                </a:moveTo>
                <a:lnTo>
                  <a:pt x="1032" y="293"/>
                </a:lnTo>
                <a:lnTo>
                  <a:pt x="1032" y="279"/>
                </a:lnTo>
                <a:lnTo>
                  <a:pt x="1061" y="279"/>
                </a:lnTo>
                <a:lnTo>
                  <a:pt x="1061" y="293"/>
                </a:lnTo>
                <a:moveTo>
                  <a:pt x="1003" y="293"/>
                </a:moveTo>
                <a:lnTo>
                  <a:pt x="974" y="293"/>
                </a:lnTo>
                <a:lnTo>
                  <a:pt x="974" y="279"/>
                </a:lnTo>
                <a:lnTo>
                  <a:pt x="1003" y="279"/>
                </a:lnTo>
                <a:lnTo>
                  <a:pt x="1003" y="293"/>
                </a:lnTo>
                <a:moveTo>
                  <a:pt x="944" y="293"/>
                </a:moveTo>
                <a:lnTo>
                  <a:pt x="915" y="293"/>
                </a:lnTo>
                <a:lnTo>
                  <a:pt x="915" y="279"/>
                </a:lnTo>
                <a:lnTo>
                  <a:pt x="944" y="279"/>
                </a:lnTo>
                <a:lnTo>
                  <a:pt x="944" y="293"/>
                </a:lnTo>
                <a:moveTo>
                  <a:pt x="886" y="293"/>
                </a:moveTo>
                <a:lnTo>
                  <a:pt x="857" y="293"/>
                </a:lnTo>
                <a:lnTo>
                  <a:pt x="857" y="279"/>
                </a:lnTo>
                <a:lnTo>
                  <a:pt x="886" y="279"/>
                </a:lnTo>
                <a:lnTo>
                  <a:pt x="886" y="293"/>
                </a:lnTo>
                <a:moveTo>
                  <a:pt x="827" y="293"/>
                </a:moveTo>
                <a:lnTo>
                  <a:pt x="798" y="293"/>
                </a:lnTo>
                <a:lnTo>
                  <a:pt x="798" y="279"/>
                </a:lnTo>
                <a:lnTo>
                  <a:pt x="827" y="279"/>
                </a:lnTo>
                <a:lnTo>
                  <a:pt x="827" y="293"/>
                </a:lnTo>
                <a:moveTo>
                  <a:pt x="769" y="293"/>
                </a:moveTo>
                <a:lnTo>
                  <a:pt x="740" y="293"/>
                </a:lnTo>
                <a:lnTo>
                  <a:pt x="740" y="279"/>
                </a:lnTo>
                <a:lnTo>
                  <a:pt x="769" y="279"/>
                </a:lnTo>
                <a:lnTo>
                  <a:pt x="769" y="293"/>
                </a:lnTo>
                <a:moveTo>
                  <a:pt x="710" y="293"/>
                </a:moveTo>
                <a:lnTo>
                  <a:pt x="681" y="293"/>
                </a:lnTo>
                <a:lnTo>
                  <a:pt x="681" y="279"/>
                </a:lnTo>
                <a:lnTo>
                  <a:pt x="710" y="279"/>
                </a:lnTo>
                <a:lnTo>
                  <a:pt x="710" y="293"/>
                </a:lnTo>
                <a:moveTo>
                  <a:pt x="652" y="293"/>
                </a:moveTo>
                <a:lnTo>
                  <a:pt x="623" y="293"/>
                </a:lnTo>
                <a:lnTo>
                  <a:pt x="623" y="279"/>
                </a:lnTo>
                <a:lnTo>
                  <a:pt x="652" y="279"/>
                </a:lnTo>
                <a:lnTo>
                  <a:pt x="652" y="293"/>
                </a:lnTo>
                <a:moveTo>
                  <a:pt x="593" y="293"/>
                </a:moveTo>
                <a:lnTo>
                  <a:pt x="564" y="293"/>
                </a:lnTo>
                <a:lnTo>
                  <a:pt x="564" y="279"/>
                </a:lnTo>
                <a:lnTo>
                  <a:pt x="593" y="279"/>
                </a:lnTo>
                <a:lnTo>
                  <a:pt x="593" y="293"/>
                </a:lnTo>
                <a:moveTo>
                  <a:pt x="535" y="293"/>
                </a:moveTo>
                <a:lnTo>
                  <a:pt x="506" y="293"/>
                </a:lnTo>
                <a:lnTo>
                  <a:pt x="506" y="279"/>
                </a:lnTo>
                <a:lnTo>
                  <a:pt x="535" y="279"/>
                </a:lnTo>
                <a:lnTo>
                  <a:pt x="535" y="293"/>
                </a:lnTo>
                <a:moveTo>
                  <a:pt x="476" y="293"/>
                </a:moveTo>
                <a:lnTo>
                  <a:pt x="447" y="293"/>
                </a:lnTo>
                <a:lnTo>
                  <a:pt x="447" y="279"/>
                </a:lnTo>
                <a:lnTo>
                  <a:pt x="476" y="279"/>
                </a:lnTo>
                <a:lnTo>
                  <a:pt x="476" y="293"/>
                </a:lnTo>
                <a:moveTo>
                  <a:pt x="418" y="293"/>
                </a:moveTo>
                <a:lnTo>
                  <a:pt x="389" y="293"/>
                </a:lnTo>
                <a:lnTo>
                  <a:pt x="389" y="279"/>
                </a:lnTo>
                <a:lnTo>
                  <a:pt x="418" y="279"/>
                </a:lnTo>
                <a:lnTo>
                  <a:pt x="418" y="293"/>
                </a:lnTo>
                <a:moveTo>
                  <a:pt x="359" y="293"/>
                </a:moveTo>
                <a:lnTo>
                  <a:pt x="330" y="293"/>
                </a:lnTo>
                <a:lnTo>
                  <a:pt x="330" y="279"/>
                </a:lnTo>
                <a:lnTo>
                  <a:pt x="359" y="279"/>
                </a:lnTo>
                <a:lnTo>
                  <a:pt x="359" y="293"/>
                </a:lnTo>
                <a:moveTo>
                  <a:pt x="301" y="293"/>
                </a:moveTo>
                <a:lnTo>
                  <a:pt x="272" y="293"/>
                </a:lnTo>
                <a:lnTo>
                  <a:pt x="272" y="279"/>
                </a:lnTo>
                <a:lnTo>
                  <a:pt x="301" y="279"/>
                </a:lnTo>
                <a:lnTo>
                  <a:pt x="301" y="293"/>
                </a:lnTo>
                <a:moveTo>
                  <a:pt x="242" y="293"/>
                </a:moveTo>
                <a:lnTo>
                  <a:pt x="213" y="293"/>
                </a:lnTo>
                <a:lnTo>
                  <a:pt x="213" y="279"/>
                </a:lnTo>
                <a:lnTo>
                  <a:pt x="242" y="279"/>
                </a:lnTo>
                <a:lnTo>
                  <a:pt x="242" y="293"/>
                </a:lnTo>
                <a:moveTo>
                  <a:pt x="184" y="293"/>
                </a:moveTo>
                <a:lnTo>
                  <a:pt x="155" y="293"/>
                </a:lnTo>
                <a:lnTo>
                  <a:pt x="155" y="279"/>
                </a:lnTo>
                <a:lnTo>
                  <a:pt x="184" y="279"/>
                </a:lnTo>
                <a:lnTo>
                  <a:pt x="184" y="293"/>
                </a:lnTo>
                <a:moveTo>
                  <a:pt x="125" y="293"/>
                </a:moveTo>
                <a:cubicBezTo>
                  <a:pt x="115" y="292"/>
                  <a:pt x="105" y="290"/>
                  <a:pt x="95" y="286"/>
                </a:cubicBezTo>
                <a:lnTo>
                  <a:pt x="99" y="272"/>
                </a:lnTo>
                <a:cubicBezTo>
                  <a:pt x="108" y="275"/>
                  <a:pt x="117" y="277"/>
                  <a:pt x="127" y="278"/>
                </a:cubicBezTo>
                <a:lnTo>
                  <a:pt x="125" y="293"/>
                </a:lnTo>
                <a:moveTo>
                  <a:pt x="66" y="273"/>
                </a:moveTo>
                <a:cubicBezTo>
                  <a:pt x="57" y="268"/>
                  <a:pt x="49" y="261"/>
                  <a:pt x="42" y="254"/>
                </a:cubicBezTo>
                <a:lnTo>
                  <a:pt x="52" y="244"/>
                </a:lnTo>
                <a:cubicBezTo>
                  <a:pt x="59" y="250"/>
                  <a:pt x="66" y="256"/>
                  <a:pt x="74" y="261"/>
                </a:cubicBezTo>
                <a:lnTo>
                  <a:pt x="66" y="273"/>
                </a:lnTo>
                <a:moveTo>
                  <a:pt x="22" y="230"/>
                </a:moveTo>
                <a:cubicBezTo>
                  <a:pt x="16" y="221"/>
                  <a:pt x="12" y="212"/>
                  <a:pt x="8" y="202"/>
                </a:cubicBezTo>
                <a:lnTo>
                  <a:pt x="22" y="197"/>
                </a:lnTo>
                <a:cubicBezTo>
                  <a:pt x="25" y="206"/>
                  <a:pt x="29" y="214"/>
                  <a:pt x="34" y="222"/>
                </a:cubicBezTo>
                <a:lnTo>
                  <a:pt x="22" y="230"/>
                </a:lnTo>
                <a:moveTo>
                  <a:pt x="1" y="172"/>
                </a:moveTo>
                <a:cubicBezTo>
                  <a:pt x="0" y="166"/>
                  <a:pt x="0" y="160"/>
                  <a:pt x="0" y="155"/>
                </a:cubicBezTo>
                <a:lnTo>
                  <a:pt x="0" y="142"/>
                </a:lnTo>
                <a:lnTo>
                  <a:pt x="14" y="142"/>
                </a:lnTo>
                <a:lnTo>
                  <a:pt x="14" y="155"/>
                </a:lnTo>
                <a:cubicBezTo>
                  <a:pt x="14" y="160"/>
                  <a:pt x="15" y="165"/>
                  <a:pt x="15" y="170"/>
                </a:cubicBezTo>
                <a:lnTo>
                  <a:pt x="1" y="172"/>
                </a:lnTo>
                <a:moveTo>
                  <a:pt x="3" y="112"/>
                </a:moveTo>
                <a:cubicBezTo>
                  <a:pt x="5" y="102"/>
                  <a:pt x="8" y="92"/>
                  <a:pt x="12" y="82"/>
                </a:cubicBezTo>
                <a:lnTo>
                  <a:pt x="26" y="88"/>
                </a:lnTo>
                <a:cubicBezTo>
                  <a:pt x="22" y="97"/>
                  <a:pt x="19" y="106"/>
                  <a:pt x="17" y="115"/>
                </a:cubicBezTo>
                <a:lnTo>
                  <a:pt x="3" y="112"/>
                </a:lnTo>
                <a:moveTo>
                  <a:pt x="28" y="55"/>
                </a:moveTo>
                <a:cubicBezTo>
                  <a:pt x="35" y="47"/>
                  <a:pt x="42" y="40"/>
                  <a:pt x="50" y="33"/>
                </a:cubicBezTo>
                <a:lnTo>
                  <a:pt x="59" y="44"/>
                </a:lnTo>
                <a:cubicBezTo>
                  <a:pt x="52" y="50"/>
                  <a:pt x="46" y="57"/>
                  <a:pt x="40" y="64"/>
                </a:cubicBezTo>
                <a:lnTo>
                  <a:pt x="28" y="55"/>
                </a:lnTo>
                <a:moveTo>
                  <a:pt x="76" y="16"/>
                </a:moveTo>
                <a:cubicBezTo>
                  <a:pt x="86" y="10"/>
                  <a:pt x="95" y="7"/>
                  <a:pt x="106" y="4"/>
                </a:cubicBezTo>
                <a:lnTo>
                  <a:pt x="109" y="19"/>
                </a:lnTo>
                <a:cubicBezTo>
                  <a:pt x="100" y="21"/>
                  <a:pt x="91" y="25"/>
                  <a:pt x="83" y="29"/>
                </a:cubicBezTo>
                <a:lnTo>
                  <a:pt x="76" y="16"/>
                </a:lnTo>
                <a:moveTo>
                  <a:pt x="136" y="0"/>
                </a:moveTo>
                <a:cubicBezTo>
                  <a:pt x="137" y="0"/>
                  <a:pt x="138" y="0"/>
                  <a:pt x="139" y="0"/>
                </a:cubicBezTo>
                <a:lnTo>
                  <a:pt x="168" y="0"/>
                </a:lnTo>
                <a:lnTo>
                  <a:pt x="168" y="16"/>
                </a:lnTo>
                <a:lnTo>
                  <a:pt x="139" y="16"/>
                </a:lnTo>
                <a:cubicBezTo>
                  <a:pt x="138" y="16"/>
                  <a:pt x="137" y="16"/>
                  <a:pt x="136" y="16"/>
                </a:cubicBezTo>
                <a:lnTo>
                  <a:pt x="13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6104520" y="1064880"/>
            <a:ext cx="81144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4560480" y="1069920"/>
            <a:ext cx="8280" cy="268920"/>
          </a:xfrm>
          <a:custGeom>
            <a:avLst/>
            <a:gdLst/>
            <a:ahLst/>
            <a:rect l="0" t="0" r="r" b="b"/>
            <a:pathLst>
              <a:path w="23" h="747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20"/>
                </a:lnTo>
                <a:lnTo>
                  <a:pt x="0" y="220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6"/>
                </a:lnTo>
                <a:lnTo>
                  <a:pt x="0" y="396"/>
                </a:lnTo>
                <a:lnTo>
                  <a:pt x="0" y="351"/>
                </a:lnTo>
                <a:lnTo>
                  <a:pt x="23" y="351"/>
                </a:lnTo>
                <a:moveTo>
                  <a:pt x="23" y="440"/>
                </a:moveTo>
                <a:lnTo>
                  <a:pt x="23" y="484"/>
                </a:lnTo>
                <a:lnTo>
                  <a:pt x="0" y="484"/>
                </a:lnTo>
                <a:lnTo>
                  <a:pt x="0" y="440"/>
                </a:lnTo>
                <a:lnTo>
                  <a:pt x="23" y="440"/>
                </a:lnTo>
                <a:moveTo>
                  <a:pt x="23" y="528"/>
                </a:moveTo>
                <a:lnTo>
                  <a:pt x="23" y="571"/>
                </a:lnTo>
                <a:lnTo>
                  <a:pt x="0" y="571"/>
                </a:lnTo>
                <a:lnTo>
                  <a:pt x="0" y="528"/>
                </a:lnTo>
                <a:lnTo>
                  <a:pt x="23" y="528"/>
                </a:lnTo>
                <a:moveTo>
                  <a:pt x="23" y="615"/>
                </a:moveTo>
                <a:lnTo>
                  <a:pt x="23" y="659"/>
                </a:lnTo>
                <a:lnTo>
                  <a:pt x="0" y="659"/>
                </a:lnTo>
                <a:lnTo>
                  <a:pt x="0" y="615"/>
                </a:lnTo>
                <a:lnTo>
                  <a:pt x="23" y="615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2304360" y="1375200"/>
            <a:ext cx="8280" cy="458280"/>
          </a:xfrm>
          <a:custGeom>
            <a:avLst/>
            <a:gdLst/>
            <a:ahLst/>
            <a:rect l="0" t="0" r="r" b="b"/>
            <a:pathLst>
              <a:path w="23" h="1273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9"/>
                </a:lnTo>
                <a:lnTo>
                  <a:pt x="0" y="659"/>
                </a:lnTo>
                <a:lnTo>
                  <a:pt x="0" y="614"/>
                </a:lnTo>
                <a:lnTo>
                  <a:pt x="23" y="614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moveTo>
                  <a:pt x="23" y="791"/>
                </a:moveTo>
                <a:lnTo>
                  <a:pt x="23" y="834"/>
                </a:lnTo>
                <a:lnTo>
                  <a:pt x="0" y="834"/>
                </a:lnTo>
                <a:lnTo>
                  <a:pt x="0" y="791"/>
                </a:lnTo>
                <a:lnTo>
                  <a:pt x="23" y="791"/>
                </a:lnTo>
                <a:moveTo>
                  <a:pt x="23" y="878"/>
                </a:moveTo>
                <a:lnTo>
                  <a:pt x="23" y="922"/>
                </a:lnTo>
                <a:lnTo>
                  <a:pt x="0" y="922"/>
                </a:lnTo>
                <a:lnTo>
                  <a:pt x="0" y="878"/>
                </a:lnTo>
                <a:lnTo>
                  <a:pt x="23" y="878"/>
                </a:lnTo>
                <a:moveTo>
                  <a:pt x="23" y="966"/>
                </a:moveTo>
                <a:lnTo>
                  <a:pt x="23" y="1010"/>
                </a:lnTo>
                <a:lnTo>
                  <a:pt x="0" y="1010"/>
                </a:lnTo>
                <a:lnTo>
                  <a:pt x="0" y="966"/>
                </a:lnTo>
                <a:lnTo>
                  <a:pt x="23" y="966"/>
                </a:lnTo>
                <a:moveTo>
                  <a:pt x="23" y="1054"/>
                </a:moveTo>
                <a:lnTo>
                  <a:pt x="23" y="1098"/>
                </a:lnTo>
                <a:lnTo>
                  <a:pt x="0" y="1098"/>
                </a:lnTo>
                <a:lnTo>
                  <a:pt x="0" y="1054"/>
                </a:lnTo>
                <a:lnTo>
                  <a:pt x="23" y="1054"/>
                </a:lnTo>
                <a:moveTo>
                  <a:pt x="23" y="1141"/>
                </a:moveTo>
                <a:lnTo>
                  <a:pt x="23" y="1185"/>
                </a:lnTo>
                <a:lnTo>
                  <a:pt x="0" y="1185"/>
                </a:lnTo>
                <a:lnTo>
                  <a:pt x="0" y="1141"/>
                </a:lnTo>
                <a:lnTo>
                  <a:pt x="23" y="1141"/>
                </a:lnTo>
                <a:moveTo>
                  <a:pt x="23" y="1229"/>
                </a:moveTo>
                <a:lnTo>
                  <a:pt x="23" y="1273"/>
                </a:lnTo>
                <a:lnTo>
                  <a:pt x="0" y="1273"/>
                </a:lnTo>
                <a:lnTo>
                  <a:pt x="0" y="1229"/>
                </a:lnTo>
                <a:lnTo>
                  <a:pt x="23" y="122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2304360" y="1375200"/>
            <a:ext cx="8280" cy="958320"/>
          </a:xfrm>
          <a:custGeom>
            <a:avLst/>
            <a:gdLst/>
            <a:ahLst/>
            <a:rect l="0" t="0" r="r" b="b"/>
            <a:pathLst>
              <a:path w="23" h="2662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7"/>
                </a:moveTo>
                <a:lnTo>
                  <a:pt x="23" y="220"/>
                </a:lnTo>
                <a:lnTo>
                  <a:pt x="0" y="220"/>
                </a:lnTo>
                <a:lnTo>
                  <a:pt x="0" y="177"/>
                </a:lnTo>
                <a:lnTo>
                  <a:pt x="23" y="177"/>
                </a:lnTo>
                <a:moveTo>
                  <a:pt x="23" y="264"/>
                </a:moveTo>
                <a:lnTo>
                  <a:pt x="23" y="308"/>
                </a:lnTo>
                <a:lnTo>
                  <a:pt x="0" y="308"/>
                </a:lnTo>
                <a:lnTo>
                  <a:pt x="0" y="264"/>
                </a:lnTo>
                <a:lnTo>
                  <a:pt x="23" y="264"/>
                </a:lnTo>
                <a:moveTo>
                  <a:pt x="23" y="352"/>
                </a:moveTo>
                <a:lnTo>
                  <a:pt x="23" y="396"/>
                </a:lnTo>
                <a:lnTo>
                  <a:pt x="0" y="396"/>
                </a:lnTo>
                <a:lnTo>
                  <a:pt x="0" y="352"/>
                </a:lnTo>
                <a:lnTo>
                  <a:pt x="23" y="352"/>
                </a:lnTo>
                <a:moveTo>
                  <a:pt x="23" y="440"/>
                </a:moveTo>
                <a:lnTo>
                  <a:pt x="23" y="484"/>
                </a:lnTo>
                <a:lnTo>
                  <a:pt x="0" y="484"/>
                </a:lnTo>
                <a:lnTo>
                  <a:pt x="0" y="440"/>
                </a:lnTo>
                <a:lnTo>
                  <a:pt x="23" y="440"/>
                </a:lnTo>
                <a:moveTo>
                  <a:pt x="23" y="527"/>
                </a:moveTo>
                <a:lnTo>
                  <a:pt x="23" y="571"/>
                </a:lnTo>
                <a:lnTo>
                  <a:pt x="0" y="571"/>
                </a:lnTo>
                <a:lnTo>
                  <a:pt x="0" y="527"/>
                </a:lnTo>
                <a:lnTo>
                  <a:pt x="23" y="527"/>
                </a:lnTo>
                <a:moveTo>
                  <a:pt x="23" y="615"/>
                </a:moveTo>
                <a:lnTo>
                  <a:pt x="23" y="659"/>
                </a:lnTo>
                <a:lnTo>
                  <a:pt x="0" y="659"/>
                </a:lnTo>
                <a:lnTo>
                  <a:pt x="0" y="615"/>
                </a:lnTo>
                <a:lnTo>
                  <a:pt x="23" y="615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moveTo>
                  <a:pt x="23" y="791"/>
                </a:moveTo>
                <a:lnTo>
                  <a:pt x="23" y="834"/>
                </a:lnTo>
                <a:lnTo>
                  <a:pt x="0" y="834"/>
                </a:lnTo>
                <a:lnTo>
                  <a:pt x="0" y="791"/>
                </a:lnTo>
                <a:lnTo>
                  <a:pt x="23" y="791"/>
                </a:lnTo>
                <a:moveTo>
                  <a:pt x="23" y="878"/>
                </a:moveTo>
                <a:lnTo>
                  <a:pt x="23" y="922"/>
                </a:lnTo>
                <a:lnTo>
                  <a:pt x="0" y="922"/>
                </a:lnTo>
                <a:lnTo>
                  <a:pt x="0" y="878"/>
                </a:lnTo>
                <a:lnTo>
                  <a:pt x="23" y="878"/>
                </a:lnTo>
                <a:moveTo>
                  <a:pt x="23" y="966"/>
                </a:moveTo>
                <a:lnTo>
                  <a:pt x="23" y="1010"/>
                </a:lnTo>
                <a:lnTo>
                  <a:pt x="0" y="1010"/>
                </a:lnTo>
                <a:lnTo>
                  <a:pt x="0" y="966"/>
                </a:lnTo>
                <a:lnTo>
                  <a:pt x="23" y="966"/>
                </a:lnTo>
                <a:moveTo>
                  <a:pt x="23" y="1054"/>
                </a:moveTo>
                <a:lnTo>
                  <a:pt x="23" y="1098"/>
                </a:lnTo>
                <a:lnTo>
                  <a:pt x="0" y="1098"/>
                </a:lnTo>
                <a:lnTo>
                  <a:pt x="0" y="1054"/>
                </a:lnTo>
                <a:lnTo>
                  <a:pt x="23" y="1054"/>
                </a:lnTo>
                <a:moveTo>
                  <a:pt x="23" y="1141"/>
                </a:moveTo>
                <a:lnTo>
                  <a:pt x="23" y="1185"/>
                </a:lnTo>
                <a:lnTo>
                  <a:pt x="0" y="1185"/>
                </a:lnTo>
                <a:lnTo>
                  <a:pt x="0" y="1141"/>
                </a:lnTo>
                <a:lnTo>
                  <a:pt x="23" y="1141"/>
                </a:lnTo>
                <a:moveTo>
                  <a:pt x="23" y="1229"/>
                </a:moveTo>
                <a:lnTo>
                  <a:pt x="23" y="1273"/>
                </a:lnTo>
                <a:lnTo>
                  <a:pt x="0" y="1273"/>
                </a:lnTo>
                <a:lnTo>
                  <a:pt x="0" y="1229"/>
                </a:lnTo>
                <a:lnTo>
                  <a:pt x="23" y="1229"/>
                </a:lnTo>
                <a:moveTo>
                  <a:pt x="23" y="1317"/>
                </a:moveTo>
                <a:lnTo>
                  <a:pt x="23" y="1361"/>
                </a:lnTo>
                <a:lnTo>
                  <a:pt x="0" y="1361"/>
                </a:lnTo>
                <a:lnTo>
                  <a:pt x="0" y="1317"/>
                </a:lnTo>
                <a:lnTo>
                  <a:pt x="23" y="1317"/>
                </a:lnTo>
                <a:moveTo>
                  <a:pt x="23" y="1404"/>
                </a:moveTo>
                <a:lnTo>
                  <a:pt x="23" y="1448"/>
                </a:lnTo>
                <a:lnTo>
                  <a:pt x="0" y="1448"/>
                </a:lnTo>
                <a:lnTo>
                  <a:pt x="0" y="1404"/>
                </a:lnTo>
                <a:lnTo>
                  <a:pt x="23" y="1404"/>
                </a:lnTo>
                <a:moveTo>
                  <a:pt x="23" y="1492"/>
                </a:moveTo>
                <a:lnTo>
                  <a:pt x="23" y="1536"/>
                </a:lnTo>
                <a:lnTo>
                  <a:pt x="0" y="1536"/>
                </a:lnTo>
                <a:lnTo>
                  <a:pt x="0" y="1492"/>
                </a:lnTo>
                <a:lnTo>
                  <a:pt x="23" y="1492"/>
                </a:lnTo>
                <a:moveTo>
                  <a:pt x="23" y="1580"/>
                </a:moveTo>
                <a:lnTo>
                  <a:pt x="23" y="1624"/>
                </a:lnTo>
                <a:lnTo>
                  <a:pt x="0" y="1624"/>
                </a:lnTo>
                <a:lnTo>
                  <a:pt x="0" y="1580"/>
                </a:lnTo>
                <a:lnTo>
                  <a:pt x="23" y="1580"/>
                </a:lnTo>
                <a:moveTo>
                  <a:pt x="23" y="1668"/>
                </a:moveTo>
                <a:lnTo>
                  <a:pt x="23" y="1711"/>
                </a:lnTo>
                <a:lnTo>
                  <a:pt x="0" y="1711"/>
                </a:lnTo>
                <a:lnTo>
                  <a:pt x="0" y="1668"/>
                </a:lnTo>
                <a:lnTo>
                  <a:pt x="23" y="1668"/>
                </a:lnTo>
                <a:moveTo>
                  <a:pt x="23" y="1755"/>
                </a:moveTo>
                <a:lnTo>
                  <a:pt x="23" y="1799"/>
                </a:lnTo>
                <a:lnTo>
                  <a:pt x="0" y="1799"/>
                </a:lnTo>
                <a:lnTo>
                  <a:pt x="0" y="1755"/>
                </a:lnTo>
                <a:lnTo>
                  <a:pt x="23" y="1755"/>
                </a:lnTo>
                <a:moveTo>
                  <a:pt x="23" y="1843"/>
                </a:moveTo>
                <a:lnTo>
                  <a:pt x="23" y="1887"/>
                </a:lnTo>
                <a:lnTo>
                  <a:pt x="0" y="1887"/>
                </a:lnTo>
                <a:lnTo>
                  <a:pt x="0" y="1843"/>
                </a:lnTo>
                <a:lnTo>
                  <a:pt x="23" y="1843"/>
                </a:lnTo>
                <a:moveTo>
                  <a:pt x="23" y="1931"/>
                </a:moveTo>
                <a:lnTo>
                  <a:pt x="23" y="1975"/>
                </a:lnTo>
                <a:lnTo>
                  <a:pt x="0" y="1975"/>
                </a:lnTo>
                <a:lnTo>
                  <a:pt x="0" y="1931"/>
                </a:lnTo>
                <a:lnTo>
                  <a:pt x="23" y="1931"/>
                </a:lnTo>
                <a:moveTo>
                  <a:pt x="23" y="2018"/>
                </a:moveTo>
                <a:lnTo>
                  <a:pt x="23" y="2062"/>
                </a:lnTo>
                <a:lnTo>
                  <a:pt x="0" y="2062"/>
                </a:lnTo>
                <a:lnTo>
                  <a:pt x="0" y="2018"/>
                </a:lnTo>
                <a:lnTo>
                  <a:pt x="23" y="2018"/>
                </a:lnTo>
                <a:moveTo>
                  <a:pt x="23" y="2106"/>
                </a:moveTo>
                <a:lnTo>
                  <a:pt x="23" y="2150"/>
                </a:lnTo>
                <a:lnTo>
                  <a:pt x="0" y="2150"/>
                </a:lnTo>
                <a:lnTo>
                  <a:pt x="0" y="2106"/>
                </a:lnTo>
                <a:lnTo>
                  <a:pt x="23" y="2106"/>
                </a:lnTo>
                <a:moveTo>
                  <a:pt x="23" y="2194"/>
                </a:moveTo>
                <a:lnTo>
                  <a:pt x="23" y="2238"/>
                </a:lnTo>
                <a:lnTo>
                  <a:pt x="0" y="2238"/>
                </a:lnTo>
                <a:lnTo>
                  <a:pt x="0" y="2194"/>
                </a:lnTo>
                <a:lnTo>
                  <a:pt x="23" y="2194"/>
                </a:lnTo>
                <a:moveTo>
                  <a:pt x="23" y="2282"/>
                </a:moveTo>
                <a:lnTo>
                  <a:pt x="23" y="2325"/>
                </a:lnTo>
                <a:lnTo>
                  <a:pt x="0" y="2325"/>
                </a:lnTo>
                <a:lnTo>
                  <a:pt x="0" y="2282"/>
                </a:lnTo>
                <a:lnTo>
                  <a:pt x="23" y="2282"/>
                </a:lnTo>
                <a:moveTo>
                  <a:pt x="23" y="2369"/>
                </a:moveTo>
                <a:lnTo>
                  <a:pt x="23" y="2413"/>
                </a:lnTo>
                <a:lnTo>
                  <a:pt x="0" y="2413"/>
                </a:lnTo>
                <a:lnTo>
                  <a:pt x="0" y="2369"/>
                </a:lnTo>
                <a:lnTo>
                  <a:pt x="23" y="2369"/>
                </a:lnTo>
                <a:moveTo>
                  <a:pt x="23" y="2457"/>
                </a:moveTo>
                <a:lnTo>
                  <a:pt x="23" y="2501"/>
                </a:lnTo>
                <a:lnTo>
                  <a:pt x="0" y="2501"/>
                </a:lnTo>
                <a:lnTo>
                  <a:pt x="0" y="2457"/>
                </a:lnTo>
                <a:lnTo>
                  <a:pt x="23" y="2457"/>
                </a:lnTo>
                <a:moveTo>
                  <a:pt x="23" y="2545"/>
                </a:moveTo>
                <a:lnTo>
                  <a:pt x="23" y="2589"/>
                </a:lnTo>
                <a:lnTo>
                  <a:pt x="0" y="2589"/>
                </a:lnTo>
                <a:lnTo>
                  <a:pt x="0" y="2545"/>
                </a:lnTo>
                <a:lnTo>
                  <a:pt x="23" y="2545"/>
                </a:lnTo>
                <a:moveTo>
                  <a:pt x="23" y="2632"/>
                </a:moveTo>
                <a:lnTo>
                  <a:pt x="23" y="2662"/>
                </a:lnTo>
                <a:lnTo>
                  <a:pt x="0" y="2662"/>
                </a:lnTo>
                <a:lnTo>
                  <a:pt x="0" y="2632"/>
                </a:lnTo>
                <a:lnTo>
                  <a:pt x="23" y="263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2304360" y="1375200"/>
            <a:ext cx="8280" cy="1437120"/>
          </a:xfrm>
          <a:custGeom>
            <a:avLst/>
            <a:gdLst/>
            <a:ahLst/>
            <a:rect l="0" t="0" r="r" b="b"/>
            <a:pathLst>
              <a:path w="23" h="3992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4"/>
                </a:moveTo>
                <a:lnTo>
                  <a:pt x="23" y="2238"/>
                </a:lnTo>
                <a:lnTo>
                  <a:pt x="0" y="2238"/>
                </a:lnTo>
                <a:lnTo>
                  <a:pt x="0" y="2194"/>
                </a:lnTo>
                <a:lnTo>
                  <a:pt x="23" y="2194"/>
                </a:lnTo>
                <a:moveTo>
                  <a:pt x="23" y="2282"/>
                </a:moveTo>
                <a:lnTo>
                  <a:pt x="23" y="2325"/>
                </a:lnTo>
                <a:lnTo>
                  <a:pt x="0" y="2325"/>
                </a:lnTo>
                <a:lnTo>
                  <a:pt x="0" y="2282"/>
                </a:lnTo>
                <a:lnTo>
                  <a:pt x="23" y="2282"/>
                </a:lnTo>
                <a:moveTo>
                  <a:pt x="23" y="2369"/>
                </a:moveTo>
                <a:lnTo>
                  <a:pt x="23" y="2413"/>
                </a:lnTo>
                <a:lnTo>
                  <a:pt x="0" y="2413"/>
                </a:lnTo>
                <a:lnTo>
                  <a:pt x="0" y="2369"/>
                </a:lnTo>
                <a:lnTo>
                  <a:pt x="23" y="2369"/>
                </a:lnTo>
                <a:moveTo>
                  <a:pt x="23" y="2457"/>
                </a:moveTo>
                <a:lnTo>
                  <a:pt x="23" y="2501"/>
                </a:lnTo>
                <a:lnTo>
                  <a:pt x="0" y="2501"/>
                </a:lnTo>
                <a:lnTo>
                  <a:pt x="0" y="2457"/>
                </a:lnTo>
                <a:lnTo>
                  <a:pt x="23" y="2457"/>
                </a:lnTo>
                <a:moveTo>
                  <a:pt x="23" y="2545"/>
                </a:moveTo>
                <a:lnTo>
                  <a:pt x="23" y="2589"/>
                </a:lnTo>
                <a:lnTo>
                  <a:pt x="0" y="2589"/>
                </a:lnTo>
                <a:lnTo>
                  <a:pt x="0" y="2545"/>
                </a:lnTo>
                <a:lnTo>
                  <a:pt x="23" y="2545"/>
                </a:lnTo>
                <a:moveTo>
                  <a:pt x="23" y="2632"/>
                </a:moveTo>
                <a:lnTo>
                  <a:pt x="23" y="2676"/>
                </a:lnTo>
                <a:lnTo>
                  <a:pt x="0" y="2676"/>
                </a:lnTo>
                <a:lnTo>
                  <a:pt x="0" y="2632"/>
                </a:lnTo>
                <a:lnTo>
                  <a:pt x="23" y="2632"/>
                </a:lnTo>
                <a:moveTo>
                  <a:pt x="23" y="2720"/>
                </a:moveTo>
                <a:lnTo>
                  <a:pt x="23" y="2764"/>
                </a:lnTo>
                <a:lnTo>
                  <a:pt x="0" y="2764"/>
                </a:lnTo>
                <a:lnTo>
                  <a:pt x="0" y="2720"/>
                </a:lnTo>
                <a:lnTo>
                  <a:pt x="23" y="2720"/>
                </a:lnTo>
                <a:moveTo>
                  <a:pt x="23" y="2808"/>
                </a:moveTo>
                <a:lnTo>
                  <a:pt x="23" y="2852"/>
                </a:lnTo>
                <a:lnTo>
                  <a:pt x="0" y="2852"/>
                </a:lnTo>
                <a:lnTo>
                  <a:pt x="0" y="2808"/>
                </a:lnTo>
                <a:lnTo>
                  <a:pt x="23" y="2808"/>
                </a:lnTo>
                <a:moveTo>
                  <a:pt x="23" y="2896"/>
                </a:moveTo>
                <a:lnTo>
                  <a:pt x="23" y="2939"/>
                </a:lnTo>
                <a:lnTo>
                  <a:pt x="0" y="2939"/>
                </a:lnTo>
                <a:lnTo>
                  <a:pt x="0" y="2896"/>
                </a:lnTo>
                <a:lnTo>
                  <a:pt x="23" y="2896"/>
                </a:lnTo>
                <a:moveTo>
                  <a:pt x="23" y="2983"/>
                </a:moveTo>
                <a:lnTo>
                  <a:pt x="23" y="3027"/>
                </a:lnTo>
                <a:lnTo>
                  <a:pt x="0" y="3027"/>
                </a:lnTo>
                <a:lnTo>
                  <a:pt x="0" y="2983"/>
                </a:lnTo>
                <a:lnTo>
                  <a:pt x="23" y="2983"/>
                </a:lnTo>
                <a:moveTo>
                  <a:pt x="23" y="3071"/>
                </a:moveTo>
                <a:lnTo>
                  <a:pt x="23" y="3115"/>
                </a:lnTo>
                <a:lnTo>
                  <a:pt x="0" y="3115"/>
                </a:lnTo>
                <a:lnTo>
                  <a:pt x="0" y="3071"/>
                </a:lnTo>
                <a:lnTo>
                  <a:pt x="23" y="3071"/>
                </a:lnTo>
                <a:moveTo>
                  <a:pt x="23" y="3159"/>
                </a:moveTo>
                <a:lnTo>
                  <a:pt x="23" y="3202"/>
                </a:lnTo>
                <a:lnTo>
                  <a:pt x="0" y="3202"/>
                </a:lnTo>
                <a:lnTo>
                  <a:pt x="0" y="3159"/>
                </a:lnTo>
                <a:lnTo>
                  <a:pt x="23" y="3159"/>
                </a:lnTo>
                <a:moveTo>
                  <a:pt x="23" y="3246"/>
                </a:moveTo>
                <a:lnTo>
                  <a:pt x="23" y="3290"/>
                </a:lnTo>
                <a:lnTo>
                  <a:pt x="0" y="3290"/>
                </a:lnTo>
                <a:lnTo>
                  <a:pt x="0" y="3246"/>
                </a:lnTo>
                <a:lnTo>
                  <a:pt x="23" y="3246"/>
                </a:lnTo>
                <a:moveTo>
                  <a:pt x="23" y="3334"/>
                </a:moveTo>
                <a:lnTo>
                  <a:pt x="23" y="3378"/>
                </a:lnTo>
                <a:lnTo>
                  <a:pt x="0" y="3378"/>
                </a:lnTo>
                <a:lnTo>
                  <a:pt x="0" y="3334"/>
                </a:lnTo>
                <a:lnTo>
                  <a:pt x="23" y="3334"/>
                </a:lnTo>
                <a:moveTo>
                  <a:pt x="23" y="3422"/>
                </a:moveTo>
                <a:lnTo>
                  <a:pt x="23" y="3466"/>
                </a:lnTo>
                <a:lnTo>
                  <a:pt x="0" y="3466"/>
                </a:lnTo>
                <a:lnTo>
                  <a:pt x="0" y="3422"/>
                </a:lnTo>
                <a:lnTo>
                  <a:pt x="23" y="3422"/>
                </a:lnTo>
                <a:moveTo>
                  <a:pt x="23" y="3509"/>
                </a:moveTo>
                <a:lnTo>
                  <a:pt x="23" y="3553"/>
                </a:lnTo>
                <a:lnTo>
                  <a:pt x="0" y="3553"/>
                </a:lnTo>
                <a:lnTo>
                  <a:pt x="0" y="3509"/>
                </a:lnTo>
                <a:lnTo>
                  <a:pt x="23" y="3509"/>
                </a:lnTo>
                <a:moveTo>
                  <a:pt x="23" y="3597"/>
                </a:moveTo>
                <a:lnTo>
                  <a:pt x="23" y="3641"/>
                </a:lnTo>
                <a:lnTo>
                  <a:pt x="0" y="3641"/>
                </a:lnTo>
                <a:lnTo>
                  <a:pt x="0" y="3597"/>
                </a:lnTo>
                <a:lnTo>
                  <a:pt x="23" y="3597"/>
                </a:lnTo>
                <a:moveTo>
                  <a:pt x="23" y="3685"/>
                </a:moveTo>
                <a:lnTo>
                  <a:pt x="23" y="3729"/>
                </a:lnTo>
                <a:lnTo>
                  <a:pt x="0" y="3729"/>
                </a:lnTo>
                <a:lnTo>
                  <a:pt x="0" y="3685"/>
                </a:lnTo>
                <a:lnTo>
                  <a:pt x="23" y="3685"/>
                </a:lnTo>
                <a:moveTo>
                  <a:pt x="23" y="3773"/>
                </a:moveTo>
                <a:lnTo>
                  <a:pt x="23" y="3816"/>
                </a:lnTo>
                <a:lnTo>
                  <a:pt x="0" y="3816"/>
                </a:lnTo>
                <a:lnTo>
                  <a:pt x="0" y="3773"/>
                </a:lnTo>
                <a:lnTo>
                  <a:pt x="23" y="3773"/>
                </a:lnTo>
                <a:moveTo>
                  <a:pt x="23" y="3860"/>
                </a:moveTo>
                <a:lnTo>
                  <a:pt x="23" y="3904"/>
                </a:lnTo>
                <a:lnTo>
                  <a:pt x="0" y="3904"/>
                </a:lnTo>
                <a:lnTo>
                  <a:pt x="0" y="3860"/>
                </a:lnTo>
                <a:lnTo>
                  <a:pt x="23" y="3860"/>
                </a:lnTo>
                <a:moveTo>
                  <a:pt x="23" y="3948"/>
                </a:moveTo>
                <a:lnTo>
                  <a:pt x="23" y="3992"/>
                </a:lnTo>
                <a:lnTo>
                  <a:pt x="0" y="3992"/>
                </a:lnTo>
                <a:lnTo>
                  <a:pt x="0" y="3948"/>
                </a:lnTo>
                <a:lnTo>
                  <a:pt x="23" y="394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2304360" y="1375200"/>
            <a:ext cx="8280" cy="1937160"/>
          </a:xfrm>
          <a:custGeom>
            <a:avLst/>
            <a:gdLst/>
            <a:ahLst/>
            <a:rect l="0" t="0" r="r" b="b"/>
            <a:pathLst>
              <a:path w="23" h="5381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3"/>
                </a:moveTo>
                <a:lnTo>
                  <a:pt x="23" y="2237"/>
                </a:lnTo>
                <a:lnTo>
                  <a:pt x="0" y="2237"/>
                </a:lnTo>
                <a:lnTo>
                  <a:pt x="0" y="2193"/>
                </a:lnTo>
                <a:lnTo>
                  <a:pt x="23" y="2193"/>
                </a:lnTo>
                <a:moveTo>
                  <a:pt x="23" y="2281"/>
                </a:moveTo>
                <a:lnTo>
                  <a:pt x="23" y="2324"/>
                </a:lnTo>
                <a:lnTo>
                  <a:pt x="0" y="2324"/>
                </a:lnTo>
                <a:lnTo>
                  <a:pt x="0" y="2281"/>
                </a:lnTo>
                <a:lnTo>
                  <a:pt x="23" y="2281"/>
                </a:lnTo>
                <a:moveTo>
                  <a:pt x="23" y="2368"/>
                </a:moveTo>
                <a:lnTo>
                  <a:pt x="23" y="2412"/>
                </a:lnTo>
                <a:lnTo>
                  <a:pt x="0" y="2412"/>
                </a:lnTo>
                <a:lnTo>
                  <a:pt x="0" y="2368"/>
                </a:lnTo>
                <a:lnTo>
                  <a:pt x="23" y="2368"/>
                </a:lnTo>
                <a:moveTo>
                  <a:pt x="23" y="2456"/>
                </a:moveTo>
                <a:lnTo>
                  <a:pt x="23" y="2500"/>
                </a:lnTo>
                <a:lnTo>
                  <a:pt x="0" y="2500"/>
                </a:lnTo>
                <a:lnTo>
                  <a:pt x="0" y="2456"/>
                </a:lnTo>
                <a:lnTo>
                  <a:pt x="23" y="2456"/>
                </a:lnTo>
                <a:moveTo>
                  <a:pt x="23" y="2544"/>
                </a:moveTo>
                <a:lnTo>
                  <a:pt x="23" y="2588"/>
                </a:lnTo>
                <a:lnTo>
                  <a:pt x="0" y="2588"/>
                </a:lnTo>
                <a:lnTo>
                  <a:pt x="0" y="2544"/>
                </a:lnTo>
                <a:lnTo>
                  <a:pt x="23" y="2544"/>
                </a:lnTo>
                <a:moveTo>
                  <a:pt x="23" y="2631"/>
                </a:moveTo>
                <a:lnTo>
                  <a:pt x="23" y="2675"/>
                </a:lnTo>
                <a:lnTo>
                  <a:pt x="0" y="2675"/>
                </a:lnTo>
                <a:lnTo>
                  <a:pt x="0" y="2631"/>
                </a:lnTo>
                <a:lnTo>
                  <a:pt x="23" y="2631"/>
                </a:lnTo>
                <a:moveTo>
                  <a:pt x="23" y="2719"/>
                </a:moveTo>
                <a:lnTo>
                  <a:pt x="23" y="2763"/>
                </a:lnTo>
                <a:lnTo>
                  <a:pt x="0" y="2763"/>
                </a:lnTo>
                <a:lnTo>
                  <a:pt x="0" y="2719"/>
                </a:lnTo>
                <a:lnTo>
                  <a:pt x="23" y="2719"/>
                </a:lnTo>
                <a:moveTo>
                  <a:pt x="23" y="2807"/>
                </a:moveTo>
                <a:lnTo>
                  <a:pt x="23" y="2851"/>
                </a:lnTo>
                <a:lnTo>
                  <a:pt x="0" y="2851"/>
                </a:lnTo>
                <a:lnTo>
                  <a:pt x="0" y="2807"/>
                </a:lnTo>
                <a:lnTo>
                  <a:pt x="23" y="2807"/>
                </a:lnTo>
                <a:moveTo>
                  <a:pt x="23" y="2895"/>
                </a:moveTo>
                <a:lnTo>
                  <a:pt x="23" y="2938"/>
                </a:lnTo>
                <a:lnTo>
                  <a:pt x="0" y="2938"/>
                </a:lnTo>
                <a:lnTo>
                  <a:pt x="0" y="2895"/>
                </a:lnTo>
                <a:lnTo>
                  <a:pt x="23" y="2895"/>
                </a:lnTo>
                <a:moveTo>
                  <a:pt x="23" y="2982"/>
                </a:moveTo>
                <a:lnTo>
                  <a:pt x="23" y="3026"/>
                </a:lnTo>
                <a:lnTo>
                  <a:pt x="0" y="3026"/>
                </a:lnTo>
                <a:lnTo>
                  <a:pt x="0" y="2982"/>
                </a:lnTo>
                <a:lnTo>
                  <a:pt x="23" y="2982"/>
                </a:lnTo>
                <a:moveTo>
                  <a:pt x="23" y="3070"/>
                </a:moveTo>
                <a:lnTo>
                  <a:pt x="23" y="3114"/>
                </a:lnTo>
                <a:lnTo>
                  <a:pt x="0" y="3114"/>
                </a:lnTo>
                <a:lnTo>
                  <a:pt x="0" y="3070"/>
                </a:lnTo>
                <a:lnTo>
                  <a:pt x="23" y="3070"/>
                </a:lnTo>
                <a:moveTo>
                  <a:pt x="23" y="3158"/>
                </a:moveTo>
                <a:lnTo>
                  <a:pt x="23" y="3201"/>
                </a:lnTo>
                <a:lnTo>
                  <a:pt x="0" y="3201"/>
                </a:lnTo>
                <a:lnTo>
                  <a:pt x="0" y="3158"/>
                </a:lnTo>
                <a:lnTo>
                  <a:pt x="23" y="3158"/>
                </a:lnTo>
                <a:moveTo>
                  <a:pt x="23" y="3245"/>
                </a:moveTo>
                <a:lnTo>
                  <a:pt x="23" y="3289"/>
                </a:lnTo>
                <a:lnTo>
                  <a:pt x="0" y="3289"/>
                </a:lnTo>
                <a:lnTo>
                  <a:pt x="0" y="3245"/>
                </a:lnTo>
                <a:lnTo>
                  <a:pt x="23" y="3245"/>
                </a:lnTo>
                <a:moveTo>
                  <a:pt x="23" y="3333"/>
                </a:moveTo>
                <a:lnTo>
                  <a:pt x="23" y="3377"/>
                </a:lnTo>
                <a:lnTo>
                  <a:pt x="0" y="3377"/>
                </a:lnTo>
                <a:lnTo>
                  <a:pt x="0" y="3333"/>
                </a:lnTo>
                <a:lnTo>
                  <a:pt x="23" y="3333"/>
                </a:lnTo>
                <a:moveTo>
                  <a:pt x="23" y="3421"/>
                </a:moveTo>
                <a:lnTo>
                  <a:pt x="23" y="3465"/>
                </a:lnTo>
                <a:lnTo>
                  <a:pt x="0" y="3465"/>
                </a:lnTo>
                <a:lnTo>
                  <a:pt x="0" y="3421"/>
                </a:lnTo>
                <a:lnTo>
                  <a:pt x="23" y="3421"/>
                </a:lnTo>
                <a:moveTo>
                  <a:pt x="23" y="3508"/>
                </a:moveTo>
                <a:lnTo>
                  <a:pt x="23" y="3552"/>
                </a:lnTo>
                <a:lnTo>
                  <a:pt x="0" y="3552"/>
                </a:lnTo>
                <a:lnTo>
                  <a:pt x="0" y="3508"/>
                </a:lnTo>
                <a:lnTo>
                  <a:pt x="23" y="3508"/>
                </a:lnTo>
                <a:moveTo>
                  <a:pt x="23" y="3596"/>
                </a:moveTo>
                <a:lnTo>
                  <a:pt x="23" y="3640"/>
                </a:lnTo>
                <a:lnTo>
                  <a:pt x="0" y="3640"/>
                </a:lnTo>
                <a:lnTo>
                  <a:pt x="0" y="3596"/>
                </a:lnTo>
                <a:lnTo>
                  <a:pt x="23" y="3596"/>
                </a:lnTo>
                <a:moveTo>
                  <a:pt x="23" y="3684"/>
                </a:moveTo>
                <a:lnTo>
                  <a:pt x="23" y="3728"/>
                </a:lnTo>
                <a:lnTo>
                  <a:pt x="0" y="3728"/>
                </a:lnTo>
                <a:lnTo>
                  <a:pt x="0" y="3684"/>
                </a:lnTo>
                <a:lnTo>
                  <a:pt x="23" y="3684"/>
                </a:lnTo>
                <a:moveTo>
                  <a:pt x="23" y="3772"/>
                </a:moveTo>
                <a:lnTo>
                  <a:pt x="23" y="3815"/>
                </a:lnTo>
                <a:lnTo>
                  <a:pt x="0" y="3815"/>
                </a:lnTo>
                <a:lnTo>
                  <a:pt x="0" y="3772"/>
                </a:lnTo>
                <a:lnTo>
                  <a:pt x="23" y="3772"/>
                </a:lnTo>
                <a:moveTo>
                  <a:pt x="23" y="3859"/>
                </a:moveTo>
                <a:lnTo>
                  <a:pt x="23" y="3903"/>
                </a:lnTo>
                <a:lnTo>
                  <a:pt x="0" y="3903"/>
                </a:lnTo>
                <a:lnTo>
                  <a:pt x="0" y="3859"/>
                </a:lnTo>
                <a:lnTo>
                  <a:pt x="23" y="3859"/>
                </a:lnTo>
                <a:moveTo>
                  <a:pt x="23" y="3947"/>
                </a:moveTo>
                <a:lnTo>
                  <a:pt x="23" y="3991"/>
                </a:lnTo>
                <a:lnTo>
                  <a:pt x="0" y="3991"/>
                </a:lnTo>
                <a:lnTo>
                  <a:pt x="0" y="3947"/>
                </a:lnTo>
                <a:lnTo>
                  <a:pt x="23" y="3947"/>
                </a:lnTo>
                <a:moveTo>
                  <a:pt x="23" y="4035"/>
                </a:moveTo>
                <a:lnTo>
                  <a:pt x="23" y="4079"/>
                </a:lnTo>
                <a:lnTo>
                  <a:pt x="0" y="4079"/>
                </a:lnTo>
                <a:lnTo>
                  <a:pt x="0" y="4035"/>
                </a:lnTo>
                <a:lnTo>
                  <a:pt x="23" y="4035"/>
                </a:lnTo>
                <a:moveTo>
                  <a:pt x="23" y="4122"/>
                </a:moveTo>
                <a:lnTo>
                  <a:pt x="23" y="4166"/>
                </a:lnTo>
                <a:lnTo>
                  <a:pt x="0" y="4166"/>
                </a:lnTo>
                <a:lnTo>
                  <a:pt x="0" y="4122"/>
                </a:lnTo>
                <a:lnTo>
                  <a:pt x="23" y="4122"/>
                </a:lnTo>
                <a:moveTo>
                  <a:pt x="23" y="4210"/>
                </a:moveTo>
                <a:lnTo>
                  <a:pt x="23" y="4255"/>
                </a:lnTo>
                <a:lnTo>
                  <a:pt x="0" y="4255"/>
                </a:lnTo>
                <a:lnTo>
                  <a:pt x="0" y="4210"/>
                </a:lnTo>
                <a:lnTo>
                  <a:pt x="23" y="4210"/>
                </a:lnTo>
                <a:moveTo>
                  <a:pt x="23" y="4299"/>
                </a:moveTo>
                <a:lnTo>
                  <a:pt x="23" y="4343"/>
                </a:lnTo>
                <a:lnTo>
                  <a:pt x="0" y="4343"/>
                </a:lnTo>
                <a:lnTo>
                  <a:pt x="0" y="4299"/>
                </a:lnTo>
                <a:lnTo>
                  <a:pt x="23" y="4299"/>
                </a:lnTo>
                <a:moveTo>
                  <a:pt x="23" y="4387"/>
                </a:moveTo>
                <a:lnTo>
                  <a:pt x="23" y="4430"/>
                </a:lnTo>
                <a:lnTo>
                  <a:pt x="0" y="4430"/>
                </a:lnTo>
                <a:lnTo>
                  <a:pt x="0" y="4387"/>
                </a:lnTo>
                <a:lnTo>
                  <a:pt x="23" y="4387"/>
                </a:lnTo>
                <a:moveTo>
                  <a:pt x="23" y="4474"/>
                </a:moveTo>
                <a:lnTo>
                  <a:pt x="23" y="4518"/>
                </a:lnTo>
                <a:lnTo>
                  <a:pt x="0" y="4518"/>
                </a:lnTo>
                <a:lnTo>
                  <a:pt x="0" y="4474"/>
                </a:lnTo>
                <a:lnTo>
                  <a:pt x="23" y="4474"/>
                </a:lnTo>
                <a:moveTo>
                  <a:pt x="23" y="4562"/>
                </a:moveTo>
                <a:lnTo>
                  <a:pt x="23" y="4606"/>
                </a:lnTo>
                <a:lnTo>
                  <a:pt x="0" y="4606"/>
                </a:lnTo>
                <a:lnTo>
                  <a:pt x="0" y="4562"/>
                </a:lnTo>
                <a:lnTo>
                  <a:pt x="23" y="4562"/>
                </a:lnTo>
                <a:moveTo>
                  <a:pt x="23" y="4650"/>
                </a:moveTo>
                <a:lnTo>
                  <a:pt x="23" y="4694"/>
                </a:lnTo>
                <a:lnTo>
                  <a:pt x="0" y="4694"/>
                </a:lnTo>
                <a:lnTo>
                  <a:pt x="0" y="4650"/>
                </a:lnTo>
                <a:lnTo>
                  <a:pt x="23" y="4650"/>
                </a:lnTo>
                <a:moveTo>
                  <a:pt x="23" y="4737"/>
                </a:moveTo>
                <a:lnTo>
                  <a:pt x="23" y="4781"/>
                </a:lnTo>
                <a:lnTo>
                  <a:pt x="0" y="4781"/>
                </a:lnTo>
                <a:lnTo>
                  <a:pt x="0" y="4737"/>
                </a:lnTo>
                <a:lnTo>
                  <a:pt x="23" y="4737"/>
                </a:lnTo>
                <a:moveTo>
                  <a:pt x="23" y="4825"/>
                </a:moveTo>
                <a:lnTo>
                  <a:pt x="23" y="4869"/>
                </a:lnTo>
                <a:lnTo>
                  <a:pt x="0" y="4869"/>
                </a:lnTo>
                <a:lnTo>
                  <a:pt x="0" y="4825"/>
                </a:lnTo>
                <a:lnTo>
                  <a:pt x="23" y="4825"/>
                </a:lnTo>
                <a:moveTo>
                  <a:pt x="23" y="4913"/>
                </a:moveTo>
                <a:lnTo>
                  <a:pt x="23" y="4957"/>
                </a:lnTo>
                <a:lnTo>
                  <a:pt x="0" y="4957"/>
                </a:lnTo>
                <a:lnTo>
                  <a:pt x="0" y="4913"/>
                </a:lnTo>
                <a:lnTo>
                  <a:pt x="23" y="4913"/>
                </a:lnTo>
                <a:moveTo>
                  <a:pt x="23" y="5000"/>
                </a:moveTo>
                <a:lnTo>
                  <a:pt x="23" y="5044"/>
                </a:lnTo>
                <a:lnTo>
                  <a:pt x="0" y="5044"/>
                </a:lnTo>
                <a:lnTo>
                  <a:pt x="0" y="5000"/>
                </a:lnTo>
                <a:lnTo>
                  <a:pt x="23" y="5000"/>
                </a:lnTo>
                <a:moveTo>
                  <a:pt x="23" y="5088"/>
                </a:moveTo>
                <a:lnTo>
                  <a:pt x="23" y="5132"/>
                </a:lnTo>
                <a:lnTo>
                  <a:pt x="0" y="5132"/>
                </a:lnTo>
                <a:lnTo>
                  <a:pt x="0" y="5088"/>
                </a:lnTo>
                <a:lnTo>
                  <a:pt x="23" y="5088"/>
                </a:lnTo>
                <a:moveTo>
                  <a:pt x="23" y="5176"/>
                </a:moveTo>
                <a:lnTo>
                  <a:pt x="23" y="5220"/>
                </a:lnTo>
                <a:lnTo>
                  <a:pt x="0" y="5220"/>
                </a:lnTo>
                <a:lnTo>
                  <a:pt x="0" y="5176"/>
                </a:lnTo>
                <a:lnTo>
                  <a:pt x="23" y="5176"/>
                </a:lnTo>
                <a:moveTo>
                  <a:pt x="23" y="5264"/>
                </a:moveTo>
                <a:lnTo>
                  <a:pt x="23" y="5307"/>
                </a:lnTo>
                <a:lnTo>
                  <a:pt x="0" y="5307"/>
                </a:lnTo>
                <a:lnTo>
                  <a:pt x="0" y="5264"/>
                </a:lnTo>
                <a:lnTo>
                  <a:pt x="23" y="5264"/>
                </a:lnTo>
                <a:moveTo>
                  <a:pt x="23" y="5351"/>
                </a:moveTo>
                <a:lnTo>
                  <a:pt x="23" y="5381"/>
                </a:lnTo>
                <a:lnTo>
                  <a:pt x="0" y="5381"/>
                </a:lnTo>
                <a:lnTo>
                  <a:pt x="0" y="5351"/>
                </a:lnTo>
                <a:lnTo>
                  <a:pt x="23" y="535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2304360" y="1375200"/>
            <a:ext cx="8280" cy="2415960"/>
          </a:xfrm>
          <a:custGeom>
            <a:avLst/>
            <a:gdLst/>
            <a:ahLst/>
            <a:rect l="0" t="0" r="r" b="b"/>
            <a:pathLst>
              <a:path w="23" h="6711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3"/>
                </a:moveTo>
                <a:lnTo>
                  <a:pt x="23" y="2237"/>
                </a:lnTo>
                <a:lnTo>
                  <a:pt x="0" y="2237"/>
                </a:lnTo>
                <a:lnTo>
                  <a:pt x="0" y="2193"/>
                </a:lnTo>
                <a:lnTo>
                  <a:pt x="23" y="2193"/>
                </a:lnTo>
                <a:moveTo>
                  <a:pt x="23" y="2281"/>
                </a:moveTo>
                <a:lnTo>
                  <a:pt x="23" y="2324"/>
                </a:lnTo>
                <a:lnTo>
                  <a:pt x="0" y="2324"/>
                </a:lnTo>
                <a:lnTo>
                  <a:pt x="0" y="2281"/>
                </a:lnTo>
                <a:lnTo>
                  <a:pt x="23" y="2281"/>
                </a:lnTo>
                <a:moveTo>
                  <a:pt x="23" y="2368"/>
                </a:moveTo>
                <a:lnTo>
                  <a:pt x="23" y="2412"/>
                </a:lnTo>
                <a:lnTo>
                  <a:pt x="0" y="2412"/>
                </a:lnTo>
                <a:lnTo>
                  <a:pt x="0" y="2368"/>
                </a:lnTo>
                <a:lnTo>
                  <a:pt x="23" y="2368"/>
                </a:lnTo>
                <a:moveTo>
                  <a:pt x="23" y="2456"/>
                </a:moveTo>
                <a:lnTo>
                  <a:pt x="23" y="2500"/>
                </a:lnTo>
                <a:lnTo>
                  <a:pt x="0" y="2500"/>
                </a:lnTo>
                <a:lnTo>
                  <a:pt x="0" y="2456"/>
                </a:lnTo>
                <a:lnTo>
                  <a:pt x="23" y="2456"/>
                </a:lnTo>
                <a:moveTo>
                  <a:pt x="23" y="2544"/>
                </a:moveTo>
                <a:lnTo>
                  <a:pt x="23" y="2588"/>
                </a:lnTo>
                <a:lnTo>
                  <a:pt x="0" y="2588"/>
                </a:lnTo>
                <a:lnTo>
                  <a:pt x="0" y="2544"/>
                </a:lnTo>
                <a:lnTo>
                  <a:pt x="23" y="2544"/>
                </a:lnTo>
                <a:moveTo>
                  <a:pt x="23" y="2631"/>
                </a:moveTo>
                <a:lnTo>
                  <a:pt x="23" y="2675"/>
                </a:lnTo>
                <a:lnTo>
                  <a:pt x="0" y="2675"/>
                </a:lnTo>
                <a:lnTo>
                  <a:pt x="0" y="2631"/>
                </a:lnTo>
                <a:lnTo>
                  <a:pt x="23" y="2631"/>
                </a:lnTo>
                <a:moveTo>
                  <a:pt x="23" y="2719"/>
                </a:moveTo>
                <a:lnTo>
                  <a:pt x="23" y="2763"/>
                </a:lnTo>
                <a:lnTo>
                  <a:pt x="0" y="2763"/>
                </a:lnTo>
                <a:lnTo>
                  <a:pt x="0" y="2719"/>
                </a:lnTo>
                <a:lnTo>
                  <a:pt x="23" y="2719"/>
                </a:lnTo>
                <a:moveTo>
                  <a:pt x="23" y="2807"/>
                </a:moveTo>
                <a:lnTo>
                  <a:pt x="23" y="2851"/>
                </a:lnTo>
                <a:lnTo>
                  <a:pt x="0" y="2851"/>
                </a:lnTo>
                <a:lnTo>
                  <a:pt x="0" y="2807"/>
                </a:lnTo>
                <a:lnTo>
                  <a:pt x="23" y="2807"/>
                </a:lnTo>
                <a:moveTo>
                  <a:pt x="23" y="2895"/>
                </a:moveTo>
                <a:lnTo>
                  <a:pt x="23" y="2938"/>
                </a:lnTo>
                <a:lnTo>
                  <a:pt x="0" y="2938"/>
                </a:lnTo>
                <a:lnTo>
                  <a:pt x="0" y="2895"/>
                </a:lnTo>
                <a:lnTo>
                  <a:pt x="23" y="2895"/>
                </a:lnTo>
                <a:moveTo>
                  <a:pt x="23" y="2982"/>
                </a:moveTo>
                <a:lnTo>
                  <a:pt x="23" y="3026"/>
                </a:lnTo>
                <a:lnTo>
                  <a:pt x="0" y="3026"/>
                </a:lnTo>
                <a:lnTo>
                  <a:pt x="0" y="2982"/>
                </a:lnTo>
                <a:lnTo>
                  <a:pt x="23" y="2982"/>
                </a:lnTo>
                <a:moveTo>
                  <a:pt x="23" y="3070"/>
                </a:moveTo>
                <a:lnTo>
                  <a:pt x="23" y="3114"/>
                </a:lnTo>
                <a:lnTo>
                  <a:pt x="0" y="3114"/>
                </a:lnTo>
                <a:lnTo>
                  <a:pt x="0" y="3070"/>
                </a:lnTo>
                <a:lnTo>
                  <a:pt x="23" y="3070"/>
                </a:lnTo>
                <a:moveTo>
                  <a:pt x="23" y="3158"/>
                </a:moveTo>
                <a:lnTo>
                  <a:pt x="23" y="3201"/>
                </a:lnTo>
                <a:lnTo>
                  <a:pt x="0" y="3201"/>
                </a:lnTo>
                <a:lnTo>
                  <a:pt x="0" y="3158"/>
                </a:lnTo>
                <a:lnTo>
                  <a:pt x="23" y="3158"/>
                </a:lnTo>
                <a:moveTo>
                  <a:pt x="23" y="3245"/>
                </a:moveTo>
                <a:lnTo>
                  <a:pt x="23" y="3289"/>
                </a:lnTo>
                <a:lnTo>
                  <a:pt x="0" y="3289"/>
                </a:lnTo>
                <a:lnTo>
                  <a:pt x="0" y="3245"/>
                </a:lnTo>
                <a:lnTo>
                  <a:pt x="23" y="3245"/>
                </a:lnTo>
                <a:moveTo>
                  <a:pt x="23" y="3333"/>
                </a:moveTo>
                <a:lnTo>
                  <a:pt x="23" y="3377"/>
                </a:lnTo>
                <a:lnTo>
                  <a:pt x="0" y="3377"/>
                </a:lnTo>
                <a:lnTo>
                  <a:pt x="0" y="3333"/>
                </a:lnTo>
                <a:lnTo>
                  <a:pt x="23" y="3333"/>
                </a:lnTo>
                <a:moveTo>
                  <a:pt x="23" y="3421"/>
                </a:moveTo>
                <a:lnTo>
                  <a:pt x="23" y="3465"/>
                </a:lnTo>
                <a:lnTo>
                  <a:pt x="0" y="3465"/>
                </a:lnTo>
                <a:lnTo>
                  <a:pt x="0" y="3421"/>
                </a:lnTo>
                <a:lnTo>
                  <a:pt x="23" y="3421"/>
                </a:lnTo>
                <a:moveTo>
                  <a:pt x="23" y="3508"/>
                </a:moveTo>
                <a:lnTo>
                  <a:pt x="23" y="3552"/>
                </a:lnTo>
                <a:lnTo>
                  <a:pt x="0" y="3552"/>
                </a:lnTo>
                <a:lnTo>
                  <a:pt x="0" y="3508"/>
                </a:lnTo>
                <a:lnTo>
                  <a:pt x="23" y="3508"/>
                </a:lnTo>
                <a:moveTo>
                  <a:pt x="23" y="3596"/>
                </a:moveTo>
                <a:lnTo>
                  <a:pt x="23" y="3640"/>
                </a:lnTo>
                <a:lnTo>
                  <a:pt x="0" y="3640"/>
                </a:lnTo>
                <a:lnTo>
                  <a:pt x="0" y="3596"/>
                </a:lnTo>
                <a:lnTo>
                  <a:pt x="23" y="3596"/>
                </a:lnTo>
                <a:moveTo>
                  <a:pt x="23" y="3684"/>
                </a:moveTo>
                <a:lnTo>
                  <a:pt x="23" y="3728"/>
                </a:lnTo>
                <a:lnTo>
                  <a:pt x="0" y="3728"/>
                </a:lnTo>
                <a:lnTo>
                  <a:pt x="0" y="3684"/>
                </a:lnTo>
                <a:lnTo>
                  <a:pt x="23" y="3684"/>
                </a:lnTo>
                <a:moveTo>
                  <a:pt x="23" y="3772"/>
                </a:moveTo>
                <a:lnTo>
                  <a:pt x="23" y="3815"/>
                </a:lnTo>
                <a:lnTo>
                  <a:pt x="0" y="3815"/>
                </a:lnTo>
                <a:lnTo>
                  <a:pt x="0" y="3772"/>
                </a:lnTo>
                <a:lnTo>
                  <a:pt x="23" y="3772"/>
                </a:lnTo>
                <a:moveTo>
                  <a:pt x="23" y="3859"/>
                </a:moveTo>
                <a:lnTo>
                  <a:pt x="23" y="3903"/>
                </a:lnTo>
                <a:lnTo>
                  <a:pt x="0" y="3903"/>
                </a:lnTo>
                <a:lnTo>
                  <a:pt x="0" y="3859"/>
                </a:lnTo>
                <a:lnTo>
                  <a:pt x="23" y="3859"/>
                </a:lnTo>
                <a:moveTo>
                  <a:pt x="23" y="3947"/>
                </a:moveTo>
                <a:lnTo>
                  <a:pt x="23" y="3991"/>
                </a:lnTo>
                <a:lnTo>
                  <a:pt x="0" y="3991"/>
                </a:lnTo>
                <a:lnTo>
                  <a:pt x="0" y="3947"/>
                </a:lnTo>
                <a:lnTo>
                  <a:pt x="23" y="3947"/>
                </a:lnTo>
                <a:moveTo>
                  <a:pt x="23" y="4035"/>
                </a:moveTo>
                <a:lnTo>
                  <a:pt x="23" y="4079"/>
                </a:lnTo>
                <a:lnTo>
                  <a:pt x="0" y="4079"/>
                </a:lnTo>
                <a:lnTo>
                  <a:pt x="0" y="4035"/>
                </a:lnTo>
                <a:lnTo>
                  <a:pt x="23" y="4035"/>
                </a:lnTo>
                <a:moveTo>
                  <a:pt x="23" y="4122"/>
                </a:moveTo>
                <a:lnTo>
                  <a:pt x="23" y="4166"/>
                </a:lnTo>
                <a:lnTo>
                  <a:pt x="0" y="4166"/>
                </a:lnTo>
                <a:lnTo>
                  <a:pt x="0" y="4122"/>
                </a:lnTo>
                <a:lnTo>
                  <a:pt x="23" y="4122"/>
                </a:lnTo>
                <a:moveTo>
                  <a:pt x="23" y="4210"/>
                </a:moveTo>
                <a:lnTo>
                  <a:pt x="23" y="4254"/>
                </a:lnTo>
                <a:lnTo>
                  <a:pt x="0" y="4254"/>
                </a:lnTo>
                <a:lnTo>
                  <a:pt x="0" y="4210"/>
                </a:lnTo>
                <a:lnTo>
                  <a:pt x="23" y="4210"/>
                </a:lnTo>
                <a:moveTo>
                  <a:pt x="23" y="4298"/>
                </a:moveTo>
                <a:lnTo>
                  <a:pt x="23" y="4342"/>
                </a:lnTo>
                <a:lnTo>
                  <a:pt x="0" y="4342"/>
                </a:lnTo>
                <a:lnTo>
                  <a:pt x="0" y="4298"/>
                </a:lnTo>
                <a:lnTo>
                  <a:pt x="23" y="4298"/>
                </a:lnTo>
                <a:moveTo>
                  <a:pt x="23" y="4386"/>
                </a:moveTo>
                <a:lnTo>
                  <a:pt x="23" y="4429"/>
                </a:lnTo>
                <a:lnTo>
                  <a:pt x="0" y="4429"/>
                </a:lnTo>
                <a:lnTo>
                  <a:pt x="0" y="4386"/>
                </a:lnTo>
                <a:lnTo>
                  <a:pt x="23" y="4386"/>
                </a:lnTo>
                <a:moveTo>
                  <a:pt x="23" y="4473"/>
                </a:moveTo>
                <a:lnTo>
                  <a:pt x="23" y="4517"/>
                </a:lnTo>
                <a:lnTo>
                  <a:pt x="0" y="4517"/>
                </a:lnTo>
                <a:lnTo>
                  <a:pt x="0" y="4473"/>
                </a:lnTo>
                <a:lnTo>
                  <a:pt x="23" y="4473"/>
                </a:lnTo>
                <a:moveTo>
                  <a:pt x="23" y="4561"/>
                </a:moveTo>
                <a:lnTo>
                  <a:pt x="23" y="4605"/>
                </a:lnTo>
                <a:lnTo>
                  <a:pt x="0" y="4605"/>
                </a:lnTo>
                <a:lnTo>
                  <a:pt x="0" y="4561"/>
                </a:lnTo>
                <a:lnTo>
                  <a:pt x="23" y="4561"/>
                </a:lnTo>
                <a:moveTo>
                  <a:pt x="23" y="4649"/>
                </a:moveTo>
                <a:lnTo>
                  <a:pt x="23" y="4693"/>
                </a:lnTo>
                <a:lnTo>
                  <a:pt x="0" y="4693"/>
                </a:lnTo>
                <a:lnTo>
                  <a:pt x="0" y="4649"/>
                </a:lnTo>
                <a:lnTo>
                  <a:pt x="23" y="4649"/>
                </a:lnTo>
                <a:moveTo>
                  <a:pt x="23" y="4736"/>
                </a:moveTo>
                <a:lnTo>
                  <a:pt x="23" y="4780"/>
                </a:lnTo>
                <a:lnTo>
                  <a:pt x="0" y="4780"/>
                </a:lnTo>
                <a:lnTo>
                  <a:pt x="0" y="4736"/>
                </a:lnTo>
                <a:lnTo>
                  <a:pt x="23" y="4736"/>
                </a:lnTo>
                <a:moveTo>
                  <a:pt x="23" y="4824"/>
                </a:moveTo>
                <a:lnTo>
                  <a:pt x="23" y="4868"/>
                </a:lnTo>
                <a:lnTo>
                  <a:pt x="0" y="4868"/>
                </a:lnTo>
                <a:lnTo>
                  <a:pt x="0" y="4824"/>
                </a:lnTo>
                <a:lnTo>
                  <a:pt x="23" y="4824"/>
                </a:lnTo>
                <a:moveTo>
                  <a:pt x="23" y="4912"/>
                </a:moveTo>
                <a:lnTo>
                  <a:pt x="23" y="4956"/>
                </a:lnTo>
                <a:lnTo>
                  <a:pt x="0" y="4956"/>
                </a:lnTo>
                <a:lnTo>
                  <a:pt x="0" y="4912"/>
                </a:lnTo>
                <a:lnTo>
                  <a:pt x="23" y="4912"/>
                </a:lnTo>
                <a:moveTo>
                  <a:pt x="23" y="4999"/>
                </a:moveTo>
                <a:lnTo>
                  <a:pt x="23" y="5043"/>
                </a:lnTo>
                <a:lnTo>
                  <a:pt x="0" y="5043"/>
                </a:lnTo>
                <a:lnTo>
                  <a:pt x="0" y="4999"/>
                </a:lnTo>
                <a:lnTo>
                  <a:pt x="23" y="4999"/>
                </a:lnTo>
                <a:moveTo>
                  <a:pt x="23" y="5087"/>
                </a:moveTo>
                <a:lnTo>
                  <a:pt x="23" y="5131"/>
                </a:lnTo>
                <a:lnTo>
                  <a:pt x="0" y="5131"/>
                </a:lnTo>
                <a:lnTo>
                  <a:pt x="0" y="5087"/>
                </a:lnTo>
                <a:lnTo>
                  <a:pt x="23" y="5087"/>
                </a:lnTo>
                <a:moveTo>
                  <a:pt x="23" y="5175"/>
                </a:moveTo>
                <a:lnTo>
                  <a:pt x="23" y="5219"/>
                </a:lnTo>
                <a:lnTo>
                  <a:pt x="0" y="5219"/>
                </a:lnTo>
                <a:lnTo>
                  <a:pt x="0" y="5175"/>
                </a:lnTo>
                <a:lnTo>
                  <a:pt x="23" y="5175"/>
                </a:lnTo>
                <a:moveTo>
                  <a:pt x="23" y="5263"/>
                </a:moveTo>
                <a:lnTo>
                  <a:pt x="23" y="5306"/>
                </a:lnTo>
                <a:lnTo>
                  <a:pt x="0" y="5306"/>
                </a:lnTo>
                <a:lnTo>
                  <a:pt x="0" y="5263"/>
                </a:lnTo>
                <a:lnTo>
                  <a:pt x="23" y="5263"/>
                </a:lnTo>
                <a:moveTo>
                  <a:pt x="23" y="5350"/>
                </a:moveTo>
                <a:lnTo>
                  <a:pt x="23" y="5394"/>
                </a:lnTo>
                <a:lnTo>
                  <a:pt x="0" y="5394"/>
                </a:lnTo>
                <a:lnTo>
                  <a:pt x="0" y="5350"/>
                </a:lnTo>
                <a:lnTo>
                  <a:pt x="23" y="5350"/>
                </a:lnTo>
                <a:moveTo>
                  <a:pt x="23" y="5438"/>
                </a:moveTo>
                <a:lnTo>
                  <a:pt x="23" y="5482"/>
                </a:lnTo>
                <a:lnTo>
                  <a:pt x="0" y="5482"/>
                </a:lnTo>
                <a:lnTo>
                  <a:pt x="0" y="5438"/>
                </a:lnTo>
                <a:lnTo>
                  <a:pt x="23" y="5438"/>
                </a:lnTo>
                <a:moveTo>
                  <a:pt x="23" y="5526"/>
                </a:moveTo>
                <a:lnTo>
                  <a:pt x="23" y="5570"/>
                </a:lnTo>
                <a:lnTo>
                  <a:pt x="0" y="5570"/>
                </a:lnTo>
                <a:lnTo>
                  <a:pt x="0" y="5526"/>
                </a:lnTo>
                <a:lnTo>
                  <a:pt x="23" y="5526"/>
                </a:lnTo>
                <a:moveTo>
                  <a:pt x="23" y="5613"/>
                </a:moveTo>
                <a:lnTo>
                  <a:pt x="23" y="5657"/>
                </a:lnTo>
                <a:lnTo>
                  <a:pt x="0" y="5657"/>
                </a:lnTo>
                <a:lnTo>
                  <a:pt x="0" y="5613"/>
                </a:lnTo>
                <a:lnTo>
                  <a:pt x="23" y="5613"/>
                </a:lnTo>
                <a:moveTo>
                  <a:pt x="23" y="5701"/>
                </a:moveTo>
                <a:lnTo>
                  <a:pt x="23" y="5745"/>
                </a:lnTo>
                <a:lnTo>
                  <a:pt x="0" y="5745"/>
                </a:lnTo>
                <a:lnTo>
                  <a:pt x="0" y="5701"/>
                </a:lnTo>
                <a:lnTo>
                  <a:pt x="23" y="5701"/>
                </a:lnTo>
                <a:moveTo>
                  <a:pt x="23" y="5789"/>
                </a:moveTo>
                <a:lnTo>
                  <a:pt x="23" y="5833"/>
                </a:lnTo>
                <a:lnTo>
                  <a:pt x="0" y="5833"/>
                </a:lnTo>
                <a:lnTo>
                  <a:pt x="0" y="5789"/>
                </a:lnTo>
                <a:lnTo>
                  <a:pt x="23" y="5789"/>
                </a:lnTo>
                <a:moveTo>
                  <a:pt x="23" y="5877"/>
                </a:moveTo>
                <a:lnTo>
                  <a:pt x="23" y="5920"/>
                </a:lnTo>
                <a:lnTo>
                  <a:pt x="0" y="5920"/>
                </a:lnTo>
                <a:lnTo>
                  <a:pt x="0" y="5877"/>
                </a:lnTo>
                <a:lnTo>
                  <a:pt x="23" y="5877"/>
                </a:lnTo>
                <a:moveTo>
                  <a:pt x="23" y="5964"/>
                </a:moveTo>
                <a:lnTo>
                  <a:pt x="23" y="6008"/>
                </a:lnTo>
                <a:lnTo>
                  <a:pt x="0" y="6008"/>
                </a:lnTo>
                <a:lnTo>
                  <a:pt x="0" y="5964"/>
                </a:lnTo>
                <a:lnTo>
                  <a:pt x="23" y="5964"/>
                </a:lnTo>
                <a:moveTo>
                  <a:pt x="23" y="6052"/>
                </a:moveTo>
                <a:lnTo>
                  <a:pt x="23" y="6096"/>
                </a:lnTo>
                <a:lnTo>
                  <a:pt x="0" y="6096"/>
                </a:lnTo>
                <a:lnTo>
                  <a:pt x="0" y="6052"/>
                </a:lnTo>
                <a:lnTo>
                  <a:pt x="23" y="6052"/>
                </a:lnTo>
                <a:moveTo>
                  <a:pt x="23" y="6140"/>
                </a:moveTo>
                <a:lnTo>
                  <a:pt x="23" y="6184"/>
                </a:lnTo>
                <a:lnTo>
                  <a:pt x="0" y="6184"/>
                </a:lnTo>
                <a:lnTo>
                  <a:pt x="0" y="6140"/>
                </a:lnTo>
                <a:lnTo>
                  <a:pt x="23" y="6140"/>
                </a:lnTo>
                <a:moveTo>
                  <a:pt x="23" y="6227"/>
                </a:moveTo>
                <a:lnTo>
                  <a:pt x="23" y="6272"/>
                </a:lnTo>
                <a:lnTo>
                  <a:pt x="0" y="6272"/>
                </a:lnTo>
                <a:lnTo>
                  <a:pt x="0" y="6227"/>
                </a:lnTo>
                <a:lnTo>
                  <a:pt x="23" y="6227"/>
                </a:lnTo>
                <a:moveTo>
                  <a:pt x="23" y="6316"/>
                </a:moveTo>
                <a:lnTo>
                  <a:pt x="23" y="6360"/>
                </a:lnTo>
                <a:lnTo>
                  <a:pt x="0" y="6360"/>
                </a:lnTo>
                <a:lnTo>
                  <a:pt x="0" y="6316"/>
                </a:lnTo>
                <a:lnTo>
                  <a:pt x="23" y="6316"/>
                </a:lnTo>
                <a:moveTo>
                  <a:pt x="23" y="6404"/>
                </a:moveTo>
                <a:lnTo>
                  <a:pt x="23" y="6448"/>
                </a:lnTo>
                <a:lnTo>
                  <a:pt x="0" y="6448"/>
                </a:lnTo>
                <a:lnTo>
                  <a:pt x="0" y="6404"/>
                </a:lnTo>
                <a:lnTo>
                  <a:pt x="23" y="6404"/>
                </a:lnTo>
                <a:moveTo>
                  <a:pt x="23" y="6492"/>
                </a:moveTo>
                <a:lnTo>
                  <a:pt x="23" y="6535"/>
                </a:lnTo>
                <a:lnTo>
                  <a:pt x="0" y="6535"/>
                </a:lnTo>
                <a:lnTo>
                  <a:pt x="0" y="6492"/>
                </a:lnTo>
                <a:lnTo>
                  <a:pt x="23" y="6492"/>
                </a:lnTo>
                <a:moveTo>
                  <a:pt x="23" y="6579"/>
                </a:moveTo>
                <a:lnTo>
                  <a:pt x="23" y="6623"/>
                </a:lnTo>
                <a:lnTo>
                  <a:pt x="0" y="6623"/>
                </a:lnTo>
                <a:lnTo>
                  <a:pt x="0" y="6579"/>
                </a:lnTo>
                <a:lnTo>
                  <a:pt x="23" y="6579"/>
                </a:lnTo>
                <a:moveTo>
                  <a:pt x="23" y="6667"/>
                </a:moveTo>
                <a:lnTo>
                  <a:pt x="23" y="6711"/>
                </a:lnTo>
                <a:lnTo>
                  <a:pt x="0" y="6711"/>
                </a:lnTo>
                <a:lnTo>
                  <a:pt x="0" y="6667"/>
                </a:lnTo>
                <a:lnTo>
                  <a:pt x="23" y="66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2181960" y="1375200"/>
            <a:ext cx="3064680" cy="342360"/>
          </a:xfrm>
          <a:custGeom>
            <a:avLst/>
            <a:gdLst/>
            <a:ahLst/>
            <a:rect l="0" t="0" r="r" b="b"/>
            <a:pathLst>
              <a:path w="8513" h="951">
                <a:moveTo>
                  <a:pt x="0" y="0"/>
                </a:moveTo>
                <a:lnTo>
                  <a:pt x="8513" y="0"/>
                </a:lnTo>
                <a:lnTo>
                  <a:pt x="8513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2179440" y="1372680"/>
            <a:ext cx="3069720" cy="347760"/>
          </a:xfrm>
          <a:custGeom>
            <a:avLst/>
            <a:gdLst/>
            <a:ahLst/>
            <a:rect l="0" t="0" r="r" b="b"/>
            <a:pathLst>
              <a:path w="8527" h="966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4"/>
                </a:lnTo>
                <a:lnTo>
                  <a:pt x="4219" y="14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4"/>
                </a:lnTo>
                <a:lnTo>
                  <a:pt x="4336" y="14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4"/>
                </a:lnTo>
                <a:lnTo>
                  <a:pt x="4453" y="14"/>
                </a:lnTo>
                <a:lnTo>
                  <a:pt x="4453" y="0"/>
                </a:lnTo>
                <a:moveTo>
                  <a:pt x="4570" y="0"/>
                </a:moveTo>
                <a:lnTo>
                  <a:pt x="4643" y="0"/>
                </a:lnTo>
                <a:lnTo>
                  <a:pt x="4643" y="14"/>
                </a:lnTo>
                <a:lnTo>
                  <a:pt x="4570" y="14"/>
                </a:lnTo>
                <a:lnTo>
                  <a:pt x="4570" y="0"/>
                </a:lnTo>
                <a:moveTo>
                  <a:pt x="4687" y="0"/>
                </a:moveTo>
                <a:lnTo>
                  <a:pt x="4760" y="0"/>
                </a:lnTo>
                <a:lnTo>
                  <a:pt x="4760" y="14"/>
                </a:lnTo>
                <a:lnTo>
                  <a:pt x="4687" y="14"/>
                </a:lnTo>
                <a:lnTo>
                  <a:pt x="4687" y="0"/>
                </a:lnTo>
                <a:moveTo>
                  <a:pt x="4804" y="0"/>
                </a:moveTo>
                <a:lnTo>
                  <a:pt x="4877" y="0"/>
                </a:lnTo>
                <a:lnTo>
                  <a:pt x="4877" y="14"/>
                </a:lnTo>
                <a:lnTo>
                  <a:pt x="4804" y="14"/>
                </a:lnTo>
                <a:lnTo>
                  <a:pt x="4804" y="0"/>
                </a:lnTo>
                <a:moveTo>
                  <a:pt x="4921" y="0"/>
                </a:moveTo>
                <a:lnTo>
                  <a:pt x="4994" y="0"/>
                </a:lnTo>
                <a:lnTo>
                  <a:pt x="4994" y="14"/>
                </a:lnTo>
                <a:lnTo>
                  <a:pt x="4921" y="14"/>
                </a:lnTo>
                <a:lnTo>
                  <a:pt x="4921" y="0"/>
                </a:lnTo>
                <a:moveTo>
                  <a:pt x="5038" y="0"/>
                </a:moveTo>
                <a:lnTo>
                  <a:pt x="5111" y="0"/>
                </a:lnTo>
                <a:lnTo>
                  <a:pt x="5111" y="14"/>
                </a:lnTo>
                <a:lnTo>
                  <a:pt x="5038" y="14"/>
                </a:lnTo>
                <a:lnTo>
                  <a:pt x="5038" y="0"/>
                </a:lnTo>
                <a:moveTo>
                  <a:pt x="5155" y="0"/>
                </a:moveTo>
                <a:lnTo>
                  <a:pt x="5228" y="0"/>
                </a:lnTo>
                <a:lnTo>
                  <a:pt x="5228" y="14"/>
                </a:lnTo>
                <a:lnTo>
                  <a:pt x="5155" y="14"/>
                </a:lnTo>
                <a:lnTo>
                  <a:pt x="5155" y="0"/>
                </a:lnTo>
                <a:moveTo>
                  <a:pt x="5272" y="0"/>
                </a:moveTo>
                <a:lnTo>
                  <a:pt x="5345" y="0"/>
                </a:lnTo>
                <a:lnTo>
                  <a:pt x="5345" y="14"/>
                </a:lnTo>
                <a:lnTo>
                  <a:pt x="5272" y="14"/>
                </a:lnTo>
                <a:lnTo>
                  <a:pt x="5272" y="0"/>
                </a:lnTo>
                <a:moveTo>
                  <a:pt x="5389" y="0"/>
                </a:moveTo>
                <a:lnTo>
                  <a:pt x="5462" y="0"/>
                </a:lnTo>
                <a:lnTo>
                  <a:pt x="5462" y="14"/>
                </a:lnTo>
                <a:lnTo>
                  <a:pt x="5389" y="14"/>
                </a:lnTo>
                <a:lnTo>
                  <a:pt x="5389" y="0"/>
                </a:lnTo>
                <a:moveTo>
                  <a:pt x="5506" y="0"/>
                </a:moveTo>
                <a:lnTo>
                  <a:pt x="5579" y="0"/>
                </a:lnTo>
                <a:lnTo>
                  <a:pt x="5579" y="14"/>
                </a:lnTo>
                <a:lnTo>
                  <a:pt x="5506" y="14"/>
                </a:lnTo>
                <a:lnTo>
                  <a:pt x="5506" y="0"/>
                </a:lnTo>
                <a:moveTo>
                  <a:pt x="5623" y="0"/>
                </a:moveTo>
                <a:lnTo>
                  <a:pt x="5696" y="0"/>
                </a:lnTo>
                <a:lnTo>
                  <a:pt x="5696" y="14"/>
                </a:lnTo>
                <a:lnTo>
                  <a:pt x="5623" y="14"/>
                </a:lnTo>
                <a:lnTo>
                  <a:pt x="5623" y="0"/>
                </a:lnTo>
                <a:moveTo>
                  <a:pt x="5740" y="0"/>
                </a:moveTo>
                <a:lnTo>
                  <a:pt x="5813" y="0"/>
                </a:lnTo>
                <a:lnTo>
                  <a:pt x="5813" y="14"/>
                </a:lnTo>
                <a:lnTo>
                  <a:pt x="5740" y="14"/>
                </a:lnTo>
                <a:lnTo>
                  <a:pt x="5740" y="0"/>
                </a:lnTo>
                <a:moveTo>
                  <a:pt x="5857" y="0"/>
                </a:moveTo>
                <a:lnTo>
                  <a:pt x="5930" y="0"/>
                </a:lnTo>
                <a:lnTo>
                  <a:pt x="5930" y="14"/>
                </a:lnTo>
                <a:lnTo>
                  <a:pt x="5857" y="14"/>
                </a:lnTo>
                <a:lnTo>
                  <a:pt x="5857" y="0"/>
                </a:lnTo>
                <a:moveTo>
                  <a:pt x="5974" y="0"/>
                </a:moveTo>
                <a:lnTo>
                  <a:pt x="6047" y="0"/>
                </a:lnTo>
                <a:lnTo>
                  <a:pt x="6047" y="14"/>
                </a:lnTo>
                <a:lnTo>
                  <a:pt x="5974" y="14"/>
                </a:lnTo>
                <a:lnTo>
                  <a:pt x="5974" y="0"/>
                </a:lnTo>
                <a:moveTo>
                  <a:pt x="6091" y="0"/>
                </a:moveTo>
                <a:lnTo>
                  <a:pt x="6164" y="0"/>
                </a:lnTo>
                <a:lnTo>
                  <a:pt x="6164" y="14"/>
                </a:lnTo>
                <a:lnTo>
                  <a:pt x="6091" y="14"/>
                </a:lnTo>
                <a:lnTo>
                  <a:pt x="6091" y="0"/>
                </a:lnTo>
                <a:moveTo>
                  <a:pt x="6208" y="0"/>
                </a:moveTo>
                <a:lnTo>
                  <a:pt x="6281" y="0"/>
                </a:lnTo>
                <a:lnTo>
                  <a:pt x="6281" y="14"/>
                </a:lnTo>
                <a:lnTo>
                  <a:pt x="6208" y="14"/>
                </a:lnTo>
                <a:lnTo>
                  <a:pt x="6208" y="0"/>
                </a:lnTo>
                <a:moveTo>
                  <a:pt x="6325" y="0"/>
                </a:moveTo>
                <a:lnTo>
                  <a:pt x="6398" y="0"/>
                </a:lnTo>
                <a:lnTo>
                  <a:pt x="6398" y="14"/>
                </a:lnTo>
                <a:lnTo>
                  <a:pt x="6325" y="14"/>
                </a:lnTo>
                <a:lnTo>
                  <a:pt x="6325" y="0"/>
                </a:lnTo>
                <a:moveTo>
                  <a:pt x="6442" y="0"/>
                </a:moveTo>
                <a:lnTo>
                  <a:pt x="6515" y="0"/>
                </a:lnTo>
                <a:lnTo>
                  <a:pt x="6515" y="14"/>
                </a:lnTo>
                <a:lnTo>
                  <a:pt x="6442" y="14"/>
                </a:lnTo>
                <a:lnTo>
                  <a:pt x="6442" y="0"/>
                </a:lnTo>
                <a:moveTo>
                  <a:pt x="6559" y="0"/>
                </a:moveTo>
                <a:lnTo>
                  <a:pt x="6632" y="0"/>
                </a:lnTo>
                <a:lnTo>
                  <a:pt x="6632" y="14"/>
                </a:lnTo>
                <a:lnTo>
                  <a:pt x="6559" y="14"/>
                </a:lnTo>
                <a:lnTo>
                  <a:pt x="6559" y="0"/>
                </a:lnTo>
                <a:moveTo>
                  <a:pt x="6676" y="0"/>
                </a:moveTo>
                <a:lnTo>
                  <a:pt x="6750" y="0"/>
                </a:lnTo>
                <a:lnTo>
                  <a:pt x="6750" y="14"/>
                </a:lnTo>
                <a:lnTo>
                  <a:pt x="6676" y="14"/>
                </a:lnTo>
                <a:lnTo>
                  <a:pt x="6676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4"/>
                </a:lnTo>
                <a:lnTo>
                  <a:pt x="6794" y="14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4"/>
                </a:lnTo>
                <a:lnTo>
                  <a:pt x="6911" y="14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4"/>
                </a:lnTo>
                <a:lnTo>
                  <a:pt x="7028" y="14"/>
                </a:lnTo>
                <a:lnTo>
                  <a:pt x="7028" y="0"/>
                </a:lnTo>
                <a:moveTo>
                  <a:pt x="7145" y="0"/>
                </a:moveTo>
                <a:lnTo>
                  <a:pt x="7218" y="0"/>
                </a:lnTo>
                <a:lnTo>
                  <a:pt x="7218" y="14"/>
                </a:lnTo>
                <a:lnTo>
                  <a:pt x="7145" y="14"/>
                </a:lnTo>
                <a:lnTo>
                  <a:pt x="7145" y="0"/>
                </a:lnTo>
                <a:moveTo>
                  <a:pt x="7262" y="0"/>
                </a:moveTo>
                <a:lnTo>
                  <a:pt x="7335" y="0"/>
                </a:lnTo>
                <a:lnTo>
                  <a:pt x="7335" y="14"/>
                </a:lnTo>
                <a:lnTo>
                  <a:pt x="7262" y="14"/>
                </a:lnTo>
                <a:lnTo>
                  <a:pt x="7262" y="0"/>
                </a:lnTo>
                <a:moveTo>
                  <a:pt x="7379" y="0"/>
                </a:moveTo>
                <a:lnTo>
                  <a:pt x="7452" y="0"/>
                </a:lnTo>
                <a:lnTo>
                  <a:pt x="7452" y="14"/>
                </a:lnTo>
                <a:lnTo>
                  <a:pt x="7379" y="14"/>
                </a:lnTo>
                <a:lnTo>
                  <a:pt x="7379" y="0"/>
                </a:lnTo>
                <a:moveTo>
                  <a:pt x="7496" y="0"/>
                </a:moveTo>
                <a:lnTo>
                  <a:pt x="7569" y="0"/>
                </a:lnTo>
                <a:lnTo>
                  <a:pt x="7569" y="14"/>
                </a:lnTo>
                <a:lnTo>
                  <a:pt x="7496" y="14"/>
                </a:lnTo>
                <a:lnTo>
                  <a:pt x="7496" y="0"/>
                </a:lnTo>
                <a:moveTo>
                  <a:pt x="7613" y="0"/>
                </a:moveTo>
                <a:lnTo>
                  <a:pt x="7686" y="0"/>
                </a:lnTo>
                <a:lnTo>
                  <a:pt x="7686" y="14"/>
                </a:lnTo>
                <a:lnTo>
                  <a:pt x="7613" y="14"/>
                </a:lnTo>
                <a:lnTo>
                  <a:pt x="7613" y="0"/>
                </a:lnTo>
                <a:moveTo>
                  <a:pt x="7730" y="0"/>
                </a:moveTo>
                <a:lnTo>
                  <a:pt x="7803" y="0"/>
                </a:lnTo>
                <a:lnTo>
                  <a:pt x="7803" y="14"/>
                </a:lnTo>
                <a:lnTo>
                  <a:pt x="7730" y="14"/>
                </a:lnTo>
                <a:lnTo>
                  <a:pt x="7730" y="0"/>
                </a:lnTo>
                <a:moveTo>
                  <a:pt x="7847" y="0"/>
                </a:moveTo>
                <a:lnTo>
                  <a:pt x="7920" y="0"/>
                </a:lnTo>
                <a:lnTo>
                  <a:pt x="7920" y="14"/>
                </a:lnTo>
                <a:lnTo>
                  <a:pt x="7847" y="14"/>
                </a:lnTo>
                <a:lnTo>
                  <a:pt x="7847" y="0"/>
                </a:lnTo>
                <a:moveTo>
                  <a:pt x="7964" y="0"/>
                </a:moveTo>
                <a:lnTo>
                  <a:pt x="8037" y="0"/>
                </a:lnTo>
                <a:lnTo>
                  <a:pt x="8037" y="14"/>
                </a:lnTo>
                <a:lnTo>
                  <a:pt x="7964" y="14"/>
                </a:lnTo>
                <a:lnTo>
                  <a:pt x="7964" y="0"/>
                </a:lnTo>
                <a:moveTo>
                  <a:pt x="8081" y="0"/>
                </a:moveTo>
                <a:lnTo>
                  <a:pt x="8154" y="0"/>
                </a:lnTo>
                <a:lnTo>
                  <a:pt x="8154" y="14"/>
                </a:lnTo>
                <a:lnTo>
                  <a:pt x="8081" y="14"/>
                </a:lnTo>
                <a:lnTo>
                  <a:pt x="8081" y="0"/>
                </a:lnTo>
                <a:moveTo>
                  <a:pt x="8198" y="0"/>
                </a:moveTo>
                <a:lnTo>
                  <a:pt x="8271" y="0"/>
                </a:lnTo>
                <a:lnTo>
                  <a:pt x="8271" y="14"/>
                </a:lnTo>
                <a:lnTo>
                  <a:pt x="8198" y="14"/>
                </a:lnTo>
                <a:lnTo>
                  <a:pt x="8198" y="0"/>
                </a:lnTo>
                <a:moveTo>
                  <a:pt x="8315" y="0"/>
                </a:moveTo>
                <a:lnTo>
                  <a:pt x="8388" y="0"/>
                </a:lnTo>
                <a:lnTo>
                  <a:pt x="8388" y="14"/>
                </a:lnTo>
                <a:lnTo>
                  <a:pt x="8315" y="14"/>
                </a:lnTo>
                <a:lnTo>
                  <a:pt x="8315" y="0"/>
                </a:lnTo>
                <a:moveTo>
                  <a:pt x="8432" y="0"/>
                </a:moveTo>
                <a:lnTo>
                  <a:pt x="8505" y="0"/>
                </a:lnTo>
                <a:lnTo>
                  <a:pt x="8505" y="14"/>
                </a:lnTo>
                <a:lnTo>
                  <a:pt x="8432" y="14"/>
                </a:lnTo>
                <a:lnTo>
                  <a:pt x="8432" y="0"/>
                </a:lnTo>
                <a:moveTo>
                  <a:pt x="8527" y="36"/>
                </a:moveTo>
                <a:lnTo>
                  <a:pt x="8527" y="109"/>
                </a:lnTo>
                <a:lnTo>
                  <a:pt x="8512" y="109"/>
                </a:lnTo>
                <a:lnTo>
                  <a:pt x="8512" y="36"/>
                </a:lnTo>
                <a:lnTo>
                  <a:pt x="8527" y="36"/>
                </a:lnTo>
                <a:moveTo>
                  <a:pt x="8527" y="153"/>
                </a:moveTo>
                <a:lnTo>
                  <a:pt x="8527" y="226"/>
                </a:lnTo>
                <a:lnTo>
                  <a:pt x="8512" y="226"/>
                </a:lnTo>
                <a:lnTo>
                  <a:pt x="8512" y="153"/>
                </a:lnTo>
                <a:lnTo>
                  <a:pt x="8527" y="153"/>
                </a:lnTo>
                <a:moveTo>
                  <a:pt x="8527" y="270"/>
                </a:moveTo>
                <a:lnTo>
                  <a:pt x="8527" y="343"/>
                </a:lnTo>
                <a:lnTo>
                  <a:pt x="8512" y="343"/>
                </a:lnTo>
                <a:lnTo>
                  <a:pt x="8512" y="270"/>
                </a:lnTo>
                <a:lnTo>
                  <a:pt x="8527" y="270"/>
                </a:lnTo>
                <a:moveTo>
                  <a:pt x="8527" y="387"/>
                </a:moveTo>
                <a:lnTo>
                  <a:pt x="8527" y="460"/>
                </a:lnTo>
                <a:lnTo>
                  <a:pt x="8512" y="460"/>
                </a:lnTo>
                <a:lnTo>
                  <a:pt x="8512" y="387"/>
                </a:lnTo>
                <a:lnTo>
                  <a:pt x="8527" y="387"/>
                </a:lnTo>
                <a:moveTo>
                  <a:pt x="8527" y="504"/>
                </a:moveTo>
                <a:lnTo>
                  <a:pt x="8527" y="578"/>
                </a:lnTo>
                <a:lnTo>
                  <a:pt x="8512" y="578"/>
                </a:lnTo>
                <a:lnTo>
                  <a:pt x="8512" y="504"/>
                </a:lnTo>
                <a:lnTo>
                  <a:pt x="8527" y="504"/>
                </a:lnTo>
                <a:moveTo>
                  <a:pt x="8527" y="622"/>
                </a:moveTo>
                <a:lnTo>
                  <a:pt x="8527" y="695"/>
                </a:lnTo>
                <a:lnTo>
                  <a:pt x="8512" y="695"/>
                </a:lnTo>
                <a:lnTo>
                  <a:pt x="8512" y="622"/>
                </a:lnTo>
                <a:lnTo>
                  <a:pt x="8527" y="622"/>
                </a:lnTo>
                <a:moveTo>
                  <a:pt x="8527" y="739"/>
                </a:moveTo>
                <a:lnTo>
                  <a:pt x="8527" y="812"/>
                </a:lnTo>
                <a:lnTo>
                  <a:pt x="8512" y="812"/>
                </a:lnTo>
                <a:lnTo>
                  <a:pt x="8512" y="739"/>
                </a:lnTo>
                <a:lnTo>
                  <a:pt x="8527" y="739"/>
                </a:lnTo>
                <a:moveTo>
                  <a:pt x="8527" y="856"/>
                </a:moveTo>
                <a:lnTo>
                  <a:pt x="8527" y="929"/>
                </a:lnTo>
                <a:lnTo>
                  <a:pt x="8512" y="929"/>
                </a:lnTo>
                <a:lnTo>
                  <a:pt x="8512" y="856"/>
                </a:lnTo>
                <a:lnTo>
                  <a:pt x="8527" y="856"/>
                </a:lnTo>
                <a:moveTo>
                  <a:pt x="8505" y="966"/>
                </a:moveTo>
                <a:lnTo>
                  <a:pt x="8432" y="966"/>
                </a:lnTo>
                <a:lnTo>
                  <a:pt x="8432" y="951"/>
                </a:lnTo>
                <a:lnTo>
                  <a:pt x="8505" y="951"/>
                </a:lnTo>
                <a:lnTo>
                  <a:pt x="8505" y="966"/>
                </a:lnTo>
                <a:moveTo>
                  <a:pt x="8388" y="966"/>
                </a:moveTo>
                <a:lnTo>
                  <a:pt x="8315" y="966"/>
                </a:lnTo>
                <a:lnTo>
                  <a:pt x="8315" y="951"/>
                </a:lnTo>
                <a:lnTo>
                  <a:pt x="8388" y="951"/>
                </a:lnTo>
                <a:lnTo>
                  <a:pt x="8388" y="966"/>
                </a:lnTo>
                <a:moveTo>
                  <a:pt x="8271" y="966"/>
                </a:moveTo>
                <a:lnTo>
                  <a:pt x="8198" y="966"/>
                </a:lnTo>
                <a:lnTo>
                  <a:pt x="8198" y="951"/>
                </a:lnTo>
                <a:lnTo>
                  <a:pt x="8271" y="951"/>
                </a:lnTo>
                <a:lnTo>
                  <a:pt x="8271" y="966"/>
                </a:lnTo>
                <a:moveTo>
                  <a:pt x="8154" y="966"/>
                </a:moveTo>
                <a:lnTo>
                  <a:pt x="8081" y="966"/>
                </a:lnTo>
                <a:lnTo>
                  <a:pt x="8081" y="951"/>
                </a:lnTo>
                <a:lnTo>
                  <a:pt x="8154" y="951"/>
                </a:lnTo>
                <a:lnTo>
                  <a:pt x="8154" y="966"/>
                </a:lnTo>
                <a:moveTo>
                  <a:pt x="8037" y="966"/>
                </a:moveTo>
                <a:lnTo>
                  <a:pt x="7964" y="966"/>
                </a:lnTo>
                <a:lnTo>
                  <a:pt x="7964" y="951"/>
                </a:lnTo>
                <a:lnTo>
                  <a:pt x="8037" y="951"/>
                </a:lnTo>
                <a:lnTo>
                  <a:pt x="8037" y="966"/>
                </a:lnTo>
                <a:moveTo>
                  <a:pt x="7920" y="966"/>
                </a:moveTo>
                <a:lnTo>
                  <a:pt x="7847" y="966"/>
                </a:lnTo>
                <a:lnTo>
                  <a:pt x="7847" y="951"/>
                </a:lnTo>
                <a:lnTo>
                  <a:pt x="7920" y="951"/>
                </a:lnTo>
                <a:lnTo>
                  <a:pt x="7920" y="966"/>
                </a:lnTo>
                <a:moveTo>
                  <a:pt x="7803" y="966"/>
                </a:moveTo>
                <a:lnTo>
                  <a:pt x="7730" y="966"/>
                </a:lnTo>
                <a:lnTo>
                  <a:pt x="7730" y="951"/>
                </a:lnTo>
                <a:lnTo>
                  <a:pt x="7803" y="951"/>
                </a:lnTo>
                <a:lnTo>
                  <a:pt x="7803" y="966"/>
                </a:lnTo>
                <a:moveTo>
                  <a:pt x="7686" y="966"/>
                </a:moveTo>
                <a:lnTo>
                  <a:pt x="7613" y="966"/>
                </a:lnTo>
                <a:lnTo>
                  <a:pt x="7613" y="951"/>
                </a:lnTo>
                <a:lnTo>
                  <a:pt x="7686" y="951"/>
                </a:lnTo>
                <a:lnTo>
                  <a:pt x="7686" y="966"/>
                </a:lnTo>
                <a:moveTo>
                  <a:pt x="7569" y="966"/>
                </a:moveTo>
                <a:lnTo>
                  <a:pt x="7496" y="966"/>
                </a:lnTo>
                <a:lnTo>
                  <a:pt x="7496" y="951"/>
                </a:lnTo>
                <a:lnTo>
                  <a:pt x="7569" y="951"/>
                </a:lnTo>
                <a:lnTo>
                  <a:pt x="7569" y="966"/>
                </a:lnTo>
                <a:moveTo>
                  <a:pt x="7452" y="966"/>
                </a:moveTo>
                <a:lnTo>
                  <a:pt x="7379" y="966"/>
                </a:lnTo>
                <a:lnTo>
                  <a:pt x="7379" y="951"/>
                </a:lnTo>
                <a:lnTo>
                  <a:pt x="7452" y="951"/>
                </a:lnTo>
                <a:lnTo>
                  <a:pt x="7452" y="966"/>
                </a:lnTo>
                <a:moveTo>
                  <a:pt x="7335" y="966"/>
                </a:moveTo>
                <a:lnTo>
                  <a:pt x="7262" y="966"/>
                </a:lnTo>
                <a:lnTo>
                  <a:pt x="7262" y="951"/>
                </a:lnTo>
                <a:lnTo>
                  <a:pt x="7335" y="951"/>
                </a:lnTo>
                <a:lnTo>
                  <a:pt x="7335" y="966"/>
                </a:lnTo>
                <a:moveTo>
                  <a:pt x="7218" y="966"/>
                </a:moveTo>
                <a:lnTo>
                  <a:pt x="7145" y="966"/>
                </a:lnTo>
                <a:lnTo>
                  <a:pt x="7145" y="951"/>
                </a:lnTo>
                <a:lnTo>
                  <a:pt x="7218" y="951"/>
                </a:lnTo>
                <a:lnTo>
                  <a:pt x="7218" y="966"/>
                </a:lnTo>
                <a:moveTo>
                  <a:pt x="7101" y="966"/>
                </a:moveTo>
                <a:lnTo>
                  <a:pt x="7028" y="966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6"/>
                </a:lnTo>
                <a:moveTo>
                  <a:pt x="6984" y="966"/>
                </a:moveTo>
                <a:lnTo>
                  <a:pt x="6911" y="966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6"/>
                </a:lnTo>
                <a:moveTo>
                  <a:pt x="6867" y="966"/>
                </a:moveTo>
                <a:lnTo>
                  <a:pt x="6794" y="966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6"/>
                </a:lnTo>
                <a:moveTo>
                  <a:pt x="6750" y="966"/>
                </a:moveTo>
                <a:lnTo>
                  <a:pt x="6676" y="966"/>
                </a:lnTo>
                <a:lnTo>
                  <a:pt x="6676" y="951"/>
                </a:lnTo>
                <a:lnTo>
                  <a:pt x="6750" y="951"/>
                </a:lnTo>
                <a:lnTo>
                  <a:pt x="6750" y="966"/>
                </a:lnTo>
                <a:moveTo>
                  <a:pt x="6632" y="966"/>
                </a:moveTo>
                <a:lnTo>
                  <a:pt x="6559" y="966"/>
                </a:lnTo>
                <a:lnTo>
                  <a:pt x="6559" y="951"/>
                </a:lnTo>
                <a:lnTo>
                  <a:pt x="6632" y="951"/>
                </a:lnTo>
                <a:lnTo>
                  <a:pt x="6632" y="966"/>
                </a:lnTo>
                <a:moveTo>
                  <a:pt x="6515" y="966"/>
                </a:moveTo>
                <a:lnTo>
                  <a:pt x="6442" y="966"/>
                </a:lnTo>
                <a:lnTo>
                  <a:pt x="6442" y="951"/>
                </a:lnTo>
                <a:lnTo>
                  <a:pt x="6515" y="951"/>
                </a:lnTo>
                <a:lnTo>
                  <a:pt x="6515" y="966"/>
                </a:lnTo>
                <a:moveTo>
                  <a:pt x="6398" y="966"/>
                </a:moveTo>
                <a:lnTo>
                  <a:pt x="6325" y="966"/>
                </a:lnTo>
                <a:lnTo>
                  <a:pt x="6325" y="951"/>
                </a:lnTo>
                <a:lnTo>
                  <a:pt x="6398" y="951"/>
                </a:lnTo>
                <a:lnTo>
                  <a:pt x="6398" y="966"/>
                </a:lnTo>
                <a:moveTo>
                  <a:pt x="6281" y="966"/>
                </a:moveTo>
                <a:lnTo>
                  <a:pt x="6208" y="966"/>
                </a:lnTo>
                <a:lnTo>
                  <a:pt x="6208" y="951"/>
                </a:lnTo>
                <a:lnTo>
                  <a:pt x="6281" y="951"/>
                </a:lnTo>
                <a:lnTo>
                  <a:pt x="6281" y="966"/>
                </a:lnTo>
                <a:moveTo>
                  <a:pt x="6164" y="966"/>
                </a:moveTo>
                <a:lnTo>
                  <a:pt x="6091" y="966"/>
                </a:lnTo>
                <a:lnTo>
                  <a:pt x="6091" y="951"/>
                </a:lnTo>
                <a:lnTo>
                  <a:pt x="6164" y="951"/>
                </a:lnTo>
                <a:lnTo>
                  <a:pt x="6164" y="966"/>
                </a:lnTo>
                <a:moveTo>
                  <a:pt x="6047" y="966"/>
                </a:moveTo>
                <a:lnTo>
                  <a:pt x="5974" y="966"/>
                </a:lnTo>
                <a:lnTo>
                  <a:pt x="5974" y="951"/>
                </a:lnTo>
                <a:lnTo>
                  <a:pt x="6047" y="951"/>
                </a:lnTo>
                <a:lnTo>
                  <a:pt x="6047" y="966"/>
                </a:lnTo>
                <a:moveTo>
                  <a:pt x="5930" y="966"/>
                </a:moveTo>
                <a:lnTo>
                  <a:pt x="5857" y="966"/>
                </a:lnTo>
                <a:lnTo>
                  <a:pt x="5857" y="951"/>
                </a:lnTo>
                <a:lnTo>
                  <a:pt x="5930" y="951"/>
                </a:lnTo>
                <a:lnTo>
                  <a:pt x="5930" y="966"/>
                </a:lnTo>
                <a:moveTo>
                  <a:pt x="5813" y="966"/>
                </a:moveTo>
                <a:lnTo>
                  <a:pt x="5740" y="966"/>
                </a:lnTo>
                <a:lnTo>
                  <a:pt x="5740" y="951"/>
                </a:lnTo>
                <a:lnTo>
                  <a:pt x="5813" y="951"/>
                </a:lnTo>
                <a:lnTo>
                  <a:pt x="5813" y="966"/>
                </a:lnTo>
                <a:moveTo>
                  <a:pt x="5696" y="966"/>
                </a:moveTo>
                <a:lnTo>
                  <a:pt x="5623" y="966"/>
                </a:lnTo>
                <a:lnTo>
                  <a:pt x="5623" y="951"/>
                </a:lnTo>
                <a:lnTo>
                  <a:pt x="5696" y="951"/>
                </a:lnTo>
                <a:lnTo>
                  <a:pt x="5696" y="966"/>
                </a:lnTo>
                <a:moveTo>
                  <a:pt x="5579" y="966"/>
                </a:moveTo>
                <a:lnTo>
                  <a:pt x="5506" y="966"/>
                </a:lnTo>
                <a:lnTo>
                  <a:pt x="5506" y="951"/>
                </a:lnTo>
                <a:lnTo>
                  <a:pt x="5579" y="951"/>
                </a:lnTo>
                <a:lnTo>
                  <a:pt x="5579" y="966"/>
                </a:lnTo>
                <a:moveTo>
                  <a:pt x="5462" y="966"/>
                </a:moveTo>
                <a:lnTo>
                  <a:pt x="5389" y="966"/>
                </a:lnTo>
                <a:lnTo>
                  <a:pt x="5389" y="951"/>
                </a:lnTo>
                <a:lnTo>
                  <a:pt x="5462" y="951"/>
                </a:lnTo>
                <a:lnTo>
                  <a:pt x="5462" y="966"/>
                </a:lnTo>
                <a:moveTo>
                  <a:pt x="5345" y="966"/>
                </a:moveTo>
                <a:lnTo>
                  <a:pt x="5272" y="966"/>
                </a:lnTo>
                <a:lnTo>
                  <a:pt x="5272" y="951"/>
                </a:lnTo>
                <a:lnTo>
                  <a:pt x="5345" y="951"/>
                </a:lnTo>
                <a:lnTo>
                  <a:pt x="5345" y="966"/>
                </a:lnTo>
                <a:moveTo>
                  <a:pt x="5228" y="966"/>
                </a:moveTo>
                <a:lnTo>
                  <a:pt x="5155" y="966"/>
                </a:lnTo>
                <a:lnTo>
                  <a:pt x="5155" y="951"/>
                </a:lnTo>
                <a:lnTo>
                  <a:pt x="5228" y="951"/>
                </a:lnTo>
                <a:lnTo>
                  <a:pt x="5228" y="966"/>
                </a:lnTo>
                <a:moveTo>
                  <a:pt x="5111" y="966"/>
                </a:moveTo>
                <a:lnTo>
                  <a:pt x="5038" y="966"/>
                </a:lnTo>
                <a:lnTo>
                  <a:pt x="5038" y="951"/>
                </a:lnTo>
                <a:lnTo>
                  <a:pt x="5111" y="951"/>
                </a:lnTo>
                <a:lnTo>
                  <a:pt x="5111" y="966"/>
                </a:lnTo>
                <a:moveTo>
                  <a:pt x="4994" y="966"/>
                </a:moveTo>
                <a:lnTo>
                  <a:pt x="4921" y="966"/>
                </a:lnTo>
                <a:lnTo>
                  <a:pt x="4921" y="951"/>
                </a:lnTo>
                <a:lnTo>
                  <a:pt x="4994" y="951"/>
                </a:lnTo>
                <a:lnTo>
                  <a:pt x="4994" y="966"/>
                </a:lnTo>
                <a:moveTo>
                  <a:pt x="4877" y="966"/>
                </a:moveTo>
                <a:lnTo>
                  <a:pt x="4804" y="966"/>
                </a:lnTo>
                <a:lnTo>
                  <a:pt x="4804" y="951"/>
                </a:lnTo>
                <a:lnTo>
                  <a:pt x="4877" y="951"/>
                </a:lnTo>
                <a:lnTo>
                  <a:pt x="4877" y="966"/>
                </a:lnTo>
                <a:moveTo>
                  <a:pt x="4760" y="966"/>
                </a:moveTo>
                <a:lnTo>
                  <a:pt x="4687" y="966"/>
                </a:lnTo>
                <a:lnTo>
                  <a:pt x="4687" y="951"/>
                </a:lnTo>
                <a:lnTo>
                  <a:pt x="4760" y="951"/>
                </a:lnTo>
                <a:lnTo>
                  <a:pt x="4760" y="966"/>
                </a:lnTo>
                <a:moveTo>
                  <a:pt x="4643" y="966"/>
                </a:moveTo>
                <a:lnTo>
                  <a:pt x="4570" y="966"/>
                </a:lnTo>
                <a:lnTo>
                  <a:pt x="4570" y="951"/>
                </a:lnTo>
                <a:lnTo>
                  <a:pt x="4643" y="951"/>
                </a:lnTo>
                <a:lnTo>
                  <a:pt x="4643" y="966"/>
                </a:lnTo>
                <a:moveTo>
                  <a:pt x="4526" y="966"/>
                </a:moveTo>
                <a:lnTo>
                  <a:pt x="4453" y="966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6"/>
                </a:lnTo>
                <a:moveTo>
                  <a:pt x="4409" y="966"/>
                </a:moveTo>
                <a:lnTo>
                  <a:pt x="4336" y="966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6"/>
                </a:lnTo>
                <a:moveTo>
                  <a:pt x="4292" y="966"/>
                </a:moveTo>
                <a:lnTo>
                  <a:pt x="4219" y="966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6"/>
                </a:lnTo>
                <a:moveTo>
                  <a:pt x="4175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6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6" y="966"/>
                </a:lnTo>
                <a:lnTo>
                  <a:pt x="826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7" y="966"/>
                </a:lnTo>
                <a:lnTo>
                  <a:pt x="7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4"/>
                </a:moveTo>
                <a:lnTo>
                  <a:pt x="0" y="841"/>
                </a:lnTo>
                <a:lnTo>
                  <a:pt x="15" y="841"/>
                </a:lnTo>
                <a:lnTo>
                  <a:pt x="15" y="914"/>
                </a:lnTo>
                <a:lnTo>
                  <a:pt x="0" y="914"/>
                </a:lnTo>
                <a:moveTo>
                  <a:pt x="0" y="798"/>
                </a:moveTo>
                <a:lnTo>
                  <a:pt x="0" y="724"/>
                </a:lnTo>
                <a:lnTo>
                  <a:pt x="15" y="724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0"/>
                </a:lnTo>
                <a:lnTo>
                  <a:pt x="15" y="490"/>
                </a:lnTo>
                <a:lnTo>
                  <a:pt x="15" y="564"/>
                </a:lnTo>
                <a:lnTo>
                  <a:pt x="0" y="564"/>
                </a:lnTo>
                <a:moveTo>
                  <a:pt x="0" y="446"/>
                </a:moveTo>
                <a:lnTo>
                  <a:pt x="0" y="373"/>
                </a:lnTo>
                <a:lnTo>
                  <a:pt x="15" y="373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5140800" y="14173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5140800" y="14356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2076840" y="1222200"/>
            <a:ext cx="19681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2234880" y="1411560"/>
            <a:ext cx="844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2234880" y="1496520"/>
            <a:ext cx="2199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5372640" y="137520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369760" y="1372680"/>
            <a:ext cx="1785240" cy="347760"/>
          </a:xfrm>
          <a:custGeom>
            <a:avLst/>
            <a:gdLst/>
            <a:ahLst/>
            <a:rect l="0" t="0" r="r" b="b"/>
            <a:pathLst>
              <a:path w="4959" h="966">
                <a:moveTo>
                  <a:pt x="125" y="0"/>
                </a:moveTo>
                <a:lnTo>
                  <a:pt x="198" y="0"/>
                </a:lnTo>
                <a:lnTo>
                  <a:pt x="198" y="14"/>
                </a:lnTo>
                <a:lnTo>
                  <a:pt x="125" y="14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4"/>
                </a:lnTo>
                <a:lnTo>
                  <a:pt x="242" y="14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4"/>
                </a:lnTo>
                <a:lnTo>
                  <a:pt x="359" y="14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4"/>
                </a:lnTo>
                <a:lnTo>
                  <a:pt x="476" y="14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4"/>
                </a:lnTo>
                <a:lnTo>
                  <a:pt x="593" y="14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4"/>
                </a:lnTo>
                <a:lnTo>
                  <a:pt x="710" y="14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4"/>
                </a:lnTo>
                <a:lnTo>
                  <a:pt x="827" y="14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4"/>
                </a:lnTo>
                <a:lnTo>
                  <a:pt x="944" y="14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4"/>
                </a:lnTo>
                <a:lnTo>
                  <a:pt x="1061" y="14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4"/>
                </a:lnTo>
                <a:lnTo>
                  <a:pt x="1178" y="14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4"/>
                </a:lnTo>
                <a:lnTo>
                  <a:pt x="1295" y="14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4"/>
                </a:lnTo>
                <a:lnTo>
                  <a:pt x="1412" y="14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4"/>
                </a:lnTo>
                <a:lnTo>
                  <a:pt x="1529" y="14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4"/>
                </a:lnTo>
                <a:lnTo>
                  <a:pt x="1646" y="14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4"/>
                </a:lnTo>
                <a:lnTo>
                  <a:pt x="1763" y="14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4"/>
                </a:lnTo>
                <a:lnTo>
                  <a:pt x="1880" y="14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4"/>
                </a:lnTo>
                <a:lnTo>
                  <a:pt x="1997" y="14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4"/>
                </a:lnTo>
                <a:lnTo>
                  <a:pt x="2114" y="14"/>
                </a:lnTo>
                <a:lnTo>
                  <a:pt x="2114" y="0"/>
                </a:lnTo>
                <a:moveTo>
                  <a:pt x="2231" y="0"/>
                </a:moveTo>
                <a:lnTo>
                  <a:pt x="2304" y="0"/>
                </a:lnTo>
                <a:lnTo>
                  <a:pt x="2304" y="14"/>
                </a:lnTo>
                <a:lnTo>
                  <a:pt x="2231" y="14"/>
                </a:lnTo>
                <a:lnTo>
                  <a:pt x="2231" y="0"/>
                </a:lnTo>
                <a:moveTo>
                  <a:pt x="2348" y="0"/>
                </a:moveTo>
                <a:lnTo>
                  <a:pt x="2421" y="0"/>
                </a:lnTo>
                <a:lnTo>
                  <a:pt x="2421" y="14"/>
                </a:lnTo>
                <a:lnTo>
                  <a:pt x="2348" y="14"/>
                </a:lnTo>
                <a:lnTo>
                  <a:pt x="2348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4"/>
                </a:lnTo>
                <a:lnTo>
                  <a:pt x="2466" y="14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4"/>
                </a:lnTo>
                <a:lnTo>
                  <a:pt x="2583" y="14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4"/>
                </a:lnTo>
                <a:lnTo>
                  <a:pt x="2700" y="14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4"/>
                </a:lnTo>
                <a:lnTo>
                  <a:pt x="2817" y="14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4"/>
                </a:lnTo>
                <a:lnTo>
                  <a:pt x="2934" y="14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4"/>
                </a:lnTo>
                <a:lnTo>
                  <a:pt x="3051" y="14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4"/>
                </a:lnTo>
                <a:lnTo>
                  <a:pt x="3168" y="14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4"/>
                </a:lnTo>
                <a:lnTo>
                  <a:pt x="3285" y="14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4"/>
                </a:lnTo>
                <a:lnTo>
                  <a:pt x="3402" y="14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4"/>
                </a:lnTo>
                <a:lnTo>
                  <a:pt x="3519" y="14"/>
                </a:lnTo>
                <a:lnTo>
                  <a:pt x="3519" y="0"/>
                </a:lnTo>
                <a:moveTo>
                  <a:pt x="3636" y="0"/>
                </a:moveTo>
                <a:lnTo>
                  <a:pt x="3709" y="0"/>
                </a:lnTo>
                <a:lnTo>
                  <a:pt x="3709" y="14"/>
                </a:lnTo>
                <a:lnTo>
                  <a:pt x="3636" y="14"/>
                </a:lnTo>
                <a:lnTo>
                  <a:pt x="3636" y="0"/>
                </a:lnTo>
                <a:moveTo>
                  <a:pt x="3753" y="0"/>
                </a:moveTo>
                <a:lnTo>
                  <a:pt x="3826" y="0"/>
                </a:lnTo>
                <a:lnTo>
                  <a:pt x="3826" y="14"/>
                </a:lnTo>
                <a:lnTo>
                  <a:pt x="3753" y="14"/>
                </a:lnTo>
                <a:lnTo>
                  <a:pt x="3753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4"/>
                </a:lnTo>
                <a:lnTo>
                  <a:pt x="3869" y="14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4"/>
                </a:lnTo>
                <a:lnTo>
                  <a:pt x="3986" y="14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4"/>
                </a:lnTo>
                <a:lnTo>
                  <a:pt x="4103" y="14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9" y="0"/>
                </a:lnTo>
                <a:lnTo>
                  <a:pt x="4959" y="51"/>
                </a:lnTo>
                <a:lnTo>
                  <a:pt x="4944" y="51"/>
                </a:lnTo>
                <a:lnTo>
                  <a:pt x="4944" y="7"/>
                </a:lnTo>
                <a:lnTo>
                  <a:pt x="4952" y="7"/>
                </a:lnTo>
                <a:lnTo>
                  <a:pt x="4952" y="14"/>
                </a:lnTo>
                <a:lnTo>
                  <a:pt x="4922" y="14"/>
                </a:lnTo>
                <a:lnTo>
                  <a:pt x="4922" y="0"/>
                </a:lnTo>
                <a:moveTo>
                  <a:pt x="4959" y="95"/>
                </a:moveTo>
                <a:lnTo>
                  <a:pt x="4959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9" y="95"/>
                </a:lnTo>
                <a:moveTo>
                  <a:pt x="4959" y="212"/>
                </a:moveTo>
                <a:lnTo>
                  <a:pt x="4959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9" y="212"/>
                </a:lnTo>
                <a:moveTo>
                  <a:pt x="4959" y="329"/>
                </a:moveTo>
                <a:lnTo>
                  <a:pt x="4959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9" y="329"/>
                </a:lnTo>
                <a:moveTo>
                  <a:pt x="4959" y="446"/>
                </a:moveTo>
                <a:lnTo>
                  <a:pt x="4959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9" y="446"/>
                </a:lnTo>
                <a:moveTo>
                  <a:pt x="4959" y="564"/>
                </a:moveTo>
                <a:lnTo>
                  <a:pt x="4959" y="637"/>
                </a:lnTo>
                <a:lnTo>
                  <a:pt x="4944" y="637"/>
                </a:lnTo>
                <a:lnTo>
                  <a:pt x="4944" y="564"/>
                </a:lnTo>
                <a:lnTo>
                  <a:pt x="4959" y="564"/>
                </a:lnTo>
                <a:moveTo>
                  <a:pt x="4959" y="681"/>
                </a:moveTo>
                <a:lnTo>
                  <a:pt x="4959" y="754"/>
                </a:lnTo>
                <a:lnTo>
                  <a:pt x="4944" y="754"/>
                </a:lnTo>
                <a:lnTo>
                  <a:pt x="4944" y="681"/>
                </a:lnTo>
                <a:lnTo>
                  <a:pt x="4959" y="681"/>
                </a:lnTo>
                <a:moveTo>
                  <a:pt x="4959" y="798"/>
                </a:moveTo>
                <a:lnTo>
                  <a:pt x="4959" y="871"/>
                </a:lnTo>
                <a:lnTo>
                  <a:pt x="4944" y="871"/>
                </a:lnTo>
                <a:lnTo>
                  <a:pt x="4944" y="798"/>
                </a:lnTo>
                <a:lnTo>
                  <a:pt x="4959" y="798"/>
                </a:lnTo>
                <a:moveTo>
                  <a:pt x="4959" y="914"/>
                </a:moveTo>
                <a:lnTo>
                  <a:pt x="4959" y="966"/>
                </a:lnTo>
                <a:lnTo>
                  <a:pt x="4922" y="966"/>
                </a:lnTo>
                <a:lnTo>
                  <a:pt x="4922" y="951"/>
                </a:lnTo>
                <a:lnTo>
                  <a:pt x="4952" y="951"/>
                </a:lnTo>
                <a:lnTo>
                  <a:pt x="4952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9" y="914"/>
                </a:lnTo>
                <a:moveTo>
                  <a:pt x="4879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9" y="951"/>
                </a:lnTo>
                <a:lnTo>
                  <a:pt x="4879" y="966"/>
                </a:lnTo>
                <a:moveTo>
                  <a:pt x="4762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2" y="951"/>
                </a:lnTo>
                <a:lnTo>
                  <a:pt x="4762" y="966"/>
                </a:lnTo>
                <a:moveTo>
                  <a:pt x="4645" y="966"/>
                </a:moveTo>
                <a:lnTo>
                  <a:pt x="4571" y="966"/>
                </a:lnTo>
                <a:lnTo>
                  <a:pt x="4571" y="951"/>
                </a:lnTo>
                <a:lnTo>
                  <a:pt x="4645" y="951"/>
                </a:lnTo>
                <a:lnTo>
                  <a:pt x="4645" y="966"/>
                </a:lnTo>
                <a:moveTo>
                  <a:pt x="4528" y="966"/>
                </a:moveTo>
                <a:lnTo>
                  <a:pt x="4454" y="966"/>
                </a:lnTo>
                <a:lnTo>
                  <a:pt x="4454" y="951"/>
                </a:lnTo>
                <a:lnTo>
                  <a:pt x="4528" y="951"/>
                </a:lnTo>
                <a:lnTo>
                  <a:pt x="4528" y="966"/>
                </a:lnTo>
                <a:moveTo>
                  <a:pt x="4411" y="966"/>
                </a:moveTo>
                <a:lnTo>
                  <a:pt x="4337" y="966"/>
                </a:lnTo>
                <a:lnTo>
                  <a:pt x="4337" y="951"/>
                </a:lnTo>
                <a:lnTo>
                  <a:pt x="4411" y="951"/>
                </a:lnTo>
                <a:lnTo>
                  <a:pt x="4411" y="966"/>
                </a:lnTo>
                <a:moveTo>
                  <a:pt x="4294" y="966"/>
                </a:moveTo>
                <a:lnTo>
                  <a:pt x="4220" y="966"/>
                </a:lnTo>
                <a:lnTo>
                  <a:pt x="4220" y="951"/>
                </a:lnTo>
                <a:lnTo>
                  <a:pt x="4294" y="951"/>
                </a:lnTo>
                <a:lnTo>
                  <a:pt x="4294" y="966"/>
                </a:lnTo>
                <a:moveTo>
                  <a:pt x="4177" y="966"/>
                </a:moveTo>
                <a:lnTo>
                  <a:pt x="4103" y="966"/>
                </a:lnTo>
                <a:lnTo>
                  <a:pt x="4103" y="951"/>
                </a:lnTo>
                <a:lnTo>
                  <a:pt x="4177" y="951"/>
                </a:lnTo>
                <a:lnTo>
                  <a:pt x="4177" y="966"/>
                </a:lnTo>
                <a:moveTo>
                  <a:pt x="4060" y="966"/>
                </a:moveTo>
                <a:lnTo>
                  <a:pt x="3986" y="966"/>
                </a:lnTo>
                <a:lnTo>
                  <a:pt x="3986" y="951"/>
                </a:lnTo>
                <a:lnTo>
                  <a:pt x="4060" y="951"/>
                </a:lnTo>
                <a:lnTo>
                  <a:pt x="4060" y="966"/>
                </a:lnTo>
                <a:moveTo>
                  <a:pt x="3943" y="966"/>
                </a:moveTo>
                <a:lnTo>
                  <a:pt x="3869" y="966"/>
                </a:lnTo>
                <a:lnTo>
                  <a:pt x="3869" y="951"/>
                </a:lnTo>
                <a:lnTo>
                  <a:pt x="3943" y="951"/>
                </a:lnTo>
                <a:lnTo>
                  <a:pt x="3943" y="966"/>
                </a:lnTo>
                <a:moveTo>
                  <a:pt x="3826" y="966"/>
                </a:moveTo>
                <a:lnTo>
                  <a:pt x="3753" y="966"/>
                </a:lnTo>
                <a:lnTo>
                  <a:pt x="3753" y="951"/>
                </a:lnTo>
                <a:lnTo>
                  <a:pt x="3826" y="951"/>
                </a:lnTo>
                <a:lnTo>
                  <a:pt x="3826" y="966"/>
                </a:lnTo>
                <a:moveTo>
                  <a:pt x="3709" y="966"/>
                </a:moveTo>
                <a:lnTo>
                  <a:pt x="3636" y="966"/>
                </a:lnTo>
                <a:lnTo>
                  <a:pt x="3636" y="951"/>
                </a:lnTo>
                <a:lnTo>
                  <a:pt x="3709" y="951"/>
                </a:lnTo>
                <a:lnTo>
                  <a:pt x="3709" y="966"/>
                </a:lnTo>
                <a:moveTo>
                  <a:pt x="3592" y="966"/>
                </a:moveTo>
                <a:lnTo>
                  <a:pt x="3519" y="966"/>
                </a:lnTo>
                <a:lnTo>
                  <a:pt x="3519" y="951"/>
                </a:lnTo>
                <a:lnTo>
                  <a:pt x="3592" y="951"/>
                </a:lnTo>
                <a:lnTo>
                  <a:pt x="3592" y="966"/>
                </a:lnTo>
                <a:moveTo>
                  <a:pt x="3475" y="966"/>
                </a:moveTo>
                <a:lnTo>
                  <a:pt x="3402" y="966"/>
                </a:lnTo>
                <a:lnTo>
                  <a:pt x="3402" y="951"/>
                </a:lnTo>
                <a:lnTo>
                  <a:pt x="3475" y="951"/>
                </a:lnTo>
                <a:lnTo>
                  <a:pt x="3475" y="966"/>
                </a:lnTo>
                <a:moveTo>
                  <a:pt x="3358" y="966"/>
                </a:moveTo>
                <a:lnTo>
                  <a:pt x="3285" y="966"/>
                </a:lnTo>
                <a:lnTo>
                  <a:pt x="3285" y="951"/>
                </a:lnTo>
                <a:lnTo>
                  <a:pt x="3358" y="951"/>
                </a:lnTo>
                <a:lnTo>
                  <a:pt x="3358" y="966"/>
                </a:lnTo>
                <a:moveTo>
                  <a:pt x="3241" y="966"/>
                </a:moveTo>
                <a:lnTo>
                  <a:pt x="3168" y="966"/>
                </a:lnTo>
                <a:lnTo>
                  <a:pt x="3168" y="951"/>
                </a:lnTo>
                <a:lnTo>
                  <a:pt x="3241" y="951"/>
                </a:lnTo>
                <a:lnTo>
                  <a:pt x="3241" y="966"/>
                </a:lnTo>
                <a:moveTo>
                  <a:pt x="3124" y="966"/>
                </a:moveTo>
                <a:lnTo>
                  <a:pt x="3051" y="966"/>
                </a:lnTo>
                <a:lnTo>
                  <a:pt x="3051" y="951"/>
                </a:lnTo>
                <a:lnTo>
                  <a:pt x="3124" y="951"/>
                </a:lnTo>
                <a:lnTo>
                  <a:pt x="3124" y="966"/>
                </a:lnTo>
                <a:moveTo>
                  <a:pt x="3007" y="966"/>
                </a:moveTo>
                <a:lnTo>
                  <a:pt x="2934" y="966"/>
                </a:lnTo>
                <a:lnTo>
                  <a:pt x="2934" y="951"/>
                </a:lnTo>
                <a:lnTo>
                  <a:pt x="3007" y="951"/>
                </a:lnTo>
                <a:lnTo>
                  <a:pt x="3007" y="966"/>
                </a:lnTo>
                <a:moveTo>
                  <a:pt x="2890" y="966"/>
                </a:moveTo>
                <a:lnTo>
                  <a:pt x="2817" y="966"/>
                </a:lnTo>
                <a:lnTo>
                  <a:pt x="2817" y="951"/>
                </a:lnTo>
                <a:lnTo>
                  <a:pt x="2890" y="951"/>
                </a:lnTo>
                <a:lnTo>
                  <a:pt x="2890" y="966"/>
                </a:lnTo>
                <a:moveTo>
                  <a:pt x="2773" y="966"/>
                </a:moveTo>
                <a:lnTo>
                  <a:pt x="2700" y="966"/>
                </a:lnTo>
                <a:lnTo>
                  <a:pt x="2700" y="951"/>
                </a:lnTo>
                <a:lnTo>
                  <a:pt x="2773" y="951"/>
                </a:lnTo>
                <a:lnTo>
                  <a:pt x="2773" y="966"/>
                </a:lnTo>
                <a:moveTo>
                  <a:pt x="2656" y="966"/>
                </a:moveTo>
                <a:lnTo>
                  <a:pt x="2583" y="966"/>
                </a:lnTo>
                <a:lnTo>
                  <a:pt x="2583" y="951"/>
                </a:lnTo>
                <a:lnTo>
                  <a:pt x="2656" y="951"/>
                </a:lnTo>
                <a:lnTo>
                  <a:pt x="2656" y="966"/>
                </a:lnTo>
                <a:moveTo>
                  <a:pt x="2539" y="966"/>
                </a:moveTo>
                <a:lnTo>
                  <a:pt x="2466" y="966"/>
                </a:lnTo>
                <a:lnTo>
                  <a:pt x="2466" y="951"/>
                </a:lnTo>
                <a:lnTo>
                  <a:pt x="2539" y="951"/>
                </a:lnTo>
                <a:lnTo>
                  <a:pt x="2539" y="966"/>
                </a:lnTo>
                <a:moveTo>
                  <a:pt x="2421" y="966"/>
                </a:moveTo>
                <a:lnTo>
                  <a:pt x="2348" y="966"/>
                </a:lnTo>
                <a:lnTo>
                  <a:pt x="2348" y="951"/>
                </a:lnTo>
                <a:lnTo>
                  <a:pt x="2421" y="951"/>
                </a:lnTo>
                <a:lnTo>
                  <a:pt x="2421" y="966"/>
                </a:lnTo>
                <a:moveTo>
                  <a:pt x="2304" y="966"/>
                </a:moveTo>
                <a:lnTo>
                  <a:pt x="2231" y="966"/>
                </a:lnTo>
                <a:lnTo>
                  <a:pt x="2231" y="951"/>
                </a:lnTo>
                <a:lnTo>
                  <a:pt x="2304" y="951"/>
                </a:lnTo>
                <a:lnTo>
                  <a:pt x="2304" y="966"/>
                </a:lnTo>
                <a:moveTo>
                  <a:pt x="2187" y="966"/>
                </a:moveTo>
                <a:lnTo>
                  <a:pt x="2114" y="966"/>
                </a:lnTo>
                <a:lnTo>
                  <a:pt x="2114" y="951"/>
                </a:lnTo>
                <a:lnTo>
                  <a:pt x="2187" y="951"/>
                </a:lnTo>
                <a:lnTo>
                  <a:pt x="2187" y="966"/>
                </a:lnTo>
                <a:moveTo>
                  <a:pt x="2070" y="966"/>
                </a:moveTo>
                <a:lnTo>
                  <a:pt x="1997" y="966"/>
                </a:lnTo>
                <a:lnTo>
                  <a:pt x="1997" y="951"/>
                </a:lnTo>
                <a:lnTo>
                  <a:pt x="2070" y="951"/>
                </a:lnTo>
                <a:lnTo>
                  <a:pt x="2070" y="966"/>
                </a:lnTo>
                <a:moveTo>
                  <a:pt x="1953" y="966"/>
                </a:moveTo>
                <a:lnTo>
                  <a:pt x="1880" y="966"/>
                </a:lnTo>
                <a:lnTo>
                  <a:pt x="1880" y="951"/>
                </a:lnTo>
                <a:lnTo>
                  <a:pt x="1953" y="951"/>
                </a:lnTo>
                <a:lnTo>
                  <a:pt x="1953" y="966"/>
                </a:lnTo>
                <a:moveTo>
                  <a:pt x="1836" y="966"/>
                </a:moveTo>
                <a:lnTo>
                  <a:pt x="1763" y="966"/>
                </a:lnTo>
                <a:lnTo>
                  <a:pt x="1763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6" y="966"/>
                </a:lnTo>
                <a:lnTo>
                  <a:pt x="1646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9" y="966"/>
                </a:lnTo>
                <a:lnTo>
                  <a:pt x="1529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2" y="966"/>
                </a:lnTo>
                <a:lnTo>
                  <a:pt x="1412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5" y="966"/>
                </a:lnTo>
                <a:lnTo>
                  <a:pt x="1295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8" y="966"/>
                </a:lnTo>
                <a:lnTo>
                  <a:pt x="1178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1" y="966"/>
                </a:lnTo>
                <a:lnTo>
                  <a:pt x="1061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4" y="966"/>
                </a:lnTo>
                <a:lnTo>
                  <a:pt x="944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7" y="966"/>
                </a:lnTo>
                <a:lnTo>
                  <a:pt x="827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10" y="966"/>
                </a:lnTo>
                <a:lnTo>
                  <a:pt x="710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3" y="966"/>
                </a:lnTo>
                <a:lnTo>
                  <a:pt x="593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6" y="966"/>
                </a:lnTo>
                <a:lnTo>
                  <a:pt x="476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9" y="966"/>
                </a:lnTo>
                <a:lnTo>
                  <a:pt x="359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2" y="966"/>
                </a:lnTo>
                <a:lnTo>
                  <a:pt x="242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5" y="966"/>
                </a:lnTo>
                <a:lnTo>
                  <a:pt x="125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8" y="966"/>
                </a:lnTo>
                <a:lnTo>
                  <a:pt x="8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4"/>
                </a:moveTo>
                <a:lnTo>
                  <a:pt x="0" y="841"/>
                </a:lnTo>
                <a:lnTo>
                  <a:pt x="15" y="841"/>
                </a:lnTo>
                <a:lnTo>
                  <a:pt x="15" y="914"/>
                </a:lnTo>
                <a:lnTo>
                  <a:pt x="0" y="914"/>
                </a:lnTo>
                <a:moveTo>
                  <a:pt x="0" y="798"/>
                </a:moveTo>
                <a:lnTo>
                  <a:pt x="0" y="724"/>
                </a:lnTo>
                <a:lnTo>
                  <a:pt x="15" y="724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0"/>
                </a:lnTo>
                <a:lnTo>
                  <a:pt x="15" y="490"/>
                </a:lnTo>
                <a:lnTo>
                  <a:pt x="15" y="564"/>
                </a:lnTo>
                <a:lnTo>
                  <a:pt x="0" y="564"/>
                </a:lnTo>
                <a:moveTo>
                  <a:pt x="0" y="446"/>
                </a:moveTo>
                <a:lnTo>
                  <a:pt x="0" y="373"/>
                </a:lnTo>
                <a:lnTo>
                  <a:pt x="15" y="373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8" y="0"/>
                </a:moveTo>
                <a:lnTo>
                  <a:pt x="81" y="0"/>
                </a:lnTo>
                <a:lnTo>
                  <a:pt x="81" y="14"/>
                </a:lnTo>
                <a:lnTo>
                  <a:pt x="8" y="14"/>
                </a:lnTo>
                <a:lnTo>
                  <a:pt x="8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7046640" y="14173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7046640" y="14356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2234880" y="1595880"/>
            <a:ext cx="2416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425200" y="1411560"/>
            <a:ext cx="1357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5425200" y="1496520"/>
            <a:ext cx="1241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2181960" y="1864800"/>
            <a:ext cx="2364480" cy="342360"/>
          </a:xfrm>
          <a:custGeom>
            <a:avLst/>
            <a:gdLst/>
            <a:ahLst/>
            <a:rect l="0" t="0" r="r" b="b"/>
            <a:pathLst>
              <a:path w="6568" h="951">
                <a:moveTo>
                  <a:pt x="0" y="0"/>
                </a:moveTo>
                <a:lnTo>
                  <a:pt x="6568" y="0"/>
                </a:lnTo>
                <a:lnTo>
                  <a:pt x="6568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2179440" y="1861920"/>
            <a:ext cx="2369520" cy="347760"/>
          </a:xfrm>
          <a:custGeom>
            <a:avLst/>
            <a:gdLst/>
            <a:ahLst/>
            <a:rect l="0" t="0" r="r" b="b"/>
            <a:pathLst>
              <a:path w="6582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5" y="0"/>
                </a:lnTo>
                <a:lnTo>
                  <a:pt x="3825" y="15"/>
                </a:lnTo>
                <a:lnTo>
                  <a:pt x="3751" y="15"/>
                </a:lnTo>
                <a:lnTo>
                  <a:pt x="3751" y="0"/>
                </a:lnTo>
                <a:moveTo>
                  <a:pt x="3869" y="0"/>
                </a:moveTo>
                <a:lnTo>
                  <a:pt x="3942" y="0"/>
                </a:lnTo>
                <a:lnTo>
                  <a:pt x="3942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59" y="0"/>
                </a:lnTo>
                <a:lnTo>
                  <a:pt x="4059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6" y="0"/>
                </a:lnTo>
                <a:lnTo>
                  <a:pt x="4176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582" y="0"/>
                </a:lnTo>
                <a:lnTo>
                  <a:pt x="6582" y="66"/>
                </a:lnTo>
                <a:lnTo>
                  <a:pt x="6567" y="66"/>
                </a:lnTo>
                <a:lnTo>
                  <a:pt x="6567" y="8"/>
                </a:lnTo>
                <a:lnTo>
                  <a:pt x="6575" y="8"/>
                </a:lnTo>
                <a:lnTo>
                  <a:pt x="6575" y="15"/>
                </a:lnTo>
                <a:lnTo>
                  <a:pt x="6560" y="15"/>
                </a:lnTo>
                <a:lnTo>
                  <a:pt x="6560" y="0"/>
                </a:lnTo>
                <a:moveTo>
                  <a:pt x="6582" y="110"/>
                </a:moveTo>
                <a:lnTo>
                  <a:pt x="6582" y="184"/>
                </a:lnTo>
                <a:lnTo>
                  <a:pt x="6567" y="184"/>
                </a:lnTo>
                <a:lnTo>
                  <a:pt x="6567" y="110"/>
                </a:lnTo>
                <a:lnTo>
                  <a:pt x="6582" y="110"/>
                </a:lnTo>
                <a:moveTo>
                  <a:pt x="6582" y="228"/>
                </a:moveTo>
                <a:lnTo>
                  <a:pt x="6582" y="301"/>
                </a:lnTo>
                <a:lnTo>
                  <a:pt x="6567" y="301"/>
                </a:lnTo>
                <a:lnTo>
                  <a:pt x="6567" y="228"/>
                </a:lnTo>
                <a:lnTo>
                  <a:pt x="6582" y="228"/>
                </a:lnTo>
                <a:moveTo>
                  <a:pt x="6582" y="345"/>
                </a:moveTo>
                <a:lnTo>
                  <a:pt x="6582" y="418"/>
                </a:lnTo>
                <a:lnTo>
                  <a:pt x="6567" y="418"/>
                </a:lnTo>
                <a:lnTo>
                  <a:pt x="6567" y="345"/>
                </a:lnTo>
                <a:lnTo>
                  <a:pt x="6582" y="345"/>
                </a:lnTo>
                <a:moveTo>
                  <a:pt x="6582" y="462"/>
                </a:moveTo>
                <a:lnTo>
                  <a:pt x="6582" y="535"/>
                </a:lnTo>
                <a:lnTo>
                  <a:pt x="6567" y="535"/>
                </a:lnTo>
                <a:lnTo>
                  <a:pt x="6567" y="462"/>
                </a:lnTo>
                <a:lnTo>
                  <a:pt x="6582" y="462"/>
                </a:lnTo>
                <a:moveTo>
                  <a:pt x="6582" y="579"/>
                </a:moveTo>
                <a:lnTo>
                  <a:pt x="6582" y="652"/>
                </a:lnTo>
                <a:lnTo>
                  <a:pt x="6567" y="652"/>
                </a:lnTo>
                <a:lnTo>
                  <a:pt x="6567" y="579"/>
                </a:lnTo>
                <a:lnTo>
                  <a:pt x="6582" y="579"/>
                </a:lnTo>
                <a:moveTo>
                  <a:pt x="6582" y="696"/>
                </a:moveTo>
                <a:lnTo>
                  <a:pt x="6582" y="769"/>
                </a:lnTo>
                <a:lnTo>
                  <a:pt x="6567" y="769"/>
                </a:lnTo>
                <a:lnTo>
                  <a:pt x="6567" y="696"/>
                </a:lnTo>
                <a:lnTo>
                  <a:pt x="6582" y="696"/>
                </a:lnTo>
                <a:moveTo>
                  <a:pt x="6582" y="813"/>
                </a:moveTo>
                <a:lnTo>
                  <a:pt x="6582" y="886"/>
                </a:lnTo>
                <a:lnTo>
                  <a:pt x="6567" y="886"/>
                </a:lnTo>
                <a:lnTo>
                  <a:pt x="6567" y="813"/>
                </a:lnTo>
                <a:lnTo>
                  <a:pt x="6582" y="813"/>
                </a:lnTo>
                <a:moveTo>
                  <a:pt x="6582" y="930"/>
                </a:moveTo>
                <a:lnTo>
                  <a:pt x="6582" y="966"/>
                </a:lnTo>
                <a:lnTo>
                  <a:pt x="6531" y="966"/>
                </a:lnTo>
                <a:lnTo>
                  <a:pt x="6531" y="951"/>
                </a:lnTo>
                <a:lnTo>
                  <a:pt x="6575" y="951"/>
                </a:lnTo>
                <a:lnTo>
                  <a:pt x="6575" y="959"/>
                </a:lnTo>
                <a:lnTo>
                  <a:pt x="6567" y="959"/>
                </a:lnTo>
                <a:lnTo>
                  <a:pt x="6567" y="930"/>
                </a:lnTo>
                <a:lnTo>
                  <a:pt x="6582" y="930"/>
                </a:lnTo>
                <a:moveTo>
                  <a:pt x="6487" y="966"/>
                </a:moveTo>
                <a:lnTo>
                  <a:pt x="6414" y="966"/>
                </a:lnTo>
                <a:lnTo>
                  <a:pt x="6414" y="951"/>
                </a:lnTo>
                <a:lnTo>
                  <a:pt x="6487" y="951"/>
                </a:lnTo>
                <a:lnTo>
                  <a:pt x="6487" y="966"/>
                </a:lnTo>
                <a:moveTo>
                  <a:pt x="6370" y="966"/>
                </a:moveTo>
                <a:lnTo>
                  <a:pt x="6297" y="966"/>
                </a:lnTo>
                <a:lnTo>
                  <a:pt x="6297" y="951"/>
                </a:lnTo>
                <a:lnTo>
                  <a:pt x="6370" y="951"/>
                </a:lnTo>
                <a:lnTo>
                  <a:pt x="6370" y="966"/>
                </a:lnTo>
                <a:moveTo>
                  <a:pt x="6253" y="966"/>
                </a:moveTo>
                <a:lnTo>
                  <a:pt x="6180" y="966"/>
                </a:lnTo>
                <a:lnTo>
                  <a:pt x="6180" y="951"/>
                </a:lnTo>
                <a:lnTo>
                  <a:pt x="6253" y="951"/>
                </a:lnTo>
                <a:lnTo>
                  <a:pt x="6253" y="966"/>
                </a:lnTo>
                <a:moveTo>
                  <a:pt x="6136" y="966"/>
                </a:moveTo>
                <a:lnTo>
                  <a:pt x="6063" y="966"/>
                </a:lnTo>
                <a:lnTo>
                  <a:pt x="6063" y="951"/>
                </a:lnTo>
                <a:lnTo>
                  <a:pt x="6136" y="951"/>
                </a:lnTo>
                <a:lnTo>
                  <a:pt x="6136" y="966"/>
                </a:lnTo>
                <a:moveTo>
                  <a:pt x="6019" y="966"/>
                </a:moveTo>
                <a:lnTo>
                  <a:pt x="5946" y="966"/>
                </a:lnTo>
                <a:lnTo>
                  <a:pt x="5946" y="951"/>
                </a:lnTo>
                <a:lnTo>
                  <a:pt x="6019" y="951"/>
                </a:lnTo>
                <a:lnTo>
                  <a:pt x="6019" y="966"/>
                </a:lnTo>
                <a:moveTo>
                  <a:pt x="5902" y="966"/>
                </a:moveTo>
                <a:lnTo>
                  <a:pt x="5829" y="966"/>
                </a:lnTo>
                <a:lnTo>
                  <a:pt x="5829" y="951"/>
                </a:lnTo>
                <a:lnTo>
                  <a:pt x="5902" y="951"/>
                </a:lnTo>
                <a:lnTo>
                  <a:pt x="5902" y="966"/>
                </a:lnTo>
                <a:moveTo>
                  <a:pt x="5785" y="966"/>
                </a:moveTo>
                <a:lnTo>
                  <a:pt x="5712" y="966"/>
                </a:lnTo>
                <a:lnTo>
                  <a:pt x="5712" y="951"/>
                </a:lnTo>
                <a:lnTo>
                  <a:pt x="5785" y="951"/>
                </a:lnTo>
                <a:lnTo>
                  <a:pt x="5785" y="966"/>
                </a:lnTo>
                <a:moveTo>
                  <a:pt x="5668" y="966"/>
                </a:moveTo>
                <a:lnTo>
                  <a:pt x="5595" y="966"/>
                </a:lnTo>
                <a:lnTo>
                  <a:pt x="5595" y="951"/>
                </a:lnTo>
                <a:lnTo>
                  <a:pt x="5668" y="951"/>
                </a:lnTo>
                <a:lnTo>
                  <a:pt x="5668" y="966"/>
                </a:lnTo>
                <a:moveTo>
                  <a:pt x="5551" y="966"/>
                </a:moveTo>
                <a:lnTo>
                  <a:pt x="5478" y="966"/>
                </a:lnTo>
                <a:lnTo>
                  <a:pt x="5478" y="951"/>
                </a:lnTo>
                <a:lnTo>
                  <a:pt x="5551" y="951"/>
                </a:lnTo>
                <a:lnTo>
                  <a:pt x="5551" y="966"/>
                </a:lnTo>
                <a:moveTo>
                  <a:pt x="5434" y="966"/>
                </a:moveTo>
                <a:lnTo>
                  <a:pt x="5361" y="966"/>
                </a:lnTo>
                <a:lnTo>
                  <a:pt x="5361" y="951"/>
                </a:lnTo>
                <a:lnTo>
                  <a:pt x="5434" y="951"/>
                </a:lnTo>
                <a:lnTo>
                  <a:pt x="5434" y="966"/>
                </a:lnTo>
                <a:moveTo>
                  <a:pt x="5317" y="966"/>
                </a:moveTo>
                <a:lnTo>
                  <a:pt x="5244" y="966"/>
                </a:lnTo>
                <a:lnTo>
                  <a:pt x="5244" y="951"/>
                </a:lnTo>
                <a:lnTo>
                  <a:pt x="5317" y="951"/>
                </a:lnTo>
                <a:lnTo>
                  <a:pt x="5317" y="966"/>
                </a:lnTo>
                <a:moveTo>
                  <a:pt x="5200" y="966"/>
                </a:moveTo>
                <a:lnTo>
                  <a:pt x="5127" y="966"/>
                </a:lnTo>
                <a:lnTo>
                  <a:pt x="5127" y="951"/>
                </a:lnTo>
                <a:lnTo>
                  <a:pt x="5200" y="951"/>
                </a:lnTo>
                <a:lnTo>
                  <a:pt x="5200" y="966"/>
                </a:lnTo>
                <a:moveTo>
                  <a:pt x="5083" y="966"/>
                </a:moveTo>
                <a:lnTo>
                  <a:pt x="5010" y="966"/>
                </a:lnTo>
                <a:lnTo>
                  <a:pt x="5010" y="951"/>
                </a:lnTo>
                <a:lnTo>
                  <a:pt x="5083" y="951"/>
                </a:lnTo>
                <a:lnTo>
                  <a:pt x="5083" y="966"/>
                </a:lnTo>
                <a:moveTo>
                  <a:pt x="4966" y="966"/>
                </a:moveTo>
                <a:lnTo>
                  <a:pt x="4893" y="966"/>
                </a:lnTo>
                <a:lnTo>
                  <a:pt x="4893" y="951"/>
                </a:lnTo>
                <a:lnTo>
                  <a:pt x="4966" y="951"/>
                </a:lnTo>
                <a:lnTo>
                  <a:pt x="4966" y="966"/>
                </a:lnTo>
                <a:moveTo>
                  <a:pt x="4849" y="966"/>
                </a:moveTo>
                <a:lnTo>
                  <a:pt x="4776" y="966"/>
                </a:lnTo>
                <a:lnTo>
                  <a:pt x="4776" y="951"/>
                </a:lnTo>
                <a:lnTo>
                  <a:pt x="4849" y="951"/>
                </a:lnTo>
                <a:lnTo>
                  <a:pt x="4849" y="966"/>
                </a:lnTo>
                <a:moveTo>
                  <a:pt x="4732" y="966"/>
                </a:moveTo>
                <a:lnTo>
                  <a:pt x="4659" y="966"/>
                </a:lnTo>
                <a:lnTo>
                  <a:pt x="4659" y="951"/>
                </a:lnTo>
                <a:lnTo>
                  <a:pt x="4732" y="951"/>
                </a:lnTo>
                <a:lnTo>
                  <a:pt x="4732" y="966"/>
                </a:lnTo>
                <a:moveTo>
                  <a:pt x="4615" y="966"/>
                </a:moveTo>
                <a:lnTo>
                  <a:pt x="4542" y="966"/>
                </a:lnTo>
                <a:lnTo>
                  <a:pt x="4542" y="951"/>
                </a:lnTo>
                <a:lnTo>
                  <a:pt x="4615" y="951"/>
                </a:lnTo>
                <a:lnTo>
                  <a:pt x="4615" y="966"/>
                </a:lnTo>
                <a:moveTo>
                  <a:pt x="4498" y="966"/>
                </a:moveTo>
                <a:lnTo>
                  <a:pt x="4425" y="966"/>
                </a:lnTo>
                <a:lnTo>
                  <a:pt x="4425" y="951"/>
                </a:lnTo>
                <a:lnTo>
                  <a:pt x="4498" y="951"/>
                </a:lnTo>
                <a:lnTo>
                  <a:pt x="4498" y="966"/>
                </a:lnTo>
                <a:moveTo>
                  <a:pt x="4381" y="966"/>
                </a:moveTo>
                <a:lnTo>
                  <a:pt x="4308" y="966"/>
                </a:lnTo>
                <a:lnTo>
                  <a:pt x="4308" y="951"/>
                </a:lnTo>
                <a:lnTo>
                  <a:pt x="4381" y="951"/>
                </a:lnTo>
                <a:lnTo>
                  <a:pt x="4381" y="966"/>
                </a:lnTo>
                <a:moveTo>
                  <a:pt x="4264" y="966"/>
                </a:moveTo>
                <a:lnTo>
                  <a:pt x="4191" y="966"/>
                </a:lnTo>
                <a:lnTo>
                  <a:pt x="4191" y="951"/>
                </a:lnTo>
                <a:lnTo>
                  <a:pt x="4264" y="951"/>
                </a:lnTo>
                <a:lnTo>
                  <a:pt x="4264" y="966"/>
                </a:lnTo>
                <a:moveTo>
                  <a:pt x="4147" y="966"/>
                </a:moveTo>
                <a:lnTo>
                  <a:pt x="4074" y="966"/>
                </a:lnTo>
                <a:lnTo>
                  <a:pt x="4074" y="951"/>
                </a:lnTo>
                <a:lnTo>
                  <a:pt x="4147" y="951"/>
                </a:lnTo>
                <a:lnTo>
                  <a:pt x="4147" y="966"/>
                </a:lnTo>
                <a:moveTo>
                  <a:pt x="4030" y="966"/>
                </a:moveTo>
                <a:lnTo>
                  <a:pt x="3957" y="966"/>
                </a:lnTo>
                <a:lnTo>
                  <a:pt x="3957" y="951"/>
                </a:lnTo>
                <a:lnTo>
                  <a:pt x="4030" y="951"/>
                </a:lnTo>
                <a:lnTo>
                  <a:pt x="4030" y="966"/>
                </a:lnTo>
                <a:moveTo>
                  <a:pt x="3913" y="966"/>
                </a:moveTo>
                <a:lnTo>
                  <a:pt x="3840" y="966"/>
                </a:lnTo>
                <a:lnTo>
                  <a:pt x="3840" y="951"/>
                </a:lnTo>
                <a:lnTo>
                  <a:pt x="3913" y="951"/>
                </a:lnTo>
                <a:lnTo>
                  <a:pt x="3913" y="966"/>
                </a:lnTo>
                <a:moveTo>
                  <a:pt x="3795" y="966"/>
                </a:moveTo>
                <a:lnTo>
                  <a:pt x="3722" y="966"/>
                </a:lnTo>
                <a:lnTo>
                  <a:pt x="3722" y="951"/>
                </a:lnTo>
                <a:lnTo>
                  <a:pt x="3795" y="951"/>
                </a:lnTo>
                <a:lnTo>
                  <a:pt x="3795" y="966"/>
                </a:lnTo>
                <a:moveTo>
                  <a:pt x="3678" y="966"/>
                </a:moveTo>
                <a:lnTo>
                  <a:pt x="3605" y="966"/>
                </a:lnTo>
                <a:lnTo>
                  <a:pt x="3605" y="951"/>
                </a:lnTo>
                <a:lnTo>
                  <a:pt x="3678" y="951"/>
                </a:lnTo>
                <a:lnTo>
                  <a:pt x="3678" y="966"/>
                </a:lnTo>
                <a:moveTo>
                  <a:pt x="3561" y="966"/>
                </a:moveTo>
                <a:lnTo>
                  <a:pt x="3488" y="966"/>
                </a:lnTo>
                <a:lnTo>
                  <a:pt x="3488" y="951"/>
                </a:lnTo>
                <a:lnTo>
                  <a:pt x="3561" y="951"/>
                </a:lnTo>
                <a:lnTo>
                  <a:pt x="3561" y="966"/>
                </a:lnTo>
                <a:moveTo>
                  <a:pt x="3444" y="966"/>
                </a:moveTo>
                <a:lnTo>
                  <a:pt x="3371" y="966"/>
                </a:lnTo>
                <a:lnTo>
                  <a:pt x="3371" y="951"/>
                </a:lnTo>
                <a:lnTo>
                  <a:pt x="3444" y="951"/>
                </a:lnTo>
                <a:lnTo>
                  <a:pt x="3444" y="966"/>
                </a:lnTo>
                <a:moveTo>
                  <a:pt x="3327" y="966"/>
                </a:moveTo>
                <a:lnTo>
                  <a:pt x="3254" y="966"/>
                </a:lnTo>
                <a:lnTo>
                  <a:pt x="3254" y="951"/>
                </a:lnTo>
                <a:lnTo>
                  <a:pt x="3327" y="951"/>
                </a:lnTo>
                <a:lnTo>
                  <a:pt x="3327" y="966"/>
                </a:lnTo>
                <a:moveTo>
                  <a:pt x="3210" y="966"/>
                </a:moveTo>
                <a:lnTo>
                  <a:pt x="3137" y="966"/>
                </a:lnTo>
                <a:lnTo>
                  <a:pt x="3137" y="951"/>
                </a:lnTo>
                <a:lnTo>
                  <a:pt x="3210" y="951"/>
                </a:lnTo>
                <a:lnTo>
                  <a:pt x="3210" y="966"/>
                </a:lnTo>
                <a:moveTo>
                  <a:pt x="3093" y="966"/>
                </a:moveTo>
                <a:lnTo>
                  <a:pt x="3020" y="966"/>
                </a:lnTo>
                <a:lnTo>
                  <a:pt x="3020" y="951"/>
                </a:lnTo>
                <a:lnTo>
                  <a:pt x="3093" y="951"/>
                </a:lnTo>
                <a:lnTo>
                  <a:pt x="3093" y="966"/>
                </a:lnTo>
                <a:moveTo>
                  <a:pt x="2976" y="966"/>
                </a:moveTo>
                <a:lnTo>
                  <a:pt x="2903" y="966"/>
                </a:lnTo>
                <a:lnTo>
                  <a:pt x="2903" y="951"/>
                </a:lnTo>
                <a:lnTo>
                  <a:pt x="2976" y="951"/>
                </a:lnTo>
                <a:lnTo>
                  <a:pt x="2976" y="966"/>
                </a:lnTo>
                <a:moveTo>
                  <a:pt x="2859" y="966"/>
                </a:moveTo>
                <a:lnTo>
                  <a:pt x="2786" y="966"/>
                </a:lnTo>
                <a:lnTo>
                  <a:pt x="2786" y="951"/>
                </a:lnTo>
                <a:lnTo>
                  <a:pt x="2859" y="951"/>
                </a:lnTo>
                <a:lnTo>
                  <a:pt x="2859" y="966"/>
                </a:lnTo>
                <a:moveTo>
                  <a:pt x="2742" y="966"/>
                </a:moveTo>
                <a:lnTo>
                  <a:pt x="2669" y="966"/>
                </a:lnTo>
                <a:lnTo>
                  <a:pt x="2669" y="951"/>
                </a:lnTo>
                <a:lnTo>
                  <a:pt x="2742" y="951"/>
                </a:lnTo>
                <a:lnTo>
                  <a:pt x="2742" y="966"/>
                </a:lnTo>
                <a:moveTo>
                  <a:pt x="2625" y="966"/>
                </a:moveTo>
                <a:lnTo>
                  <a:pt x="2552" y="966"/>
                </a:lnTo>
                <a:lnTo>
                  <a:pt x="2552" y="951"/>
                </a:lnTo>
                <a:lnTo>
                  <a:pt x="2625" y="951"/>
                </a:lnTo>
                <a:lnTo>
                  <a:pt x="2625" y="966"/>
                </a:lnTo>
                <a:moveTo>
                  <a:pt x="2508" y="966"/>
                </a:moveTo>
                <a:lnTo>
                  <a:pt x="2435" y="966"/>
                </a:lnTo>
                <a:lnTo>
                  <a:pt x="2435" y="951"/>
                </a:lnTo>
                <a:lnTo>
                  <a:pt x="2508" y="951"/>
                </a:lnTo>
                <a:lnTo>
                  <a:pt x="2508" y="966"/>
                </a:lnTo>
                <a:moveTo>
                  <a:pt x="2391" y="966"/>
                </a:moveTo>
                <a:lnTo>
                  <a:pt x="2318" y="966"/>
                </a:lnTo>
                <a:lnTo>
                  <a:pt x="2318" y="951"/>
                </a:lnTo>
                <a:lnTo>
                  <a:pt x="2391" y="951"/>
                </a:lnTo>
                <a:lnTo>
                  <a:pt x="2391" y="966"/>
                </a:lnTo>
                <a:moveTo>
                  <a:pt x="2274" y="966"/>
                </a:moveTo>
                <a:lnTo>
                  <a:pt x="2201" y="966"/>
                </a:lnTo>
                <a:lnTo>
                  <a:pt x="2201" y="951"/>
                </a:lnTo>
                <a:lnTo>
                  <a:pt x="2274" y="951"/>
                </a:lnTo>
                <a:lnTo>
                  <a:pt x="2274" y="966"/>
                </a:lnTo>
                <a:moveTo>
                  <a:pt x="2157" y="966"/>
                </a:moveTo>
                <a:lnTo>
                  <a:pt x="2084" y="966"/>
                </a:lnTo>
                <a:lnTo>
                  <a:pt x="2084" y="951"/>
                </a:lnTo>
                <a:lnTo>
                  <a:pt x="2157" y="951"/>
                </a:lnTo>
                <a:lnTo>
                  <a:pt x="2157" y="966"/>
                </a:lnTo>
                <a:moveTo>
                  <a:pt x="2040" y="966"/>
                </a:moveTo>
                <a:lnTo>
                  <a:pt x="1967" y="966"/>
                </a:lnTo>
                <a:lnTo>
                  <a:pt x="1967" y="951"/>
                </a:lnTo>
                <a:lnTo>
                  <a:pt x="2040" y="951"/>
                </a:lnTo>
                <a:lnTo>
                  <a:pt x="2040" y="966"/>
                </a:lnTo>
                <a:moveTo>
                  <a:pt x="1923" y="966"/>
                </a:moveTo>
                <a:lnTo>
                  <a:pt x="1850" y="966"/>
                </a:lnTo>
                <a:lnTo>
                  <a:pt x="1850" y="951"/>
                </a:lnTo>
                <a:lnTo>
                  <a:pt x="1923" y="951"/>
                </a:lnTo>
                <a:lnTo>
                  <a:pt x="1923" y="966"/>
                </a:lnTo>
                <a:moveTo>
                  <a:pt x="1806" y="966"/>
                </a:moveTo>
                <a:lnTo>
                  <a:pt x="1733" y="966"/>
                </a:lnTo>
                <a:lnTo>
                  <a:pt x="1733" y="951"/>
                </a:lnTo>
                <a:lnTo>
                  <a:pt x="1806" y="951"/>
                </a:lnTo>
                <a:lnTo>
                  <a:pt x="1806" y="966"/>
                </a:lnTo>
                <a:moveTo>
                  <a:pt x="1689" y="966"/>
                </a:moveTo>
                <a:lnTo>
                  <a:pt x="1616" y="966"/>
                </a:lnTo>
                <a:lnTo>
                  <a:pt x="1616" y="951"/>
                </a:lnTo>
                <a:lnTo>
                  <a:pt x="1689" y="951"/>
                </a:lnTo>
                <a:lnTo>
                  <a:pt x="1689" y="966"/>
                </a:lnTo>
                <a:moveTo>
                  <a:pt x="1572" y="966"/>
                </a:moveTo>
                <a:lnTo>
                  <a:pt x="1499" y="966"/>
                </a:lnTo>
                <a:lnTo>
                  <a:pt x="1499" y="951"/>
                </a:lnTo>
                <a:lnTo>
                  <a:pt x="1572" y="951"/>
                </a:lnTo>
                <a:lnTo>
                  <a:pt x="1572" y="966"/>
                </a:lnTo>
                <a:moveTo>
                  <a:pt x="1455" y="966"/>
                </a:moveTo>
                <a:lnTo>
                  <a:pt x="1382" y="966"/>
                </a:lnTo>
                <a:lnTo>
                  <a:pt x="1382" y="951"/>
                </a:lnTo>
                <a:lnTo>
                  <a:pt x="1455" y="951"/>
                </a:lnTo>
                <a:lnTo>
                  <a:pt x="1455" y="966"/>
                </a:lnTo>
                <a:moveTo>
                  <a:pt x="1338" y="966"/>
                </a:moveTo>
                <a:lnTo>
                  <a:pt x="1265" y="966"/>
                </a:lnTo>
                <a:lnTo>
                  <a:pt x="1265" y="951"/>
                </a:lnTo>
                <a:lnTo>
                  <a:pt x="1338" y="951"/>
                </a:lnTo>
                <a:lnTo>
                  <a:pt x="1338" y="966"/>
                </a:lnTo>
                <a:moveTo>
                  <a:pt x="1221" y="966"/>
                </a:moveTo>
                <a:lnTo>
                  <a:pt x="1148" y="966"/>
                </a:lnTo>
                <a:lnTo>
                  <a:pt x="1148" y="951"/>
                </a:lnTo>
                <a:lnTo>
                  <a:pt x="1221" y="951"/>
                </a:lnTo>
                <a:lnTo>
                  <a:pt x="1221" y="966"/>
                </a:lnTo>
                <a:moveTo>
                  <a:pt x="1104" y="966"/>
                </a:moveTo>
                <a:lnTo>
                  <a:pt x="1031" y="966"/>
                </a:lnTo>
                <a:lnTo>
                  <a:pt x="1031" y="951"/>
                </a:lnTo>
                <a:lnTo>
                  <a:pt x="1104" y="951"/>
                </a:lnTo>
                <a:lnTo>
                  <a:pt x="1104" y="966"/>
                </a:lnTo>
                <a:moveTo>
                  <a:pt x="987" y="966"/>
                </a:moveTo>
                <a:lnTo>
                  <a:pt x="914" y="966"/>
                </a:lnTo>
                <a:lnTo>
                  <a:pt x="914" y="951"/>
                </a:lnTo>
                <a:lnTo>
                  <a:pt x="987" y="951"/>
                </a:lnTo>
                <a:lnTo>
                  <a:pt x="987" y="966"/>
                </a:lnTo>
                <a:moveTo>
                  <a:pt x="870" y="966"/>
                </a:moveTo>
                <a:lnTo>
                  <a:pt x="797" y="966"/>
                </a:lnTo>
                <a:lnTo>
                  <a:pt x="797" y="951"/>
                </a:lnTo>
                <a:lnTo>
                  <a:pt x="870" y="951"/>
                </a:lnTo>
                <a:lnTo>
                  <a:pt x="870" y="966"/>
                </a:lnTo>
                <a:moveTo>
                  <a:pt x="753" y="966"/>
                </a:moveTo>
                <a:lnTo>
                  <a:pt x="680" y="966"/>
                </a:lnTo>
                <a:lnTo>
                  <a:pt x="680" y="951"/>
                </a:lnTo>
                <a:lnTo>
                  <a:pt x="753" y="951"/>
                </a:lnTo>
                <a:lnTo>
                  <a:pt x="753" y="966"/>
                </a:lnTo>
                <a:moveTo>
                  <a:pt x="636" y="966"/>
                </a:moveTo>
                <a:lnTo>
                  <a:pt x="563" y="966"/>
                </a:lnTo>
                <a:lnTo>
                  <a:pt x="563" y="951"/>
                </a:lnTo>
                <a:lnTo>
                  <a:pt x="636" y="951"/>
                </a:lnTo>
                <a:lnTo>
                  <a:pt x="636" y="966"/>
                </a:lnTo>
                <a:moveTo>
                  <a:pt x="519" y="966"/>
                </a:moveTo>
                <a:lnTo>
                  <a:pt x="446" y="966"/>
                </a:lnTo>
                <a:lnTo>
                  <a:pt x="446" y="951"/>
                </a:lnTo>
                <a:lnTo>
                  <a:pt x="519" y="951"/>
                </a:lnTo>
                <a:lnTo>
                  <a:pt x="519" y="966"/>
                </a:lnTo>
                <a:moveTo>
                  <a:pt x="402" y="966"/>
                </a:moveTo>
                <a:lnTo>
                  <a:pt x="329" y="966"/>
                </a:lnTo>
                <a:lnTo>
                  <a:pt x="329" y="951"/>
                </a:lnTo>
                <a:lnTo>
                  <a:pt x="402" y="951"/>
                </a:lnTo>
                <a:lnTo>
                  <a:pt x="402" y="966"/>
                </a:lnTo>
                <a:moveTo>
                  <a:pt x="285" y="966"/>
                </a:moveTo>
                <a:lnTo>
                  <a:pt x="212" y="966"/>
                </a:lnTo>
                <a:lnTo>
                  <a:pt x="212" y="951"/>
                </a:lnTo>
                <a:lnTo>
                  <a:pt x="285" y="951"/>
                </a:lnTo>
                <a:lnTo>
                  <a:pt x="285" y="966"/>
                </a:lnTo>
                <a:moveTo>
                  <a:pt x="168" y="966"/>
                </a:moveTo>
                <a:lnTo>
                  <a:pt x="95" y="966"/>
                </a:lnTo>
                <a:lnTo>
                  <a:pt x="95" y="951"/>
                </a:lnTo>
                <a:lnTo>
                  <a:pt x="168" y="951"/>
                </a:lnTo>
                <a:lnTo>
                  <a:pt x="168" y="966"/>
                </a:lnTo>
                <a:moveTo>
                  <a:pt x="51" y="966"/>
                </a:moveTo>
                <a:lnTo>
                  <a:pt x="0" y="966"/>
                </a:lnTo>
                <a:lnTo>
                  <a:pt x="0" y="930"/>
                </a:lnTo>
                <a:lnTo>
                  <a:pt x="15" y="930"/>
                </a:lnTo>
                <a:lnTo>
                  <a:pt x="15" y="959"/>
                </a:lnTo>
                <a:lnTo>
                  <a:pt x="7" y="959"/>
                </a:lnTo>
                <a:lnTo>
                  <a:pt x="7" y="951"/>
                </a:lnTo>
                <a:lnTo>
                  <a:pt x="51" y="951"/>
                </a:lnTo>
                <a:lnTo>
                  <a:pt x="51" y="966"/>
                </a:lnTo>
                <a:moveTo>
                  <a:pt x="0" y="886"/>
                </a:moveTo>
                <a:lnTo>
                  <a:pt x="0" y="813"/>
                </a:lnTo>
                <a:lnTo>
                  <a:pt x="15" y="813"/>
                </a:lnTo>
                <a:lnTo>
                  <a:pt x="15" y="886"/>
                </a:lnTo>
                <a:lnTo>
                  <a:pt x="0" y="886"/>
                </a:lnTo>
                <a:moveTo>
                  <a:pt x="0" y="769"/>
                </a:moveTo>
                <a:lnTo>
                  <a:pt x="0" y="696"/>
                </a:lnTo>
                <a:lnTo>
                  <a:pt x="15" y="696"/>
                </a:lnTo>
                <a:lnTo>
                  <a:pt x="15" y="769"/>
                </a:lnTo>
                <a:lnTo>
                  <a:pt x="0" y="769"/>
                </a:lnTo>
                <a:moveTo>
                  <a:pt x="0" y="652"/>
                </a:moveTo>
                <a:lnTo>
                  <a:pt x="0" y="579"/>
                </a:lnTo>
                <a:lnTo>
                  <a:pt x="15" y="579"/>
                </a:lnTo>
                <a:lnTo>
                  <a:pt x="15" y="652"/>
                </a:lnTo>
                <a:lnTo>
                  <a:pt x="0" y="652"/>
                </a:lnTo>
                <a:moveTo>
                  <a:pt x="0" y="535"/>
                </a:moveTo>
                <a:lnTo>
                  <a:pt x="0" y="462"/>
                </a:lnTo>
                <a:lnTo>
                  <a:pt x="15" y="462"/>
                </a:lnTo>
                <a:lnTo>
                  <a:pt x="15" y="535"/>
                </a:lnTo>
                <a:lnTo>
                  <a:pt x="0" y="535"/>
                </a:lnTo>
                <a:moveTo>
                  <a:pt x="0" y="418"/>
                </a:moveTo>
                <a:lnTo>
                  <a:pt x="0" y="345"/>
                </a:lnTo>
                <a:lnTo>
                  <a:pt x="15" y="345"/>
                </a:lnTo>
                <a:lnTo>
                  <a:pt x="15" y="418"/>
                </a:lnTo>
                <a:lnTo>
                  <a:pt x="0" y="418"/>
                </a:lnTo>
                <a:moveTo>
                  <a:pt x="0" y="301"/>
                </a:moveTo>
                <a:lnTo>
                  <a:pt x="0" y="228"/>
                </a:lnTo>
                <a:lnTo>
                  <a:pt x="15" y="228"/>
                </a:lnTo>
                <a:lnTo>
                  <a:pt x="15" y="301"/>
                </a:lnTo>
                <a:lnTo>
                  <a:pt x="0" y="301"/>
                </a:lnTo>
                <a:moveTo>
                  <a:pt x="0" y="184"/>
                </a:moveTo>
                <a:lnTo>
                  <a:pt x="0" y="110"/>
                </a:lnTo>
                <a:lnTo>
                  <a:pt x="15" y="110"/>
                </a:lnTo>
                <a:lnTo>
                  <a:pt x="15" y="184"/>
                </a:lnTo>
                <a:lnTo>
                  <a:pt x="0" y="184"/>
                </a:lnTo>
                <a:moveTo>
                  <a:pt x="0" y="66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8"/>
                </a:lnTo>
                <a:lnTo>
                  <a:pt x="15" y="8"/>
                </a:lnTo>
                <a:lnTo>
                  <a:pt x="1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4440600" y="19069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4440600" y="19252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5425200" y="159588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2234880" y="190116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2234880" y="1985760"/>
            <a:ext cx="1898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672440" y="1864800"/>
            <a:ext cx="2190240" cy="342360"/>
          </a:xfrm>
          <a:custGeom>
            <a:avLst/>
            <a:gdLst/>
            <a:ahLst/>
            <a:rect l="0" t="0" r="r" b="b"/>
            <a:pathLst>
              <a:path w="6084" h="951">
                <a:moveTo>
                  <a:pt x="0" y="0"/>
                </a:moveTo>
                <a:lnTo>
                  <a:pt x="6084" y="0"/>
                </a:lnTo>
                <a:lnTo>
                  <a:pt x="608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4669560" y="1861920"/>
            <a:ext cx="2196000" cy="347760"/>
          </a:xfrm>
          <a:custGeom>
            <a:avLst/>
            <a:gdLst/>
            <a:ahLst/>
            <a:rect l="0" t="0" r="r" b="b"/>
            <a:pathLst>
              <a:path w="6100" h="966">
                <a:moveTo>
                  <a:pt x="125" y="0"/>
                </a:moveTo>
                <a:lnTo>
                  <a:pt x="198" y="0"/>
                </a:lnTo>
                <a:lnTo>
                  <a:pt x="198" y="15"/>
                </a:lnTo>
                <a:lnTo>
                  <a:pt x="125" y="15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5"/>
                </a:lnTo>
                <a:lnTo>
                  <a:pt x="242" y="15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5"/>
                </a:lnTo>
                <a:lnTo>
                  <a:pt x="359" y="15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5"/>
                </a:lnTo>
                <a:lnTo>
                  <a:pt x="476" y="15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5"/>
                </a:lnTo>
                <a:lnTo>
                  <a:pt x="593" y="15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5"/>
                </a:lnTo>
                <a:lnTo>
                  <a:pt x="710" y="15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5"/>
                </a:lnTo>
                <a:lnTo>
                  <a:pt x="827" y="15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5"/>
                </a:lnTo>
                <a:lnTo>
                  <a:pt x="944" y="15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5"/>
                </a:lnTo>
                <a:lnTo>
                  <a:pt x="1061" y="15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5"/>
                </a:lnTo>
                <a:lnTo>
                  <a:pt x="1178" y="15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5"/>
                </a:lnTo>
                <a:lnTo>
                  <a:pt x="1295" y="15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5"/>
                </a:lnTo>
                <a:lnTo>
                  <a:pt x="1412" y="15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5"/>
                </a:lnTo>
                <a:lnTo>
                  <a:pt x="1529" y="15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5"/>
                </a:lnTo>
                <a:lnTo>
                  <a:pt x="1646" y="15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5"/>
                </a:lnTo>
                <a:lnTo>
                  <a:pt x="1763" y="15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5"/>
                </a:lnTo>
                <a:lnTo>
                  <a:pt x="1880" y="15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5"/>
                </a:lnTo>
                <a:lnTo>
                  <a:pt x="1997" y="15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5"/>
                </a:lnTo>
                <a:lnTo>
                  <a:pt x="2114" y="15"/>
                </a:lnTo>
                <a:lnTo>
                  <a:pt x="2114" y="0"/>
                </a:lnTo>
                <a:moveTo>
                  <a:pt x="2231" y="0"/>
                </a:moveTo>
                <a:lnTo>
                  <a:pt x="2305" y="0"/>
                </a:lnTo>
                <a:lnTo>
                  <a:pt x="2305" y="15"/>
                </a:lnTo>
                <a:lnTo>
                  <a:pt x="2231" y="15"/>
                </a:lnTo>
                <a:lnTo>
                  <a:pt x="2231" y="0"/>
                </a:lnTo>
                <a:moveTo>
                  <a:pt x="2349" y="0"/>
                </a:moveTo>
                <a:lnTo>
                  <a:pt x="2422" y="0"/>
                </a:lnTo>
                <a:lnTo>
                  <a:pt x="2422" y="15"/>
                </a:lnTo>
                <a:lnTo>
                  <a:pt x="2349" y="15"/>
                </a:lnTo>
                <a:lnTo>
                  <a:pt x="2349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5"/>
                </a:lnTo>
                <a:lnTo>
                  <a:pt x="2466" y="15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5"/>
                </a:lnTo>
                <a:lnTo>
                  <a:pt x="2583" y="15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5"/>
                </a:lnTo>
                <a:lnTo>
                  <a:pt x="2700" y="15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5"/>
                </a:lnTo>
                <a:lnTo>
                  <a:pt x="2817" y="15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5"/>
                </a:lnTo>
                <a:lnTo>
                  <a:pt x="2934" y="15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5"/>
                </a:lnTo>
                <a:lnTo>
                  <a:pt x="3051" y="15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5"/>
                </a:lnTo>
                <a:lnTo>
                  <a:pt x="3168" y="15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5"/>
                </a:lnTo>
                <a:lnTo>
                  <a:pt x="3285" y="15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5"/>
                </a:lnTo>
                <a:lnTo>
                  <a:pt x="3402" y="15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5"/>
                </a:lnTo>
                <a:lnTo>
                  <a:pt x="3519" y="15"/>
                </a:lnTo>
                <a:lnTo>
                  <a:pt x="3519" y="0"/>
                </a:lnTo>
                <a:moveTo>
                  <a:pt x="3635" y="0"/>
                </a:moveTo>
                <a:lnTo>
                  <a:pt x="3709" y="0"/>
                </a:lnTo>
                <a:lnTo>
                  <a:pt x="3709" y="15"/>
                </a:lnTo>
                <a:lnTo>
                  <a:pt x="3635" y="15"/>
                </a:lnTo>
                <a:lnTo>
                  <a:pt x="3635" y="0"/>
                </a:lnTo>
                <a:moveTo>
                  <a:pt x="3752" y="0"/>
                </a:moveTo>
                <a:lnTo>
                  <a:pt x="3826" y="0"/>
                </a:lnTo>
                <a:lnTo>
                  <a:pt x="3826" y="15"/>
                </a:lnTo>
                <a:lnTo>
                  <a:pt x="3752" y="15"/>
                </a:lnTo>
                <a:lnTo>
                  <a:pt x="3752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6" y="0"/>
                </a:lnTo>
                <a:lnTo>
                  <a:pt x="4996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3" y="0"/>
                </a:lnTo>
                <a:lnTo>
                  <a:pt x="5113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30" y="0"/>
                </a:lnTo>
                <a:lnTo>
                  <a:pt x="5230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7" y="0"/>
                </a:lnTo>
                <a:lnTo>
                  <a:pt x="5347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4" y="0"/>
                </a:lnTo>
                <a:lnTo>
                  <a:pt x="5464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1" y="0"/>
                </a:lnTo>
                <a:lnTo>
                  <a:pt x="5581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8" y="0"/>
                </a:lnTo>
                <a:lnTo>
                  <a:pt x="5698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100" y="8"/>
                </a:moveTo>
                <a:lnTo>
                  <a:pt x="6100" y="81"/>
                </a:lnTo>
                <a:lnTo>
                  <a:pt x="6085" y="81"/>
                </a:lnTo>
                <a:lnTo>
                  <a:pt x="6085" y="8"/>
                </a:lnTo>
                <a:lnTo>
                  <a:pt x="6100" y="8"/>
                </a:lnTo>
                <a:moveTo>
                  <a:pt x="6100" y="125"/>
                </a:moveTo>
                <a:lnTo>
                  <a:pt x="6100" y="199"/>
                </a:lnTo>
                <a:lnTo>
                  <a:pt x="6085" y="199"/>
                </a:lnTo>
                <a:lnTo>
                  <a:pt x="6085" y="125"/>
                </a:lnTo>
                <a:lnTo>
                  <a:pt x="6100" y="125"/>
                </a:lnTo>
                <a:moveTo>
                  <a:pt x="6100" y="243"/>
                </a:moveTo>
                <a:lnTo>
                  <a:pt x="6100" y="316"/>
                </a:lnTo>
                <a:lnTo>
                  <a:pt x="6085" y="316"/>
                </a:lnTo>
                <a:lnTo>
                  <a:pt x="6085" y="243"/>
                </a:lnTo>
                <a:lnTo>
                  <a:pt x="6100" y="243"/>
                </a:lnTo>
                <a:moveTo>
                  <a:pt x="6100" y="359"/>
                </a:moveTo>
                <a:lnTo>
                  <a:pt x="6100" y="433"/>
                </a:lnTo>
                <a:lnTo>
                  <a:pt x="6085" y="433"/>
                </a:lnTo>
                <a:lnTo>
                  <a:pt x="6085" y="359"/>
                </a:lnTo>
                <a:lnTo>
                  <a:pt x="6100" y="359"/>
                </a:lnTo>
                <a:moveTo>
                  <a:pt x="6100" y="476"/>
                </a:moveTo>
                <a:lnTo>
                  <a:pt x="6100" y="549"/>
                </a:lnTo>
                <a:lnTo>
                  <a:pt x="6085" y="549"/>
                </a:lnTo>
                <a:lnTo>
                  <a:pt x="6085" y="476"/>
                </a:lnTo>
                <a:lnTo>
                  <a:pt x="6100" y="476"/>
                </a:lnTo>
                <a:moveTo>
                  <a:pt x="6100" y="593"/>
                </a:moveTo>
                <a:lnTo>
                  <a:pt x="6100" y="666"/>
                </a:lnTo>
                <a:lnTo>
                  <a:pt x="6085" y="666"/>
                </a:lnTo>
                <a:lnTo>
                  <a:pt x="6085" y="593"/>
                </a:lnTo>
                <a:lnTo>
                  <a:pt x="6100" y="593"/>
                </a:lnTo>
                <a:moveTo>
                  <a:pt x="6100" y="710"/>
                </a:moveTo>
                <a:lnTo>
                  <a:pt x="6100" y="783"/>
                </a:lnTo>
                <a:lnTo>
                  <a:pt x="6085" y="783"/>
                </a:lnTo>
                <a:lnTo>
                  <a:pt x="6085" y="710"/>
                </a:lnTo>
                <a:lnTo>
                  <a:pt x="6100" y="710"/>
                </a:lnTo>
                <a:moveTo>
                  <a:pt x="6100" y="827"/>
                </a:moveTo>
                <a:lnTo>
                  <a:pt x="6100" y="900"/>
                </a:lnTo>
                <a:lnTo>
                  <a:pt x="6085" y="900"/>
                </a:lnTo>
                <a:lnTo>
                  <a:pt x="6085" y="827"/>
                </a:lnTo>
                <a:lnTo>
                  <a:pt x="6100" y="827"/>
                </a:lnTo>
                <a:moveTo>
                  <a:pt x="6100" y="944"/>
                </a:moveTo>
                <a:lnTo>
                  <a:pt x="6100" y="966"/>
                </a:lnTo>
                <a:lnTo>
                  <a:pt x="6034" y="966"/>
                </a:lnTo>
                <a:lnTo>
                  <a:pt x="6034" y="951"/>
                </a:lnTo>
                <a:lnTo>
                  <a:pt x="6092" y="951"/>
                </a:lnTo>
                <a:lnTo>
                  <a:pt x="6092" y="959"/>
                </a:lnTo>
                <a:lnTo>
                  <a:pt x="6085" y="959"/>
                </a:lnTo>
                <a:lnTo>
                  <a:pt x="6085" y="944"/>
                </a:lnTo>
                <a:lnTo>
                  <a:pt x="6100" y="944"/>
                </a:lnTo>
                <a:moveTo>
                  <a:pt x="5990" y="966"/>
                </a:moveTo>
                <a:lnTo>
                  <a:pt x="5917" y="966"/>
                </a:lnTo>
                <a:lnTo>
                  <a:pt x="5917" y="951"/>
                </a:lnTo>
                <a:lnTo>
                  <a:pt x="5990" y="951"/>
                </a:lnTo>
                <a:lnTo>
                  <a:pt x="5990" y="966"/>
                </a:lnTo>
                <a:moveTo>
                  <a:pt x="5873" y="966"/>
                </a:moveTo>
                <a:lnTo>
                  <a:pt x="5800" y="966"/>
                </a:lnTo>
                <a:lnTo>
                  <a:pt x="5800" y="951"/>
                </a:lnTo>
                <a:lnTo>
                  <a:pt x="5873" y="951"/>
                </a:lnTo>
                <a:lnTo>
                  <a:pt x="5873" y="966"/>
                </a:lnTo>
                <a:moveTo>
                  <a:pt x="5756" y="966"/>
                </a:moveTo>
                <a:lnTo>
                  <a:pt x="5683" y="966"/>
                </a:lnTo>
                <a:lnTo>
                  <a:pt x="5683" y="951"/>
                </a:lnTo>
                <a:lnTo>
                  <a:pt x="5756" y="951"/>
                </a:lnTo>
                <a:lnTo>
                  <a:pt x="5756" y="966"/>
                </a:lnTo>
                <a:moveTo>
                  <a:pt x="5639" y="966"/>
                </a:moveTo>
                <a:lnTo>
                  <a:pt x="5566" y="966"/>
                </a:lnTo>
                <a:lnTo>
                  <a:pt x="5566" y="951"/>
                </a:lnTo>
                <a:lnTo>
                  <a:pt x="5639" y="951"/>
                </a:lnTo>
                <a:lnTo>
                  <a:pt x="5639" y="966"/>
                </a:lnTo>
                <a:moveTo>
                  <a:pt x="5522" y="966"/>
                </a:moveTo>
                <a:lnTo>
                  <a:pt x="5449" y="966"/>
                </a:lnTo>
                <a:lnTo>
                  <a:pt x="5449" y="951"/>
                </a:lnTo>
                <a:lnTo>
                  <a:pt x="5522" y="951"/>
                </a:lnTo>
                <a:lnTo>
                  <a:pt x="5522" y="966"/>
                </a:lnTo>
                <a:moveTo>
                  <a:pt x="5405" y="966"/>
                </a:moveTo>
                <a:lnTo>
                  <a:pt x="5332" y="966"/>
                </a:lnTo>
                <a:lnTo>
                  <a:pt x="5332" y="951"/>
                </a:lnTo>
                <a:lnTo>
                  <a:pt x="5405" y="951"/>
                </a:lnTo>
                <a:lnTo>
                  <a:pt x="5405" y="966"/>
                </a:lnTo>
                <a:moveTo>
                  <a:pt x="5288" y="966"/>
                </a:moveTo>
                <a:lnTo>
                  <a:pt x="5215" y="966"/>
                </a:lnTo>
                <a:lnTo>
                  <a:pt x="5215" y="951"/>
                </a:lnTo>
                <a:lnTo>
                  <a:pt x="5288" y="951"/>
                </a:lnTo>
                <a:lnTo>
                  <a:pt x="5288" y="966"/>
                </a:lnTo>
                <a:moveTo>
                  <a:pt x="5171" y="966"/>
                </a:moveTo>
                <a:lnTo>
                  <a:pt x="5098" y="966"/>
                </a:lnTo>
                <a:lnTo>
                  <a:pt x="5098" y="951"/>
                </a:lnTo>
                <a:lnTo>
                  <a:pt x="5171" y="951"/>
                </a:lnTo>
                <a:lnTo>
                  <a:pt x="5171" y="966"/>
                </a:lnTo>
                <a:moveTo>
                  <a:pt x="5054" y="966"/>
                </a:moveTo>
                <a:lnTo>
                  <a:pt x="4981" y="966"/>
                </a:lnTo>
                <a:lnTo>
                  <a:pt x="4981" y="951"/>
                </a:lnTo>
                <a:lnTo>
                  <a:pt x="5054" y="951"/>
                </a:lnTo>
                <a:lnTo>
                  <a:pt x="5054" y="966"/>
                </a:lnTo>
                <a:moveTo>
                  <a:pt x="4937" y="966"/>
                </a:moveTo>
                <a:lnTo>
                  <a:pt x="4864" y="966"/>
                </a:lnTo>
                <a:lnTo>
                  <a:pt x="4864" y="951"/>
                </a:lnTo>
                <a:lnTo>
                  <a:pt x="4937" y="951"/>
                </a:lnTo>
                <a:lnTo>
                  <a:pt x="4937" y="966"/>
                </a:lnTo>
                <a:moveTo>
                  <a:pt x="4820" y="966"/>
                </a:moveTo>
                <a:lnTo>
                  <a:pt x="4747" y="966"/>
                </a:lnTo>
                <a:lnTo>
                  <a:pt x="4747" y="951"/>
                </a:lnTo>
                <a:lnTo>
                  <a:pt x="4820" y="951"/>
                </a:lnTo>
                <a:lnTo>
                  <a:pt x="4820" y="966"/>
                </a:lnTo>
                <a:moveTo>
                  <a:pt x="4703" y="966"/>
                </a:moveTo>
                <a:lnTo>
                  <a:pt x="4630" y="966"/>
                </a:lnTo>
                <a:lnTo>
                  <a:pt x="4630" y="951"/>
                </a:lnTo>
                <a:lnTo>
                  <a:pt x="4703" y="951"/>
                </a:lnTo>
                <a:lnTo>
                  <a:pt x="4703" y="966"/>
                </a:lnTo>
                <a:moveTo>
                  <a:pt x="4586" y="966"/>
                </a:moveTo>
                <a:lnTo>
                  <a:pt x="4513" y="966"/>
                </a:lnTo>
                <a:lnTo>
                  <a:pt x="4513" y="951"/>
                </a:lnTo>
                <a:lnTo>
                  <a:pt x="4586" y="951"/>
                </a:lnTo>
                <a:lnTo>
                  <a:pt x="4586" y="966"/>
                </a:lnTo>
                <a:moveTo>
                  <a:pt x="4469" y="966"/>
                </a:moveTo>
                <a:lnTo>
                  <a:pt x="4396" y="966"/>
                </a:lnTo>
                <a:lnTo>
                  <a:pt x="4396" y="951"/>
                </a:lnTo>
                <a:lnTo>
                  <a:pt x="4469" y="951"/>
                </a:lnTo>
                <a:lnTo>
                  <a:pt x="4469" y="966"/>
                </a:lnTo>
                <a:moveTo>
                  <a:pt x="4352" y="966"/>
                </a:moveTo>
                <a:lnTo>
                  <a:pt x="4279" y="966"/>
                </a:lnTo>
                <a:lnTo>
                  <a:pt x="4279" y="951"/>
                </a:lnTo>
                <a:lnTo>
                  <a:pt x="4352" y="951"/>
                </a:lnTo>
                <a:lnTo>
                  <a:pt x="4352" y="966"/>
                </a:lnTo>
                <a:moveTo>
                  <a:pt x="4235" y="966"/>
                </a:moveTo>
                <a:lnTo>
                  <a:pt x="4162" y="966"/>
                </a:lnTo>
                <a:lnTo>
                  <a:pt x="4162" y="951"/>
                </a:lnTo>
                <a:lnTo>
                  <a:pt x="4235" y="951"/>
                </a:lnTo>
                <a:lnTo>
                  <a:pt x="4235" y="966"/>
                </a:lnTo>
                <a:moveTo>
                  <a:pt x="4118" y="966"/>
                </a:moveTo>
                <a:lnTo>
                  <a:pt x="4045" y="966"/>
                </a:lnTo>
                <a:lnTo>
                  <a:pt x="4045" y="951"/>
                </a:lnTo>
                <a:lnTo>
                  <a:pt x="4118" y="951"/>
                </a:lnTo>
                <a:lnTo>
                  <a:pt x="4118" y="966"/>
                </a:lnTo>
                <a:moveTo>
                  <a:pt x="4001" y="966"/>
                </a:moveTo>
                <a:lnTo>
                  <a:pt x="3928" y="966"/>
                </a:lnTo>
                <a:lnTo>
                  <a:pt x="3928" y="951"/>
                </a:lnTo>
                <a:lnTo>
                  <a:pt x="4001" y="951"/>
                </a:lnTo>
                <a:lnTo>
                  <a:pt x="4001" y="966"/>
                </a:lnTo>
                <a:moveTo>
                  <a:pt x="3884" y="966"/>
                </a:moveTo>
                <a:lnTo>
                  <a:pt x="3811" y="966"/>
                </a:lnTo>
                <a:lnTo>
                  <a:pt x="3811" y="951"/>
                </a:lnTo>
                <a:lnTo>
                  <a:pt x="3884" y="951"/>
                </a:lnTo>
                <a:lnTo>
                  <a:pt x="3884" y="966"/>
                </a:lnTo>
                <a:moveTo>
                  <a:pt x="3767" y="966"/>
                </a:moveTo>
                <a:lnTo>
                  <a:pt x="3694" y="966"/>
                </a:lnTo>
                <a:lnTo>
                  <a:pt x="3694" y="951"/>
                </a:lnTo>
                <a:lnTo>
                  <a:pt x="3767" y="951"/>
                </a:lnTo>
                <a:lnTo>
                  <a:pt x="3767" y="966"/>
                </a:lnTo>
                <a:moveTo>
                  <a:pt x="3650" y="966"/>
                </a:moveTo>
                <a:lnTo>
                  <a:pt x="3577" y="966"/>
                </a:lnTo>
                <a:lnTo>
                  <a:pt x="3577" y="951"/>
                </a:lnTo>
                <a:lnTo>
                  <a:pt x="3650" y="951"/>
                </a:lnTo>
                <a:lnTo>
                  <a:pt x="3650" y="966"/>
                </a:lnTo>
                <a:moveTo>
                  <a:pt x="3533" y="966"/>
                </a:moveTo>
                <a:lnTo>
                  <a:pt x="3460" y="966"/>
                </a:lnTo>
                <a:lnTo>
                  <a:pt x="3460" y="951"/>
                </a:lnTo>
                <a:lnTo>
                  <a:pt x="3533" y="951"/>
                </a:lnTo>
                <a:lnTo>
                  <a:pt x="3533" y="966"/>
                </a:lnTo>
                <a:moveTo>
                  <a:pt x="3416" y="966"/>
                </a:moveTo>
                <a:lnTo>
                  <a:pt x="3343" y="966"/>
                </a:lnTo>
                <a:lnTo>
                  <a:pt x="3343" y="951"/>
                </a:lnTo>
                <a:lnTo>
                  <a:pt x="3416" y="951"/>
                </a:lnTo>
                <a:lnTo>
                  <a:pt x="3416" y="966"/>
                </a:lnTo>
                <a:moveTo>
                  <a:pt x="3299" y="966"/>
                </a:moveTo>
                <a:lnTo>
                  <a:pt x="3226" y="966"/>
                </a:lnTo>
                <a:lnTo>
                  <a:pt x="3226" y="951"/>
                </a:lnTo>
                <a:lnTo>
                  <a:pt x="3299" y="951"/>
                </a:lnTo>
                <a:lnTo>
                  <a:pt x="3299" y="966"/>
                </a:lnTo>
                <a:moveTo>
                  <a:pt x="3182" y="966"/>
                </a:moveTo>
                <a:lnTo>
                  <a:pt x="3109" y="966"/>
                </a:lnTo>
                <a:lnTo>
                  <a:pt x="3109" y="951"/>
                </a:lnTo>
                <a:lnTo>
                  <a:pt x="3182" y="951"/>
                </a:lnTo>
                <a:lnTo>
                  <a:pt x="3182" y="966"/>
                </a:lnTo>
                <a:moveTo>
                  <a:pt x="3065" y="966"/>
                </a:moveTo>
                <a:lnTo>
                  <a:pt x="2992" y="966"/>
                </a:lnTo>
                <a:lnTo>
                  <a:pt x="2992" y="951"/>
                </a:lnTo>
                <a:lnTo>
                  <a:pt x="3065" y="951"/>
                </a:lnTo>
                <a:lnTo>
                  <a:pt x="3065" y="966"/>
                </a:lnTo>
                <a:moveTo>
                  <a:pt x="2948" y="966"/>
                </a:moveTo>
                <a:lnTo>
                  <a:pt x="2875" y="966"/>
                </a:lnTo>
                <a:lnTo>
                  <a:pt x="2875" y="951"/>
                </a:lnTo>
                <a:lnTo>
                  <a:pt x="2948" y="951"/>
                </a:lnTo>
                <a:lnTo>
                  <a:pt x="2948" y="966"/>
                </a:lnTo>
                <a:moveTo>
                  <a:pt x="2831" y="966"/>
                </a:moveTo>
                <a:lnTo>
                  <a:pt x="2758" y="966"/>
                </a:lnTo>
                <a:lnTo>
                  <a:pt x="2758" y="951"/>
                </a:lnTo>
                <a:lnTo>
                  <a:pt x="2831" y="951"/>
                </a:lnTo>
                <a:lnTo>
                  <a:pt x="2831" y="966"/>
                </a:lnTo>
                <a:moveTo>
                  <a:pt x="2714" y="966"/>
                </a:moveTo>
                <a:lnTo>
                  <a:pt x="2641" y="966"/>
                </a:lnTo>
                <a:lnTo>
                  <a:pt x="2641" y="951"/>
                </a:lnTo>
                <a:lnTo>
                  <a:pt x="2714" y="951"/>
                </a:lnTo>
                <a:lnTo>
                  <a:pt x="2714" y="966"/>
                </a:lnTo>
                <a:moveTo>
                  <a:pt x="2597" y="966"/>
                </a:moveTo>
                <a:lnTo>
                  <a:pt x="2524" y="966"/>
                </a:lnTo>
                <a:lnTo>
                  <a:pt x="2524" y="951"/>
                </a:lnTo>
                <a:lnTo>
                  <a:pt x="2597" y="951"/>
                </a:lnTo>
                <a:lnTo>
                  <a:pt x="2597" y="966"/>
                </a:lnTo>
                <a:moveTo>
                  <a:pt x="2480" y="966"/>
                </a:moveTo>
                <a:lnTo>
                  <a:pt x="2407" y="966"/>
                </a:lnTo>
                <a:lnTo>
                  <a:pt x="2407" y="951"/>
                </a:lnTo>
                <a:lnTo>
                  <a:pt x="2480" y="951"/>
                </a:lnTo>
                <a:lnTo>
                  <a:pt x="2480" y="966"/>
                </a:lnTo>
                <a:moveTo>
                  <a:pt x="2363" y="966"/>
                </a:moveTo>
                <a:lnTo>
                  <a:pt x="2290" y="966"/>
                </a:lnTo>
                <a:lnTo>
                  <a:pt x="2290" y="951"/>
                </a:lnTo>
                <a:lnTo>
                  <a:pt x="2363" y="951"/>
                </a:lnTo>
                <a:lnTo>
                  <a:pt x="2363" y="966"/>
                </a:lnTo>
                <a:moveTo>
                  <a:pt x="2245" y="966"/>
                </a:moveTo>
                <a:lnTo>
                  <a:pt x="2172" y="966"/>
                </a:lnTo>
                <a:lnTo>
                  <a:pt x="2172" y="951"/>
                </a:lnTo>
                <a:lnTo>
                  <a:pt x="2245" y="951"/>
                </a:lnTo>
                <a:lnTo>
                  <a:pt x="2245" y="966"/>
                </a:lnTo>
                <a:moveTo>
                  <a:pt x="2128" y="966"/>
                </a:moveTo>
                <a:lnTo>
                  <a:pt x="2055" y="966"/>
                </a:lnTo>
                <a:lnTo>
                  <a:pt x="2055" y="951"/>
                </a:lnTo>
                <a:lnTo>
                  <a:pt x="2128" y="951"/>
                </a:lnTo>
                <a:lnTo>
                  <a:pt x="2128" y="966"/>
                </a:lnTo>
                <a:moveTo>
                  <a:pt x="2011" y="966"/>
                </a:moveTo>
                <a:lnTo>
                  <a:pt x="1938" y="966"/>
                </a:lnTo>
                <a:lnTo>
                  <a:pt x="1938" y="951"/>
                </a:lnTo>
                <a:lnTo>
                  <a:pt x="2011" y="951"/>
                </a:lnTo>
                <a:lnTo>
                  <a:pt x="2011" y="966"/>
                </a:lnTo>
                <a:moveTo>
                  <a:pt x="1894" y="966"/>
                </a:moveTo>
                <a:lnTo>
                  <a:pt x="1821" y="966"/>
                </a:lnTo>
                <a:lnTo>
                  <a:pt x="1821" y="951"/>
                </a:lnTo>
                <a:lnTo>
                  <a:pt x="1894" y="951"/>
                </a:lnTo>
                <a:lnTo>
                  <a:pt x="1894" y="966"/>
                </a:lnTo>
                <a:moveTo>
                  <a:pt x="1777" y="966"/>
                </a:moveTo>
                <a:lnTo>
                  <a:pt x="1704" y="966"/>
                </a:lnTo>
                <a:lnTo>
                  <a:pt x="1704" y="951"/>
                </a:lnTo>
                <a:lnTo>
                  <a:pt x="1777" y="951"/>
                </a:lnTo>
                <a:lnTo>
                  <a:pt x="1777" y="966"/>
                </a:lnTo>
                <a:moveTo>
                  <a:pt x="1660" y="966"/>
                </a:moveTo>
                <a:lnTo>
                  <a:pt x="1587" y="966"/>
                </a:lnTo>
                <a:lnTo>
                  <a:pt x="1587" y="951"/>
                </a:lnTo>
                <a:lnTo>
                  <a:pt x="1660" y="951"/>
                </a:lnTo>
                <a:lnTo>
                  <a:pt x="1660" y="966"/>
                </a:lnTo>
                <a:moveTo>
                  <a:pt x="1543" y="966"/>
                </a:moveTo>
                <a:lnTo>
                  <a:pt x="1470" y="966"/>
                </a:lnTo>
                <a:lnTo>
                  <a:pt x="1470" y="951"/>
                </a:lnTo>
                <a:lnTo>
                  <a:pt x="1543" y="951"/>
                </a:lnTo>
                <a:lnTo>
                  <a:pt x="1543" y="966"/>
                </a:lnTo>
                <a:moveTo>
                  <a:pt x="1426" y="966"/>
                </a:moveTo>
                <a:lnTo>
                  <a:pt x="1353" y="966"/>
                </a:lnTo>
                <a:lnTo>
                  <a:pt x="1353" y="951"/>
                </a:lnTo>
                <a:lnTo>
                  <a:pt x="1426" y="951"/>
                </a:lnTo>
                <a:lnTo>
                  <a:pt x="1426" y="966"/>
                </a:lnTo>
                <a:moveTo>
                  <a:pt x="1309" y="966"/>
                </a:moveTo>
                <a:lnTo>
                  <a:pt x="1236" y="966"/>
                </a:lnTo>
                <a:lnTo>
                  <a:pt x="1236" y="951"/>
                </a:lnTo>
                <a:lnTo>
                  <a:pt x="1309" y="951"/>
                </a:lnTo>
                <a:lnTo>
                  <a:pt x="1309" y="966"/>
                </a:lnTo>
                <a:moveTo>
                  <a:pt x="1192" y="966"/>
                </a:moveTo>
                <a:lnTo>
                  <a:pt x="1119" y="966"/>
                </a:lnTo>
                <a:lnTo>
                  <a:pt x="1119" y="951"/>
                </a:lnTo>
                <a:lnTo>
                  <a:pt x="1192" y="951"/>
                </a:lnTo>
                <a:lnTo>
                  <a:pt x="1192" y="966"/>
                </a:lnTo>
                <a:moveTo>
                  <a:pt x="1075" y="966"/>
                </a:moveTo>
                <a:lnTo>
                  <a:pt x="1002" y="966"/>
                </a:lnTo>
                <a:lnTo>
                  <a:pt x="1002" y="951"/>
                </a:lnTo>
                <a:lnTo>
                  <a:pt x="1075" y="951"/>
                </a:lnTo>
                <a:lnTo>
                  <a:pt x="1075" y="966"/>
                </a:lnTo>
                <a:moveTo>
                  <a:pt x="958" y="966"/>
                </a:moveTo>
                <a:lnTo>
                  <a:pt x="885" y="966"/>
                </a:lnTo>
                <a:lnTo>
                  <a:pt x="885" y="951"/>
                </a:lnTo>
                <a:lnTo>
                  <a:pt x="958" y="951"/>
                </a:lnTo>
                <a:lnTo>
                  <a:pt x="958" y="966"/>
                </a:lnTo>
                <a:moveTo>
                  <a:pt x="841" y="966"/>
                </a:moveTo>
                <a:lnTo>
                  <a:pt x="768" y="966"/>
                </a:lnTo>
                <a:lnTo>
                  <a:pt x="768" y="951"/>
                </a:lnTo>
                <a:lnTo>
                  <a:pt x="841" y="951"/>
                </a:lnTo>
                <a:lnTo>
                  <a:pt x="841" y="966"/>
                </a:lnTo>
                <a:moveTo>
                  <a:pt x="724" y="966"/>
                </a:moveTo>
                <a:lnTo>
                  <a:pt x="651" y="966"/>
                </a:lnTo>
                <a:lnTo>
                  <a:pt x="651" y="951"/>
                </a:lnTo>
                <a:lnTo>
                  <a:pt x="724" y="951"/>
                </a:lnTo>
                <a:lnTo>
                  <a:pt x="724" y="966"/>
                </a:lnTo>
                <a:moveTo>
                  <a:pt x="607" y="966"/>
                </a:moveTo>
                <a:lnTo>
                  <a:pt x="534" y="966"/>
                </a:lnTo>
                <a:lnTo>
                  <a:pt x="534" y="951"/>
                </a:lnTo>
                <a:lnTo>
                  <a:pt x="607" y="951"/>
                </a:lnTo>
                <a:lnTo>
                  <a:pt x="607" y="966"/>
                </a:lnTo>
                <a:moveTo>
                  <a:pt x="490" y="966"/>
                </a:moveTo>
                <a:lnTo>
                  <a:pt x="417" y="966"/>
                </a:lnTo>
                <a:lnTo>
                  <a:pt x="417" y="951"/>
                </a:lnTo>
                <a:lnTo>
                  <a:pt x="490" y="951"/>
                </a:lnTo>
                <a:lnTo>
                  <a:pt x="490" y="966"/>
                </a:lnTo>
                <a:moveTo>
                  <a:pt x="373" y="966"/>
                </a:moveTo>
                <a:lnTo>
                  <a:pt x="300" y="966"/>
                </a:lnTo>
                <a:lnTo>
                  <a:pt x="300" y="951"/>
                </a:lnTo>
                <a:lnTo>
                  <a:pt x="373" y="951"/>
                </a:lnTo>
                <a:lnTo>
                  <a:pt x="373" y="966"/>
                </a:lnTo>
                <a:moveTo>
                  <a:pt x="256" y="966"/>
                </a:moveTo>
                <a:lnTo>
                  <a:pt x="183" y="966"/>
                </a:lnTo>
                <a:lnTo>
                  <a:pt x="183" y="951"/>
                </a:lnTo>
                <a:lnTo>
                  <a:pt x="256" y="951"/>
                </a:lnTo>
                <a:lnTo>
                  <a:pt x="256" y="966"/>
                </a:lnTo>
                <a:moveTo>
                  <a:pt x="139" y="966"/>
                </a:moveTo>
                <a:lnTo>
                  <a:pt x="66" y="966"/>
                </a:lnTo>
                <a:lnTo>
                  <a:pt x="66" y="951"/>
                </a:lnTo>
                <a:lnTo>
                  <a:pt x="139" y="951"/>
                </a:lnTo>
                <a:lnTo>
                  <a:pt x="139" y="966"/>
                </a:lnTo>
                <a:moveTo>
                  <a:pt x="22" y="966"/>
                </a:moveTo>
                <a:lnTo>
                  <a:pt x="0" y="966"/>
                </a:lnTo>
                <a:lnTo>
                  <a:pt x="0" y="900"/>
                </a:lnTo>
                <a:lnTo>
                  <a:pt x="15" y="900"/>
                </a:lnTo>
                <a:lnTo>
                  <a:pt x="15" y="959"/>
                </a:lnTo>
                <a:lnTo>
                  <a:pt x="8" y="959"/>
                </a:lnTo>
                <a:lnTo>
                  <a:pt x="8" y="951"/>
                </a:lnTo>
                <a:lnTo>
                  <a:pt x="22" y="951"/>
                </a:lnTo>
                <a:lnTo>
                  <a:pt x="22" y="966"/>
                </a:lnTo>
                <a:moveTo>
                  <a:pt x="0" y="856"/>
                </a:moveTo>
                <a:lnTo>
                  <a:pt x="0" y="783"/>
                </a:lnTo>
                <a:lnTo>
                  <a:pt x="15" y="783"/>
                </a:lnTo>
                <a:lnTo>
                  <a:pt x="15" y="856"/>
                </a:lnTo>
                <a:lnTo>
                  <a:pt x="0" y="856"/>
                </a:lnTo>
                <a:moveTo>
                  <a:pt x="0" y="740"/>
                </a:moveTo>
                <a:lnTo>
                  <a:pt x="0" y="666"/>
                </a:lnTo>
                <a:lnTo>
                  <a:pt x="15" y="666"/>
                </a:lnTo>
                <a:lnTo>
                  <a:pt x="15" y="740"/>
                </a:lnTo>
                <a:lnTo>
                  <a:pt x="0" y="740"/>
                </a:lnTo>
                <a:moveTo>
                  <a:pt x="0" y="623"/>
                </a:moveTo>
                <a:lnTo>
                  <a:pt x="0" y="549"/>
                </a:lnTo>
                <a:lnTo>
                  <a:pt x="15" y="549"/>
                </a:lnTo>
                <a:lnTo>
                  <a:pt x="15" y="623"/>
                </a:lnTo>
                <a:lnTo>
                  <a:pt x="0" y="623"/>
                </a:lnTo>
                <a:moveTo>
                  <a:pt x="0" y="506"/>
                </a:moveTo>
                <a:lnTo>
                  <a:pt x="0" y="433"/>
                </a:lnTo>
                <a:lnTo>
                  <a:pt x="15" y="433"/>
                </a:lnTo>
                <a:lnTo>
                  <a:pt x="15" y="506"/>
                </a:lnTo>
                <a:lnTo>
                  <a:pt x="0" y="506"/>
                </a:lnTo>
                <a:moveTo>
                  <a:pt x="0" y="389"/>
                </a:moveTo>
                <a:lnTo>
                  <a:pt x="0" y="316"/>
                </a:lnTo>
                <a:lnTo>
                  <a:pt x="15" y="316"/>
                </a:lnTo>
                <a:lnTo>
                  <a:pt x="15" y="389"/>
                </a:lnTo>
                <a:lnTo>
                  <a:pt x="0" y="389"/>
                </a:lnTo>
                <a:moveTo>
                  <a:pt x="0" y="272"/>
                </a:moveTo>
                <a:lnTo>
                  <a:pt x="0" y="199"/>
                </a:lnTo>
                <a:lnTo>
                  <a:pt x="15" y="199"/>
                </a:lnTo>
                <a:lnTo>
                  <a:pt x="15" y="272"/>
                </a:lnTo>
                <a:lnTo>
                  <a:pt x="0" y="272"/>
                </a:lnTo>
                <a:moveTo>
                  <a:pt x="0" y="155"/>
                </a:moveTo>
                <a:lnTo>
                  <a:pt x="0" y="81"/>
                </a:lnTo>
                <a:lnTo>
                  <a:pt x="15" y="81"/>
                </a:lnTo>
                <a:lnTo>
                  <a:pt x="15" y="155"/>
                </a:lnTo>
                <a:lnTo>
                  <a:pt x="0" y="155"/>
                </a:lnTo>
                <a:moveTo>
                  <a:pt x="0" y="37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8" y="15"/>
                </a:lnTo>
                <a:lnTo>
                  <a:pt x="8" y="8"/>
                </a:lnTo>
                <a:lnTo>
                  <a:pt x="15" y="8"/>
                </a:lnTo>
                <a:lnTo>
                  <a:pt x="15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6757200" y="1906920"/>
            <a:ext cx="63360" cy="52920"/>
          </a:xfrm>
          <a:custGeom>
            <a:avLst/>
            <a:gdLst/>
            <a:ahLst/>
            <a:rect l="0" t="0" r="r" b="b"/>
            <a:pathLst>
              <a:path w="176" h="147">
                <a:moveTo>
                  <a:pt x="0" y="0"/>
                </a:moveTo>
                <a:lnTo>
                  <a:pt x="176" y="0"/>
                </a:lnTo>
                <a:lnTo>
                  <a:pt x="176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6757200" y="1925280"/>
            <a:ext cx="6300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2234880" y="208512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4725000" y="1901160"/>
            <a:ext cx="16070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4725000" y="1985760"/>
            <a:ext cx="872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2181960" y="2354040"/>
            <a:ext cx="2459160" cy="342360"/>
          </a:xfrm>
          <a:custGeom>
            <a:avLst/>
            <a:gdLst/>
            <a:ahLst/>
            <a:rect l="0" t="0" r="r" b="b"/>
            <a:pathLst>
              <a:path w="6831" h="951">
                <a:moveTo>
                  <a:pt x="0" y="0"/>
                </a:moveTo>
                <a:lnTo>
                  <a:pt x="6831" y="0"/>
                </a:lnTo>
                <a:lnTo>
                  <a:pt x="6831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2179440" y="2351520"/>
            <a:ext cx="2464200" cy="347760"/>
          </a:xfrm>
          <a:custGeom>
            <a:avLst/>
            <a:gdLst/>
            <a:ahLst/>
            <a:rect l="0" t="0" r="r" b="b"/>
            <a:pathLst>
              <a:path w="6845" h="966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4"/>
                </a:lnTo>
                <a:lnTo>
                  <a:pt x="4922" y="14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4"/>
                </a:lnTo>
                <a:lnTo>
                  <a:pt x="5039" y="14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4"/>
                </a:lnTo>
                <a:lnTo>
                  <a:pt x="5156" y="14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4"/>
                </a:lnTo>
                <a:lnTo>
                  <a:pt x="5273" y="14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4"/>
                </a:lnTo>
                <a:lnTo>
                  <a:pt x="5390" y="14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4"/>
                </a:lnTo>
                <a:lnTo>
                  <a:pt x="5507" y="14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4"/>
                </a:lnTo>
                <a:lnTo>
                  <a:pt x="5624" y="14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4"/>
                </a:lnTo>
                <a:lnTo>
                  <a:pt x="5741" y="14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4"/>
                </a:lnTo>
                <a:lnTo>
                  <a:pt x="5858" y="14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4"/>
                </a:lnTo>
                <a:lnTo>
                  <a:pt x="5975" y="14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4"/>
                </a:lnTo>
                <a:lnTo>
                  <a:pt x="6092" y="14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4"/>
                </a:lnTo>
                <a:lnTo>
                  <a:pt x="6209" y="14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4"/>
                </a:lnTo>
                <a:lnTo>
                  <a:pt x="6326" y="14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4"/>
                </a:lnTo>
                <a:lnTo>
                  <a:pt x="6443" y="14"/>
                </a:lnTo>
                <a:lnTo>
                  <a:pt x="6443" y="0"/>
                </a:lnTo>
                <a:moveTo>
                  <a:pt x="6560" y="0"/>
                </a:moveTo>
                <a:lnTo>
                  <a:pt x="6633" y="0"/>
                </a:lnTo>
                <a:lnTo>
                  <a:pt x="6633" y="14"/>
                </a:lnTo>
                <a:lnTo>
                  <a:pt x="6560" y="14"/>
                </a:lnTo>
                <a:lnTo>
                  <a:pt x="6560" y="0"/>
                </a:lnTo>
                <a:moveTo>
                  <a:pt x="6677" y="0"/>
                </a:moveTo>
                <a:lnTo>
                  <a:pt x="6750" y="0"/>
                </a:lnTo>
                <a:lnTo>
                  <a:pt x="6750" y="14"/>
                </a:lnTo>
                <a:lnTo>
                  <a:pt x="6677" y="14"/>
                </a:lnTo>
                <a:lnTo>
                  <a:pt x="6677" y="0"/>
                </a:lnTo>
                <a:moveTo>
                  <a:pt x="6794" y="0"/>
                </a:moveTo>
                <a:lnTo>
                  <a:pt x="6845" y="0"/>
                </a:lnTo>
                <a:lnTo>
                  <a:pt x="6845" y="36"/>
                </a:lnTo>
                <a:lnTo>
                  <a:pt x="6831" y="36"/>
                </a:lnTo>
                <a:lnTo>
                  <a:pt x="6831" y="7"/>
                </a:lnTo>
                <a:lnTo>
                  <a:pt x="6838" y="7"/>
                </a:lnTo>
                <a:lnTo>
                  <a:pt x="6838" y="14"/>
                </a:lnTo>
                <a:lnTo>
                  <a:pt x="6794" y="14"/>
                </a:lnTo>
                <a:lnTo>
                  <a:pt x="6794" y="0"/>
                </a:lnTo>
                <a:moveTo>
                  <a:pt x="6845" y="80"/>
                </a:moveTo>
                <a:lnTo>
                  <a:pt x="6845" y="153"/>
                </a:lnTo>
                <a:lnTo>
                  <a:pt x="6831" y="153"/>
                </a:lnTo>
                <a:lnTo>
                  <a:pt x="6831" y="80"/>
                </a:lnTo>
                <a:lnTo>
                  <a:pt x="6845" y="80"/>
                </a:lnTo>
                <a:moveTo>
                  <a:pt x="6845" y="197"/>
                </a:moveTo>
                <a:lnTo>
                  <a:pt x="6845" y="270"/>
                </a:lnTo>
                <a:lnTo>
                  <a:pt x="6831" y="270"/>
                </a:lnTo>
                <a:lnTo>
                  <a:pt x="6831" y="197"/>
                </a:lnTo>
                <a:lnTo>
                  <a:pt x="6845" y="197"/>
                </a:lnTo>
                <a:moveTo>
                  <a:pt x="6845" y="314"/>
                </a:moveTo>
                <a:lnTo>
                  <a:pt x="6845" y="387"/>
                </a:lnTo>
                <a:lnTo>
                  <a:pt x="6831" y="387"/>
                </a:lnTo>
                <a:lnTo>
                  <a:pt x="6831" y="314"/>
                </a:lnTo>
                <a:lnTo>
                  <a:pt x="6845" y="314"/>
                </a:lnTo>
                <a:moveTo>
                  <a:pt x="6845" y="431"/>
                </a:moveTo>
                <a:lnTo>
                  <a:pt x="6845" y="504"/>
                </a:lnTo>
                <a:lnTo>
                  <a:pt x="6831" y="504"/>
                </a:lnTo>
                <a:lnTo>
                  <a:pt x="6831" y="431"/>
                </a:lnTo>
                <a:lnTo>
                  <a:pt x="6845" y="431"/>
                </a:lnTo>
                <a:moveTo>
                  <a:pt x="6845" y="548"/>
                </a:moveTo>
                <a:lnTo>
                  <a:pt x="6845" y="621"/>
                </a:lnTo>
                <a:lnTo>
                  <a:pt x="6831" y="621"/>
                </a:lnTo>
                <a:lnTo>
                  <a:pt x="6831" y="548"/>
                </a:lnTo>
                <a:lnTo>
                  <a:pt x="6845" y="548"/>
                </a:lnTo>
                <a:moveTo>
                  <a:pt x="6845" y="665"/>
                </a:moveTo>
                <a:lnTo>
                  <a:pt x="6845" y="739"/>
                </a:lnTo>
                <a:lnTo>
                  <a:pt x="6831" y="739"/>
                </a:lnTo>
                <a:lnTo>
                  <a:pt x="6831" y="665"/>
                </a:lnTo>
                <a:lnTo>
                  <a:pt x="6845" y="665"/>
                </a:lnTo>
                <a:moveTo>
                  <a:pt x="6845" y="783"/>
                </a:moveTo>
                <a:lnTo>
                  <a:pt x="6845" y="856"/>
                </a:lnTo>
                <a:lnTo>
                  <a:pt x="6831" y="856"/>
                </a:lnTo>
                <a:lnTo>
                  <a:pt x="6831" y="783"/>
                </a:lnTo>
                <a:lnTo>
                  <a:pt x="6845" y="783"/>
                </a:lnTo>
                <a:moveTo>
                  <a:pt x="6845" y="900"/>
                </a:moveTo>
                <a:lnTo>
                  <a:pt x="6845" y="966"/>
                </a:lnTo>
                <a:lnTo>
                  <a:pt x="6823" y="966"/>
                </a:lnTo>
                <a:lnTo>
                  <a:pt x="6823" y="951"/>
                </a:lnTo>
                <a:lnTo>
                  <a:pt x="6838" y="951"/>
                </a:lnTo>
                <a:lnTo>
                  <a:pt x="6838" y="958"/>
                </a:lnTo>
                <a:lnTo>
                  <a:pt x="6831" y="958"/>
                </a:lnTo>
                <a:lnTo>
                  <a:pt x="6831" y="900"/>
                </a:lnTo>
                <a:lnTo>
                  <a:pt x="6845" y="900"/>
                </a:lnTo>
                <a:moveTo>
                  <a:pt x="6779" y="966"/>
                </a:moveTo>
                <a:lnTo>
                  <a:pt x="6706" y="966"/>
                </a:lnTo>
                <a:lnTo>
                  <a:pt x="6706" y="951"/>
                </a:lnTo>
                <a:lnTo>
                  <a:pt x="6779" y="951"/>
                </a:lnTo>
                <a:lnTo>
                  <a:pt x="6779" y="966"/>
                </a:lnTo>
                <a:moveTo>
                  <a:pt x="6662" y="966"/>
                </a:moveTo>
                <a:lnTo>
                  <a:pt x="6589" y="966"/>
                </a:lnTo>
                <a:lnTo>
                  <a:pt x="6589" y="951"/>
                </a:lnTo>
                <a:lnTo>
                  <a:pt x="6662" y="951"/>
                </a:lnTo>
                <a:lnTo>
                  <a:pt x="6662" y="966"/>
                </a:lnTo>
                <a:moveTo>
                  <a:pt x="6545" y="966"/>
                </a:moveTo>
                <a:lnTo>
                  <a:pt x="6472" y="966"/>
                </a:lnTo>
                <a:lnTo>
                  <a:pt x="6472" y="951"/>
                </a:lnTo>
                <a:lnTo>
                  <a:pt x="6545" y="951"/>
                </a:lnTo>
                <a:lnTo>
                  <a:pt x="6545" y="966"/>
                </a:lnTo>
                <a:moveTo>
                  <a:pt x="6428" y="966"/>
                </a:moveTo>
                <a:lnTo>
                  <a:pt x="6355" y="966"/>
                </a:lnTo>
                <a:lnTo>
                  <a:pt x="6355" y="951"/>
                </a:lnTo>
                <a:lnTo>
                  <a:pt x="6428" y="951"/>
                </a:lnTo>
                <a:lnTo>
                  <a:pt x="6428" y="966"/>
                </a:lnTo>
                <a:moveTo>
                  <a:pt x="6311" y="966"/>
                </a:moveTo>
                <a:lnTo>
                  <a:pt x="6238" y="966"/>
                </a:lnTo>
                <a:lnTo>
                  <a:pt x="6238" y="951"/>
                </a:lnTo>
                <a:lnTo>
                  <a:pt x="6311" y="951"/>
                </a:lnTo>
                <a:lnTo>
                  <a:pt x="6311" y="966"/>
                </a:lnTo>
                <a:moveTo>
                  <a:pt x="6194" y="966"/>
                </a:moveTo>
                <a:lnTo>
                  <a:pt x="6121" y="966"/>
                </a:lnTo>
                <a:lnTo>
                  <a:pt x="6121" y="951"/>
                </a:lnTo>
                <a:lnTo>
                  <a:pt x="6194" y="951"/>
                </a:lnTo>
                <a:lnTo>
                  <a:pt x="6194" y="966"/>
                </a:lnTo>
                <a:moveTo>
                  <a:pt x="6078" y="966"/>
                </a:moveTo>
                <a:lnTo>
                  <a:pt x="6004" y="966"/>
                </a:lnTo>
                <a:lnTo>
                  <a:pt x="6004" y="951"/>
                </a:lnTo>
                <a:lnTo>
                  <a:pt x="6078" y="951"/>
                </a:lnTo>
                <a:lnTo>
                  <a:pt x="6078" y="966"/>
                </a:lnTo>
                <a:moveTo>
                  <a:pt x="5961" y="966"/>
                </a:moveTo>
                <a:lnTo>
                  <a:pt x="5887" y="966"/>
                </a:lnTo>
                <a:lnTo>
                  <a:pt x="5887" y="951"/>
                </a:lnTo>
                <a:lnTo>
                  <a:pt x="5961" y="951"/>
                </a:lnTo>
                <a:lnTo>
                  <a:pt x="5961" y="966"/>
                </a:lnTo>
                <a:moveTo>
                  <a:pt x="5844" y="966"/>
                </a:moveTo>
                <a:lnTo>
                  <a:pt x="5770" y="966"/>
                </a:lnTo>
                <a:lnTo>
                  <a:pt x="5770" y="951"/>
                </a:lnTo>
                <a:lnTo>
                  <a:pt x="5844" y="951"/>
                </a:lnTo>
                <a:lnTo>
                  <a:pt x="5844" y="966"/>
                </a:lnTo>
                <a:moveTo>
                  <a:pt x="5727" y="966"/>
                </a:moveTo>
                <a:lnTo>
                  <a:pt x="5653" y="966"/>
                </a:lnTo>
                <a:lnTo>
                  <a:pt x="5653" y="951"/>
                </a:lnTo>
                <a:lnTo>
                  <a:pt x="5727" y="951"/>
                </a:lnTo>
                <a:lnTo>
                  <a:pt x="5727" y="966"/>
                </a:lnTo>
                <a:moveTo>
                  <a:pt x="5610" y="966"/>
                </a:moveTo>
                <a:lnTo>
                  <a:pt x="5536" y="966"/>
                </a:lnTo>
                <a:lnTo>
                  <a:pt x="5536" y="951"/>
                </a:lnTo>
                <a:lnTo>
                  <a:pt x="5610" y="951"/>
                </a:lnTo>
                <a:lnTo>
                  <a:pt x="5610" y="966"/>
                </a:lnTo>
                <a:moveTo>
                  <a:pt x="5493" y="966"/>
                </a:moveTo>
                <a:lnTo>
                  <a:pt x="5419" y="966"/>
                </a:lnTo>
                <a:lnTo>
                  <a:pt x="5419" y="951"/>
                </a:lnTo>
                <a:lnTo>
                  <a:pt x="5493" y="951"/>
                </a:lnTo>
                <a:lnTo>
                  <a:pt x="5493" y="966"/>
                </a:lnTo>
                <a:moveTo>
                  <a:pt x="5376" y="966"/>
                </a:moveTo>
                <a:lnTo>
                  <a:pt x="5302" y="966"/>
                </a:lnTo>
                <a:lnTo>
                  <a:pt x="5302" y="951"/>
                </a:lnTo>
                <a:lnTo>
                  <a:pt x="5376" y="951"/>
                </a:lnTo>
                <a:lnTo>
                  <a:pt x="5376" y="966"/>
                </a:lnTo>
                <a:moveTo>
                  <a:pt x="5259" y="966"/>
                </a:moveTo>
                <a:lnTo>
                  <a:pt x="5185" y="966"/>
                </a:lnTo>
                <a:lnTo>
                  <a:pt x="5185" y="951"/>
                </a:lnTo>
                <a:lnTo>
                  <a:pt x="5259" y="951"/>
                </a:lnTo>
                <a:lnTo>
                  <a:pt x="5259" y="966"/>
                </a:lnTo>
                <a:moveTo>
                  <a:pt x="5142" y="966"/>
                </a:moveTo>
                <a:lnTo>
                  <a:pt x="5068" y="966"/>
                </a:lnTo>
                <a:lnTo>
                  <a:pt x="5068" y="951"/>
                </a:lnTo>
                <a:lnTo>
                  <a:pt x="5142" y="951"/>
                </a:lnTo>
                <a:lnTo>
                  <a:pt x="5142" y="966"/>
                </a:lnTo>
                <a:moveTo>
                  <a:pt x="5025" y="966"/>
                </a:moveTo>
                <a:lnTo>
                  <a:pt x="4951" y="966"/>
                </a:lnTo>
                <a:lnTo>
                  <a:pt x="4951" y="951"/>
                </a:lnTo>
                <a:lnTo>
                  <a:pt x="5025" y="951"/>
                </a:lnTo>
                <a:lnTo>
                  <a:pt x="5025" y="966"/>
                </a:lnTo>
                <a:moveTo>
                  <a:pt x="4908" y="966"/>
                </a:moveTo>
                <a:lnTo>
                  <a:pt x="4834" y="966"/>
                </a:lnTo>
                <a:lnTo>
                  <a:pt x="4834" y="951"/>
                </a:lnTo>
                <a:lnTo>
                  <a:pt x="4908" y="951"/>
                </a:lnTo>
                <a:lnTo>
                  <a:pt x="4908" y="966"/>
                </a:lnTo>
                <a:moveTo>
                  <a:pt x="4791" y="966"/>
                </a:moveTo>
                <a:lnTo>
                  <a:pt x="4717" y="966"/>
                </a:lnTo>
                <a:lnTo>
                  <a:pt x="4717" y="951"/>
                </a:lnTo>
                <a:lnTo>
                  <a:pt x="4791" y="951"/>
                </a:lnTo>
                <a:lnTo>
                  <a:pt x="4791" y="966"/>
                </a:lnTo>
                <a:moveTo>
                  <a:pt x="4674" y="966"/>
                </a:moveTo>
                <a:lnTo>
                  <a:pt x="4600" y="966"/>
                </a:lnTo>
                <a:lnTo>
                  <a:pt x="4600" y="951"/>
                </a:lnTo>
                <a:lnTo>
                  <a:pt x="4674" y="951"/>
                </a:lnTo>
                <a:lnTo>
                  <a:pt x="4674" y="966"/>
                </a:lnTo>
                <a:moveTo>
                  <a:pt x="4557" y="966"/>
                </a:moveTo>
                <a:lnTo>
                  <a:pt x="4483" y="966"/>
                </a:lnTo>
                <a:lnTo>
                  <a:pt x="4483" y="951"/>
                </a:lnTo>
                <a:lnTo>
                  <a:pt x="4557" y="951"/>
                </a:lnTo>
                <a:lnTo>
                  <a:pt x="4557" y="966"/>
                </a:lnTo>
                <a:moveTo>
                  <a:pt x="4440" y="966"/>
                </a:moveTo>
                <a:lnTo>
                  <a:pt x="4366" y="966"/>
                </a:lnTo>
                <a:lnTo>
                  <a:pt x="4366" y="951"/>
                </a:lnTo>
                <a:lnTo>
                  <a:pt x="4440" y="951"/>
                </a:lnTo>
                <a:lnTo>
                  <a:pt x="4440" y="966"/>
                </a:lnTo>
                <a:moveTo>
                  <a:pt x="4323" y="966"/>
                </a:moveTo>
                <a:lnTo>
                  <a:pt x="4249" y="966"/>
                </a:lnTo>
                <a:lnTo>
                  <a:pt x="4249" y="951"/>
                </a:lnTo>
                <a:lnTo>
                  <a:pt x="4323" y="951"/>
                </a:lnTo>
                <a:lnTo>
                  <a:pt x="4323" y="966"/>
                </a:lnTo>
                <a:moveTo>
                  <a:pt x="4205" y="966"/>
                </a:moveTo>
                <a:lnTo>
                  <a:pt x="4131" y="966"/>
                </a:lnTo>
                <a:lnTo>
                  <a:pt x="4131" y="951"/>
                </a:lnTo>
                <a:lnTo>
                  <a:pt x="4205" y="951"/>
                </a:lnTo>
                <a:lnTo>
                  <a:pt x="4205" y="966"/>
                </a:lnTo>
                <a:moveTo>
                  <a:pt x="4088" y="966"/>
                </a:moveTo>
                <a:lnTo>
                  <a:pt x="4015" y="966"/>
                </a:lnTo>
                <a:lnTo>
                  <a:pt x="4015" y="951"/>
                </a:lnTo>
                <a:lnTo>
                  <a:pt x="4088" y="951"/>
                </a:lnTo>
                <a:lnTo>
                  <a:pt x="4088" y="966"/>
                </a:lnTo>
                <a:moveTo>
                  <a:pt x="3971" y="966"/>
                </a:moveTo>
                <a:lnTo>
                  <a:pt x="3898" y="966"/>
                </a:lnTo>
                <a:lnTo>
                  <a:pt x="3898" y="951"/>
                </a:lnTo>
                <a:lnTo>
                  <a:pt x="3971" y="951"/>
                </a:lnTo>
                <a:lnTo>
                  <a:pt x="3971" y="966"/>
                </a:lnTo>
                <a:moveTo>
                  <a:pt x="3854" y="966"/>
                </a:moveTo>
                <a:lnTo>
                  <a:pt x="3781" y="966"/>
                </a:lnTo>
                <a:lnTo>
                  <a:pt x="3781" y="951"/>
                </a:lnTo>
                <a:lnTo>
                  <a:pt x="3854" y="951"/>
                </a:lnTo>
                <a:lnTo>
                  <a:pt x="3854" y="966"/>
                </a:lnTo>
                <a:moveTo>
                  <a:pt x="3737" y="966"/>
                </a:moveTo>
                <a:lnTo>
                  <a:pt x="3664" y="966"/>
                </a:lnTo>
                <a:lnTo>
                  <a:pt x="3664" y="951"/>
                </a:lnTo>
                <a:lnTo>
                  <a:pt x="3737" y="951"/>
                </a:lnTo>
                <a:lnTo>
                  <a:pt x="3737" y="966"/>
                </a:lnTo>
                <a:moveTo>
                  <a:pt x="3620" y="966"/>
                </a:moveTo>
                <a:lnTo>
                  <a:pt x="3547" y="966"/>
                </a:lnTo>
                <a:lnTo>
                  <a:pt x="3547" y="951"/>
                </a:lnTo>
                <a:lnTo>
                  <a:pt x="3620" y="951"/>
                </a:lnTo>
                <a:lnTo>
                  <a:pt x="3620" y="966"/>
                </a:lnTo>
                <a:moveTo>
                  <a:pt x="3503" y="966"/>
                </a:moveTo>
                <a:lnTo>
                  <a:pt x="3430" y="966"/>
                </a:lnTo>
                <a:lnTo>
                  <a:pt x="3430" y="951"/>
                </a:lnTo>
                <a:lnTo>
                  <a:pt x="3503" y="951"/>
                </a:lnTo>
                <a:lnTo>
                  <a:pt x="3503" y="966"/>
                </a:lnTo>
                <a:moveTo>
                  <a:pt x="3386" y="966"/>
                </a:moveTo>
                <a:lnTo>
                  <a:pt x="3313" y="966"/>
                </a:lnTo>
                <a:lnTo>
                  <a:pt x="3313" y="951"/>
                </a:lnTo>
                <a:lnTo>
                  <a:pt x="3386" y="951"/>
                </a:lnTo>
                <a:lnTo>
                  <a:pt x="3386" y="966"/>
                </a:lnTo>
                <a:moveTo>
                  <a:pt x="3269" y="966"/>
                </a:moveTo>
                <a:lnTo>
                  <a:pt x="3196" y="966"/>
                </a:lnTo>
                <a:lnTo>
                  <a:pt x="3196" y="951"/>
                </a:lnTo>
                <a:lnTo>
                  <a:pt x="3269" y="951"/>
                </a:lnTo>
                <a:lnTo>
                  <a:pt x="3269" y="966"/>
                </a:lnTo>
                <a:moveTo>
                  <a:pt x="3152" y="966"/>
                </a:moveTo>
                <a:lnTo>
                  <a:pt x="3079" y="966"/>
                </a:lnTo>
                <a:lnTo>
                  <a:pt x="3079" y="951"/>
                </a:lnTo>
                <a:lnTo>
                  <a:pt x="3152" y="951"/>
                </a:lnTo>
                <a:lnTo>
                  <a:pt x="3152" y="966"/>
                </a:lnTo>
                <a:moveTo>
                  <a:pt x="3035" y="966"/>
                </a:moveTo>
                <a:lnTo>
                  <a:pt x="2962" y="966"/>
                </a:lnTo>
                <a:lnTo>
                  <a:pt x="2962" y="951"/>
                </a:lnTo>
                <a:lnTo>
                  <a:pt x="3035" y="951"/>
                </a:lnTo>
                <a:lnTo>
                  <a:pt x="3035" y="966"/>
                </a:lnTo>
                <a:moveTo>
                  <a:pt x="2918" y="966"/>
                </a:moveTo>
                <a:lnTo>
                  <a:pt x="2845" y="966"/>
                </a:lnTo>
                <a:lnTo>
                  <a:pt x="2845" y="951"/>
                </a:lnTo>
                <a:lnTo>
                  <a:pt x="2918" y="951"/>
                </a:lnTo>
                <a:lnTo>
                  <a:pt x="2918" y="966"/>
                </a:lnTo>
                <a:moveTo>
                  <a:pt x="2801" y="966"/>
                </a:moveTo>
                <a:lnTo>
                  <a:pt x="2728" y="966"/>
                </a:lnTo>
                <a:lnTo>
                  <a:pt x="2728" y="951"/>
                </a:lnTo>
                <a:lnTo>
                  <a:pt x="2801" y="951"/>
                </a:lnTo>
                <a:lnTo>
                  <a:pt x="2801" y="966"/>
                </a:lnTo>
                <a:moveTo>
                  <a:pt x="2684" y="966"/>
                </a:moveTo>
                <a:lnTo>
                  <a:pt x="2611" y="966"/>
                </a:lnTo>
                <a:lnTo>
                  <a:pt x="2611" y="951"/>
                </a:lnTo>
                <a:lnTo>
                  <a:pt x="2684" y="951"/>
                </a:lnTo>
                <a:lnTo>
                  <a:pt x="2684" y="966"/>
                </a:lnTo>
                <a:moveTo>
                  <a:pt x="2567" y="966"/>
                </a:moveTo>
                <a:lnTo>
                  <a:pt x="2494" y="966"/>
                </a:lnTo>
                <a:lnTo>
                  <a:pt x="2494" y="951"/>
                </a:lnTo>
                <a:lnTo>
                  <a:pt x="2567" y="951"/>
                </a:lnTo>
                <a:lnTo>
                  <a:pt x="2567" y="966"/>
                </a:lnTo>
                <a:moveTo>
                  <a:pt x="2450" y="966"/>
                </a:moveTo>
                <a:lnTo>
                  <a:pt x="2377" y="966"/>
                </a:lnTo>
                <a:lnTo>
                  <a:pt x="2377" y="951"/>
                </a:lnTo>
                <a:lnTo>
                  <a:pt x="2450" y="951"/>
                </a:lnTo>
                <a:lnTo>
                  <a:pt x="2450" y="966"/>
                </a:lnTo>
                <a:moveTo>
                  <a:pt x="2333" y="966"/>
                </a:moveTo>
                <a:lnTo>
                  <a:pt x="2260" y="966"/>
                </a:lnTo>
                <a:lnTo>
                  <a:pt x="2260" y="951"/>
                </a:lnTo>
                <a:lnTo>
                  <a:pt x="2333" y="951"/>
                </a:lnTo>
                <a:lnTo>
                  <a:pt x="2333" y="966"/>
                </a:lnTo>
                <a:moveTo>
                  <a:pt x="2216" y="966"/>
                </a:moveTo>
                <a:lnTo>
                  <a:pt x="2143" y="966"/>
                </a:lnTo>
                <a:lnTo>
                  <a:pt x="2143" y="951"/>
                </a:lnTo>
                <a:lnTo>
                  <a:pt x="2216" y="951"/>
                </a:lnTo>
                <a:lnTo>
                  <a:pt x="2216" y="966"/>
                </a:lnTo>
                <a:moveTo>
                  <a:pt x="2099" y="966"/>
                </a:moveTo>
                <a:lnTo>
                  <a:pt x="2026" y="966"/>
                </a:lnTo>
                <a:lnTo>
                  <a:pt x="2026" y="951"/>
                </a:lnTo>
                <a:lnTo>
                  <a:pt x="2099" y="951"/>
                </a:lnTo>
                <a:lnTo>
                  <a:pt x="2099" y="966"/>
                </a:lnTo>
                <a:moveTo>
                  <a:pt x="1982" y="966"/>
                </a:moveTo>
                <a:lnTo>
                  <a:pt x="1909" y="966"/>
                </a:lnTo>
                <a:lnTo>
                  <a:pt x="1909" y="951"/>
                </a:lnTo>
                <a:lnTo>
                  <a:pt x="1982" y="951"/>
                </a:lnTo>
                <a:lnTo>
                  <a:pt x="1982" y="966"/>
                </a:lnTo>
                <a:moveTo>
                  <a:pt x="1865" y="966"/>
                </a:moveTo>
                <a:lnTo>
                  <a:pt x="1792" y="966"/>
                </a:lnTo>
                <a:lnTo>
                  <a:pt x="1792" y="951"/>
                </a:lnTo>
                <a:lnTo>
                  <a:pt x="1865" y="951"/>
                </a:lnTo>
                <a:lnTo>
                  <a:pt x="1865" y="966"/>
                </a:lnTo>
                <a:moveTo>
                  <a:pt x="1748" y="966"/>
                </a:moveTo>
                <a:lnTo>
                  <a:pt x="1675" y="966"/>
                </a:lnTo>
                <a:lnTo>
                  <a:pt x="1675" y="951"/>
                </a:lnTo>
                <a:lnTo>
                  <a:pt x="1748" y="951"/>
                </a:lnTo>
                <a:lnTo>
                  <a:pt x="1748" y="966"/>
                </a:lnTo>
                <a:moveTo>
                  <a:pt x="1631" y="966"/>
                </a:moveTo>
                <a:lnTo>
                  <a:pt x="1558" y="966"/>
                </a:lnTo>
                <a:lnTo>
                  <a:pt x="1558" y="951"/>
                </a:lnTo>
                <a:lnTo>
                  <a:pt x="1631" y="951"/>
                </a:lnTo>
                <a:lnTo>
                  <a:pt x="1631" y="966"/>
                </a:lnTo>
                <a:moveTo>
                  <a:pt x="1514" y="966"/>
                </a:moveTo>
                <a:lnTo>
                  <a:pt x="1441" y="966"/>
                </a:lnTo>
                <a:lnTo>
                  <a:pt x="1441" y="951"/>
                </a:lnTo>
                <a:lnTo>
                  <a:pt x="1514" y="951"/>
                </a:lnTo>
                <a:lnTo>
                  <a:pt x="1514" y="966"/>
                </a:lnTo>
                <a:moveTo>
                  <a:pt x="1397" y="966"/>
                </a:moveTo>
                <a:lnTo>
                  <a:pt x="1324" y="966"/>
                </a:lnTo>
                <a:lnTo>
                  <a:pt x="1324" y="951"/>
                </a:lnTo>
                <a:lnTo>
                  <a:pt x="1397" y="951"/>
                </a:lnTo>
                <a:lnTo>
                  <a:pt x="1397" y="966"/>
                </a:lnTo>
                <a:moveTo>
                  <a:pt x="1280" y="966"/>
                </a:moveTo>
                <a:lnTo>
                  <a:pt x="1207" y="966"/>
                </a:lnTo>
                <a:lnTo>
                  <a:pt x="1207" y="951"/>
                </a:lnTo>
                <a:lnTo>
                  <a:pt x="1280" y="951"/>
                </a:lnTo>
                <a:lnTo>
                  <a:pt x="1280" y="966"/>
                </a:lnTo>
                <a:moveTo>
                  <a:pt x="1163" y="966"/>
                </a:moveTo>
                <a:lnTo>
                  <a:pt x="1090" y="966"/>
                </a:lnTo>
                <a:lnTo>
                  <a:pt x="1090" y="951"/>
                </a:lnTo>
                <a:lnTo>
                  <a:pt x="1163" y="951"/>
                </a:lnTo>
                <a:lnTo>
                  <a:pt x="1163" y="966"/>
                </a:lnTo>
                <a:moveTo>
                  <a:pt x="1046" y="966"/>
                </a:moveTo>
                <a:lnTo>
                  <a:pt x="973" y="966"/>
                </a:lnTo>
                <a:lnTo>
                  <a:pt x="973" y="951"/>
                </a:lnTo>
                <a:lnTo>
                  <a:pt x="1046" y="951"/>
                </a:lnTo>
                <a:lnTo>
                  <a:pt x="1046" y="966"/>
                </a:lnTo>
                <a:moveTo>
                  <a:pt x="929" y="966"/>
                </a:moveTo>
                <a:lnTo>
                  <a:pt x="856" y="966"/>
                </a:lnTo>
                <a:lnTo>
                  <a:pt x="856" y="951"/>
                </a:lnTo>
                <a:lnTo>
                  <a:pt x="929" y="951"/>
                </a:lnTo>
                <a:lnTo>
                  <a:pt x="929" y="966"/>
                </a:lnTo>
                <a:moveTo>
                  <a:pt x="812" y="966"/>
                </a:moveTo>
                <a:lnTo>
                  <a:pt x="739" y="966"/>
                </a:lnTo>
                <a:lnTo>
                  <a:pt x="739" y="951"/>
                </a:lnTo>
                <a:lnTo>
                  <a:pt x="812" y="951"/>
                </a:lnTo>
                <a:lnTo>
                  <a:pt x="812" y="966"/>
                </a:lnTo>
                <a:moveTo>
                  <a:pt x="695" y="966"/>
                </a:moveTo>
                <a:lnTo>
                  <a:pt x="622" y="966"/>
                </a:lnTo>
                <a:lnTo>
                  <a:pt x="622" y="951"/>
                </a:lnTo>
                <a:lnTo>
                  <a:pt x="695" y="951"/>
                </a:lnTo>
                <a:lnTo>
                  <a:pt x="695" y="966"/>
                </a:lnTo>
                <a:moveTo>
                  <a:pt x="578" y="966"/>
                </a:moveTo>
                <a:lnTo>
                  <a:pt x="505" y="966"/>
                </a:lnTo>
                <a:lnTo>
                  <a:pt x="505" y="951"/>
                </a:lnTo>
                <a:lnTo>
                  <a:pt x="578" y="951"/>
                </a:lnTo>
                <a:lnTo>
                  <a:pt x="578" y="966"/>
                </a:lnTo>
                <a:moveTo>
                  <a:pt x="461" y="966"/>
                </a:moveTo>
                <a:lnTo>
                  <a:pt x="388" y="966"/>
                </a:lnTo>
                <a:lnTo>
                  <a:pt x="388" y="951"/>
                </a:lnTo>
                <a:lnTo>
                  <a:pt x="461" y="951"/>
                </a:lnTo>
                <a:lnTo>
                  <a:pt x="461" y="966"/>
                </a:lnTo>
                <a:moveTo>
                  <a:pt x="344" y="966"/>
                </a:moveTo>
                <a:lnTo>
                  <a:pt x="271" y="966"/>
                </a:lnTo>
                <a:lnTo>
                  <a:pt x="271" y="951"/>
                </a:lnTo>
                <a:lnTo>
                  <a:pt x="344" y="951"/>
                </a:lnTo>
                <a:lnTo>
                  <a:pt x="344" y="966"/>
                </a:lnTo>
                <a:moveTo>
                  <a:pt x="227" y="966"/>
                </a:moveTo>
                <a:lnTo>
                  <a:pt x="154" y="966"/>
                </a:lnTo>
                <a:lnTo>
                  <a:pt x="154" y="951"/>
                </a:lnTo>
                <a:lnTo>
                  <a:pt x="227" y="951"/>
                </a:lnTo>
                <a:lnTo>
                  <a:pt x="227" y="966"/>
                </a:lnTo>
                <a:moveTo>
                  <a:pt x="110" y="966"/>
                </a:moveTo>
                <a:lnTo>
                  <a:pt x="37" y="966"/>
                </a:lnTo>
                <a:lnTo>
                  <a:pt x="37" y="951"/>
                </a:lnTo>
                <a:lnTo>
                  <a:pt x="110" y="951"/>
                </a:lnTo>
                <a:lnTo>
                  <a:pt x="110" y="966"/>
                </a:lnTo>
                <a:moveTo>
                  <a:pt x="0" y="944"/>
                </a:moveTo>
                <a:lnTo>
                  <a:pt x="0" y="871"/>
                </a:lnTo>
                <a:lnTo>
                  <a:pt x="15" y="871"/>
                </a:lnTo>
                <a:lnTo>
                  <a:pt x="15" y="944"/>
                </a:lnTo>
                <a:lnTo>
                  <a:pt x="0" y="944"/>
                </a:lnTo>
                <a:moveTo>
                  <a:pt x="0" y="827"/>
                </a:moveTo>
                <a:lnTo>
                  <a:pt x="0" y="754"/>
                </a:lnTo>
                <a:lnTo>
                  <a:pt x="15" y="754"/>
                </a:lnTo>
                <a:lnTo>
                  <a:pt x="15" y="827"/>
                </a:lnTo>
                <a:lnTo>
                  <a:pt x="0" y="827"/>
                </a:lnTo>
                <a:moveTo>
                  <a:pt x="0" y="710"/>
                </a:moveTo>
                <a:lnTo>
                  <a:pt x="0" y="636"/>
                </a:lnTo>
                <a:lnTo>
                  <a:pt x="15" y="636"/>
                </a:lnTo>
                <a:lnTo>
                  <a:pt x="15" y="710"/>
                </a:lnTo>
                <a:lnTo>
                  <a:pt x="0" y="710"/>
                </a:lnTo>
                <a:moveTo>
                  <a:pt x="0" y="592"/>
                </a:moveTo>
                <a:lnTo>
                  <a:pt x="0" y="519"/>
                </a:lnTo>
                <a:lnTo>
                  <a:pt x="15" y="519"/>
                </a:lnTo>
                <a:lnTo>
                  <a:pt x="15" y="592"/>
                </a:lnTo>
                <a:lnTo>
                  <a:pt x="0" y="592"/>
                </a:lnTo>
                <a:moveTo>
                  <a:pt x="0" y="475"/>
                </a:moveTo>
                <a:lnTo>
                  <a:pt x="0" y="402"/>
                </a:lnTo>
                <a:lnTo>
                  <a:pt x="15" y="402"/>
                </a:lnTo>
                <a:lnTo>
                  <a:pt x="15" y="475"/>
                </a:lnTo>
                <a:lnTo>
                  <a:pt x="0" y="475"/>
                </a:lnTo>
                <a:moveTo>
                  <a:pt x="0" y="358"/>
                </a:moveTo>
                <a:lnTo>
                  <a:pt x="0" y="285"/>
                </a:lnTo>
                <a:lnTo>
                  <a:pt x="15" y="285"/>
                </a:lnTo>
                <a:lnTo>
                  <a:pt x="15" y="358"/>
                </a:lnTo>
                <a:lnTo>
                  <a:pt x="0" y="358"/>
                </a:lnTo>
                <a:moveTo>
                  <a:pt x="0" y="241"/>
                </a:moveTo>
                <a:lnTo>
                  <a:pt x="0" y="168"/>
                </a:lnTo>
                <a:lnTo>
                  <a:pt x="15" y="168"/>
                </a:lnTo>
                <a:lnTo>
                  <a:pt x="15" y="241"/>
                </a:lnTo>
                <a:lnTo>
                  <a:pt x="0" y="241"/>
                </a:lnTo>
                <a:moveTo>
                  <a:pt x="0" y="124"/>
                </a:moveTo>
                <a:lnTo>
                  <a:pt x="0" y="51"/>
                </a:lnTo>
                <a:lnTo>
                  <a:pt x="15" y="51"/>
                </a:lnTo>
                <a:lnTo>
                  <a:pt x="15" y="124"/>
                </a:lnTo>
                <a:lnTo>
                  <a:pt x="0" y="124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4535280" y="239616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535280" y="24145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4725000" y="208512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2234880" y="2390400"/>
            <a:ext cx="6865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2234880" y="2475360"/>
            <a:ext cx="2081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4767120" y="235404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4764600" y="2351520"/>
            <a:ext cx="1784880" cy="347760"/>
          </a:xfrm>
          <a:custGeom>
            <a:avLst/>
            <a:gdLst/>
            <a:ahLst/>
            <a:rect l="0" t="0" r="r" b="b"/>
            <a:pathLst>
              <a:path w="4958" h="966">
                <a:moveTo>
                  <a:pt x="124" y="0"/>
                </a:moveTo>
                <a:lnTo>
                  <a:pt x="197" y="0"/>
                </a:lnTo>
                <a:lnTo>
                  <a:pt x="197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4" y="0"/>
                </a:lnTo>
                <a:lnTo>
                  <a:pt x="314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1" y="0"/>
                </a:lnTo>
                <a:lnTo>
                  <a:pt x="431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8" y="0"/>
                </a:lnTo>
                <a:lnTo>
                  <a:pt x="548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5" y="0"/>
                </a:lnTo>
                <a:lnTo>
                  <a:pt x="665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2" y="0"/>
                </a:lnTo>
                <a:lnTo>
                  <a:pt x="782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899" y="0"/>
                </a:lnTo>
                <a:lnTo>
                  <a:pt x="899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6" y="0"/>
                </a:lnTo>
                <a:lnTo>
                  <a:pt x="1016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3" y="0"/>
                </a:lnTo>
                <a:lnTo>
                  <a:pt x="1133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0" y="0"/>
                </a:lnTo>
                <a:lnTo>
                  <a:pt x="1250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7" y="0"/>
                </a:lnTo>
                <a:lnTo>
                  <a:pt x="1367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4" y="0"/>
                </a:lnTo>
                <a:lnTo>
                  <a:pt x="1484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1" y="0"/>
                </a:lnTo>
                <a:lnTo>
                  <a:pt x="1601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8" y="0"/>
                </a:lnTo>
                <a:lnTo>
                  <a:pt x="1718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5" y="0"/>
                </a:lnTo>
                <a:lnTo>
                  <a:pt x="1835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6" y="0"/>
                </a:lnTo>
                <a:lnTo>
                  <a:pt x="4176" y="14"/>
                </a:lnTo>
                <a:lnTo>
                  <a:pt x="4102" y="14"/>
                </a:lnTo>
                <a:lnTo>
                  <a:pt x="4102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8" y="0"/>
                </a:lnTo>
                <a:lnTo>
                  <a:pt x="4958" y="51"/>
                </a:lnTo>
                <a:lnTo>
                  <a:pt x="4944" y="51"/>
                </a:lnTo>
                <a:lnTo>
                  <a:pt x="4944" y="7"/>
                </a:lnTo>
                <a:lnTo>
                  <a:pt x="4951" y="7"/>
                </a:lnTo>
                <a:lnTo>
                  <a:pt x="4951" y="14"/>
                </a:lnTo>
                <a:lnTo>
                  <a:pt x="4922" y="14"/>
                </a:lnTo>
                <a:lnTo>
                  <a:pt x="4922" y="0"/>
                </a:lnTo>
                <a:moveTo>
                  <a:pt x="4958" y="95"/>
                </a:moveTo>
                <a:lnTo>
                  <a:pt x="4958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8" y="95"/>
                </a:lnTo>
                <a:moveTo>
                  <a:pt x="4958" y="212"/>
                </a:moveTo>
                <a:lnTo>
                  <a:pt x="4958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8" y="212"/>
                </a:lnTo>
                <a:moveTo>
                  <a:pt x="4958" y="329"/>
                </a:moveTo>
                <a:lnTo>
                  <a:pt x="4958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8" y="329"/>
                </a:lnTo>
                <a:moveTo>
                  <a:pt x="4958" y="446"/>
                </a:moveTo>
                <a:lnTo>
                  <a:pt x="4958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8" y="446"/>
                </a:lnTo>
                <a:moveTo>
                  <a:pt x="4958" y="563"/>
                </a:moveTo>
                <a:lnTo>
                  <a:pt x="4958" y="636"/>
                </a:lnTo>
                <a:lnTo>
                  <a:pt x="4944" y="636"/>
                </a:lnTo>
                <a:lnTo>
                  <a:pt x="4944" y="563"/>
                </a:lnTo>
                <a:lnTo>
                  <a:pt x="4958" y="563"/>
                </a:lnTo>
                <a:moveTo>
                  <a:pt x="4958" y="680"/>
                </a:moveTo>
                <a:lnTo>
                  <a:pt x="4958" y="754"/>
                </a:lnTo>
                <a:lnTo>
                  <a:pt x="4944" y="754"/>
                </a:lnTo>
                <a:lnTo>
                  <a:pt x="4944" y="680"/>
                </a:lnTo>
                <a:lnTo>
                  <a:pt x="4958" y="680"/>
                </a:lnTo>
                <a:moveTo>
                  <a:pt x="4958" y="797"/>
                </a:moveTo>
                <a:lnTo>
                  <a:pt x="4958" y="871"/>
                </a:lnTo>
                <a:lnTo>
                  <a:pt x="4944" y="871"/>
                </a:lnTo>
                <a:lnTo>
                  <a:pt x="4944" y="797"/>
                </a:lnTo>
                <a:lnTo>
                  <a:pt x="4958" y="797"/>
                </a:lnTo>
                <a:moveTo>
                  <a:pt x="4958" y="914"/>
                </a:moveTo>
                <a:lnTo>
                  <a:pt x="4958" y="966"/>
                </a:lnTo>
                <a:lnTo>
                  <a:pt x="4922" y="966"/>
                </a:lnTo>
                <a:lnTo>
                  <a:pt x="4922" y="951"/>
                </a:lnTo>
                <a:lnTo>
                  <a:pt x="4951" y="951"/>
                </a:lnTo>
                <a:lnTo>
                  <a:pt x="4951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8" y="914"/>
                </a:lnTo>
                <a:moveTo>
                  <a:pt x="4878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8" y="951"/>
                </a:lnTo>
                <a:lnTo>
                  <a:pt x="4878" y="966"/>
                </a:lnTo>
                <a:moveTo>
                  <a:pt x="4761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1" y="951"/>
                </a:lnTo>
                <a:lnTo>
                  <a:pt x="4761" y="966"/>
                </a:lnTo>
                <a:moveTo>
                  <a:pt x="4644" y="966"/>
                </a:moveTo>
                <a:lnTo>
                  <a:pt x="4571" y="966"/>
                </a:lnTo>
                <a:lnTo>
                  <a:pt x="4571" y="951"/>
                </a:lnTo>
                <a:lnTo>
                  <a:pt x="4644" y="951"/>
                </a:lnTo>
                <a:lnTo>
                  <a:pt x="4644" y="966"/>
                </a:lnTo>
                <a:moveTo>
                  <a:pt x="4527" y="966"/>
                </a:moveTo>
                <a:lnTo>
                  <a:pt x="4454" y="966"/>
                </a:lnTo>
                <a:lnTo>
                  <a:pt x="4454" y="951"/>
                </a:lnTo>
                <a:lnTo>
                  <a:pt x="4527" y="951"/>
                </a:lnTo>
                <a:lnTo>
                  <a:pt x="4527" y="966"/>
                </a:lnTo>
                <a:moveTo>
                  <a:pt x="4410" y="966"/>
                </a:moveTo>
                <a:lnTo>
                  <a:pt x="4337" y="966"/>
                </a:lnTo>
                <a:lnTo>
                  <a:pt x="4337" y="951"/>
                </a:lnTo>
                <a:lnTo>
                  <a:pt x="4410" y="951"/>
                </a:lnTo>
                <a:lnTo>
                  <a:pt x="4410" y="966"/>
                </a:lnTo>
                <a:moveTo>
                  <a:pt x="4293" y="966"/>
                </a:moveTo>
                <a:lnTo>
                  <a:pt x="4220" y="966"/>
                </a:lnTo>
                <a:lnTo>
                  <a:pt x="4220" y="951"/>
                </a:lnTo>
                <a:lnTo>
                  <a:pt x="4293" y="951"/>
                </a:lnTo>
                <a:lnTo>
                  <a:pt x="4293" y="966"/>
                </a:lnTo>
                <a:moveTo>
                  <a:pt x="4176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6" y="951"/>
                </a:lnTo>
                <a:lnTo>
                  <a:pt x="4176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5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5" y="951"/>
                </a:lnTo>
                <a:lnTo>
                  <a:pt x="1835" y="966"/>
                </a:lnTo>
                <a:moveTo>
                  <a:pt x="1718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8" y="951"/>
                </a:lnTo>
                <a:lnTo>
                  <a:pt x="1718" y="966"/>
                </a:lnTo>
                <a:moveTo>
                  <a:pt x="1601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1" y="951"/>
                </a:lnTo>
                <a:lnTo>
                  <a:pt x="1601" y="966"/>
                </a:lnTo>
                <a:moveTo>
                  <a:pt x="1484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4" y="951"/>
                </a:lnTo>
                <a:lnTo>
                  <a:pt x="1484" y="966"/>
                </a:lnTo>
                <a:moveTo>
                  <a:pt x="1367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7" y="951"/>
                </a:lnTo>
                <a:lnTo>
                  <a:pt x="1367" y="966"/>
                </a:lnTo>
                <a:moveTo>
                  <a:pt x="1250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0" y="951"/>
                </a:lnTo>
                <a:lnTo>
                  <a:pt x="1250" y="966"/>
                </a:lnTo>
                <a:moveTo>
                  <a:pt x="1133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3" y="951"/>
                </a:lnTo>
                <a:lnTo>
                  <a:pt x="1133" y="966"/>
                </a:lnTo>
                <a:moveTo>
                  <a:pt x="1016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6" y="951"/>
                </a:lnTo>
                <a:lnTo>
                  <a:pt x="1016" y="966"/>
                </a:lnTo>
                <a:moveTo>
                  <a:pt x="899" y="966"/>
                </a:moveTo>
                <a:lnTo>
                  <a:pt x="826" y="966"/>
                </a:lnTo>
                <a:lnTo>
                  <a:pt x="826" y="951"/>
                </a:lnTo>
                <a:lnTo>
                  <a:pt x="899" y="951"/>
                </a:lnTo>
                <a:lnTo>
                  <a:pt x="899" y="966"/>
                </a:lnTo>
                <a:moveTo>
                  <a:pt x="782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2" y="951"/>
                </a:lnTo>
                <a:lnTo>
                  <a:pt x="782" y="966"/>
                </a:lnTo>
                <a:moveTo>
                  <a:pt x="665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5" y="951"/>
                </a:lnTo>
                <a:lnTo>
                  <a:pt x="665" y="966"/>
                </a:lnTo>
                <a:moveTo>
                  <a:pt x="548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8" y="951"/>
                </a:lnTo>
                <a:lnTo>
                  <a:pt x="548" y="966"/>
                </a:lnTo>
                <a:moveTo>
                  <a:pt x="431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1" y="951"/>
                </a:lnTo>
                <a:lnTo>
                  <a:pt x="431" y="966"/>
                </a:lnTo>
                <a:moveTo>
                  <a:pt x="314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4" y="951"/>
                </a:lnTo>
                <a:lnTo>
                  <a:pt x="314" y="966"/>
                </a:lnTo>
                <a:moveTo>
                  <a:pt x="197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7" y="951"/>
                </a:lnTo>
                <a:lnTo>
                  <a:pt x="197" y="966"/>
                </a:lnTo>
                <a:moveTo>
                  <a:pt x="80" y="966"/>
                </a:moveTo>
                <a:lnTo>
                  <a:pt x="7" y="966"/>
                </a:lnTo>
                <a:lnTo>
                  <a:pt x="7" y="951"/>
                </a:lnTo>
                <a:lnTo>
                  <a:pt x="80" y="951"/>
                </a:lnTo>
                <a:lnTo>
                  <a:pt x="80" y="966"/>
                </a:lnTo>
                <a:moveTo>
                  <a:pt x="0" y="914"/>
                </a:moveTo>
                <a:lnTo>
                  <a:pt x="0" y="841"/>
                </a:lnTo>
                <a:lnTo>
                  <a:pt x="14" y="841"/>
                </a:lnTo>
                <a:lnTo>
                  <a:pt x="14" y="914"/>
                </a:lnTo>
                <a:lnTo>
                  <a:pt x="0" y="914"/>
                </a:lnTo>
                <a:moveTo>
                  <a:pt x="0" y="797"/>
                </a:moveTo>
                <a:lnTo>
                  <a:pt x="0" y="724"/>
                </a:lnTo>
                <a:lnTo>
                  <a:pt x="14" y="724"/>
                </a:lnTo>
                <a:lnTo>
                  <a:pt x="14" y="797"/>
                </a:lnTo>
                <a:lnTo>
                  <a:pt x="0" y="797"/>
                </a:lnTo>
                <a:moveTo>
                  <a:pt x="0" y="680"/>
                </a:moveTo>
                <a:lnTo>
                  <a:pt x="0" y="606"/>
                </a:lnTo>
                <a:lnTo>
                  <a:pt x="14" y="606"/>
                </a:lnTo>
                <a:lnTo>
                  <a:pt x="14" y="680"/>
                </a:lnTo>
                <a:lnTo>
                  <a:pt x="0" y="680"/>
                </a:lnTo>
                <a:moveTo>
                  <a:pt x="0" y="563"/>
                </a:moveTo>
                <a:lnTo>
                  <a:pt x="0" y="489"/>
                </a:lnTo>
                <a:lnTo>
                  <a:pt x="14" y="489"/>
                </a:lnTo>
                <a:lnTo>
                  <a:pt x="14" y="563"/>
                </a:lnTo>
                <a:lnTo>
                  <a:pt x="0" y="563"/>
                </a:lnTo>
                <a:moveTo>
                  <a:pt x="0" y="446"/>
                </a:moveTo>
                <a:lnTo>
                  <a:pt x="0" y="373"/>
                </a:lnTo>
                <a:lnTo>
                  <a:pt x="14" y="373"/>
                </a:lnTo>
                <a:lnTo>
                  <a:pt x="14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4" y="256"/>
                </a:lnTo>
                <a:lnTo>
                  <a:pt x="14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4" y="139"/>
                </a:lnTo>
                <a:lnTo>
                  <a:pt x="14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4" y="22"/>
                </a:lnTo>
                <a:lnTo>
                  <a:pt x="14" y="95"/>
                </a:lnTo>
                <a:lnTo>
                  <a:pt x="0" y="95"/>
                </a:lnTo>
                <a:moveTo>
                  <a:pt x="7" y="0"/>
                </a:moveTo>
                <a:lnTo>
                  <a:pt x="80" y="0"/>
                </a:lnTo>
                <a:lnTo>
                  <a:pt x="80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6441120" y="239616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6441120" y="24145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2234880" y="2574720"/>
            <a:ext cx="104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4819680" y="2390400"/>
            <a:ext cx="5126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4819680" y="2475360"/>
            <a:ext cx="13831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2181960" y="2843640"/>
            <a:ext cx="2559240" cy="342360"/>
          </a:xfrm>
          <a:custGeom>
            <a:avLst/>
            <a:gdLst/>
            <a:ahLst/>
            <a:rect l="0" t="0" r="r" b="b"/>
            <a:pathLst>
              <a:path w="7109" h="951">
                <a:moveTo>
                  <a:pt x="0" y="0"/>
                </a:moveTo>
                <a:lnTo>
                  <a:pt x="7109" y="0"/>
                </a:lnTo>
                <a:lnTo>
                  <a:pt x="7109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2179440" y="2840760"/>
            <a:ext cx="2564280" cy="347760"/>
          </a:xfrm>
          <a:custGeom>
            <a:avLst/>
            <a:gdLst/>
            <a:ahLst/>
            <a:rect l="0" t="0" r="r" b="b"/>
            <a:pathLst>
              <a:path w="7123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5"/>
                </a:lnTo>
                <a:lnTo>
                  <a:pt x="3751" y="15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5"/>
                </a:lnTo>
                <a:lnTo>
                  <a:pt x="3868" y="15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5"/>
                </a:lnTo>
                <a:lnTo>
                  <a:pt x="3985" y="15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5"/>
                </a:lnTo>
                <a:lnTo>
                  <a:pt x="4102" y="15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5"/>
                </a:lnTo>
                <a:lnTo>
                  <a:pt x="4219" y="15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5"/>
                </a:lnTo>
                <a:lnTo>
                  <a:pt x="4336" y="15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5"/>
                </a:lnTo>
                <a:lnTo>
                  <a:pt x="4453" y="15"/>
                </a:lnTo>
                <a:lnTo>
                  <a:pt x="4453" y="0"/>
                </a:lnTo>
                <a:moveTo>
                  <a:pt x="4570" y="0"/>
                </a:moveTo>
                <a:lnTo>
                  <a:pt x="4644" y="0"/>
                </a:lnTo>
                <a:lnTo>
                  <a:pt x="4644" y="15"/>
                </a:lnTo>
                <a:lnTo>
                  <a:pt x="4570" y="15"/>
                </a:lnTo>
                <a:lnTo>
                  <a:pt x="4570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633" y="0"/>
                </a:lnTo>
                <a:lnTo>
                  <a:pt x="6633" y="15"/>
                </a:lnTo>
                <a:lnTo>
                  <a:pt x="6560" y="15"/>
                </a:lnTo>
                <a:lnTo>
                  <a:pt x="6560" y="0"/>
                </a:lnTo>
                <a:moveTo>
                  <a:pt x="6677" y="0"/>
                </a:moveTo>
                <a:lnTo>
                  <a:pt x="6750" y="0"/>
                </a:lnTo>
                <a:lnTo>
                  <a:pt x="6750" y="15"/>
                </a:lnTo>
                <a:lnTo>
                  <a:pt x="6677" y="15"/>
                </a:lnTo>
                <a:lnTo>
                  <a:pt x="6677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5"/>
                </a:lnTo>
                <a:lnTo>
                  <a:pt x="6794" y="15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5"/>
                </a:lnTo>
                <a:lnTo>
                  <a:pt x="6911" y="15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5"/>
                </a:lnTo>
                <a:lnTo>
                  <a:pt x="7028" y="15"/>
                </a:lnTo>
                <a:lnTo>
                  <a:pt x="7028" y="0"/>
                </a:lnTo>
                <a:moveTo>
                  <a:pt x="7123" y="37"/>
                </a:moveTo>
                <a:lnTo>
                  <a:pt x="7123" y="110"/>
                </a:lnTo>
                <a:lnTo>
                  <a:pt x="7109" y="110"/>
                </a:lnTo>
                <a:lnTo>
                  <a:pt x="7109" y="37"/>
                </a:lnTo>
                <a:lnTo>
                  <a:pt x="7123" y="37"/>
                </a:lnTo>
                <a:moveTo>
                  <a:pt x="7123" y="154"/>
                </a:moveTo>
                <a:lnTo>
                  <a:pt x="7123" y="227"/>
                </a:lnTo>
                <a:lnTo>
                  <a:pt x="7109" y="227"/>
                </a:lnTo>
                <a:lnTo>
                  <a:pt x="7109" y="154"/>
                </a:lnTo>
                <a:lnTo>
                  <a:pt x="7123" y="154"/>
                </a:lnTo>
                <a:moveTo>
                  <a:pt x="7123" y="271"/>
                </a:moveTo>
                <a:lnTo>
                  <a:pt x="7123" y="345"/>
                </a:lnTo>
                <a:lnTo>
                  <a:pt x="7109" y="345"/>
                </a:lnTo>
                <a:lnTo>
                  <a:pt x="7109" y="271"/>
                </a:lnTo>
                <a:lnTo>
                  <a:pt x="7123" y="271"/>
                </a:lnTo>
                <a:moveTo>
                  <a:pt x="7123" y="389"/>
                </a:moveTo>
                <a:lnTo>
                  <a:pt x="7123" y="462"/>
                </a:lnTo>
                <a:lnTo>
                  <a:pt x="7109" y="462"/>
                </a:lnTo>
                <a:lnTo>
                  <a:pt x="7109" y="389"/>
                </a:lnTo>
                <a:lnTo>
                  <a:pt x="7123" y="389"/>
                </a:lnTo>
                <a:moveTo>
                  <a:pt x="7123" y="506"/>
                </a:moveTo>
                <a:lnTo>
                  <a:pt x="7123" y="579"/>
                </a:lnTo>
                <a:lnTo>
                  <a:pt x="7109" y="579"/>
                </a:lnTo>
                <a:lnTo>
                  <a:pt x="7109" y="506"/>
                </a:lnTo>
                <a:lnTo>
                  <a:pt x="7123" y="506"/>
                </a:lnTo>
                <a:moveTo>
                  <a:pt x="7123" y="623"/>
                </a:moveTo>
                <a:lnTo>
                  <a:pt x="7123" y="696"/>
                </a:lnTo>
                <a:lnTo>
                  <a:pt x="7109" y="696"/>
                </a:lnTo>
                <a:lnTo>
                  <a:pt x="7109" y="623"/>
                </a:lnTo>
                <a:lnTo>
                  <a:pt x="7123" y="623"/>
                </a:lnTo>
                <a:moveTo>
                  <a:pt x="7123" y="739"/>
                </a:moveTo>
                <a:lnTo>
                  <a:pt x="7123" y="813"/>
                </a:lnTo>
                <a:lnTo>
                  <a:pt x="7109" y="813"/>
                </a:lnTo>
                <a:lnTo>
                  <a:pt x="7109" y="739"/>
                </a:lnTo>
                <a:lnTo>
                  <a:pt x="7123" y="739"/>
                </a:lnTo>
                <a:moveTo>
                  <a:pt x="7123" y="856"/>
                </a:moveTo>
                <a:lnTo>
                  <a:pt x="7123" y="929"/>
                </a:lnTo>
                <a:lnTo>
                  <a:pt x="7109" y="929"/>
                </a:lnTo>
                <a:lnTo>
                  <a:pt x="7109" y="856"/>
                </a:lnTo>
                <a:lnTo>
                  <a:pt x="7123" y="856"/>
                </a:lnTo>
                <a:moveTo>
                  <a:pt x="7101" y="966"/>
                </a:moveTo>
                <a:lnTo>
                  <a:pt x="7028" y="966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6"/>
                </a:lnTo>
                <a:moveTo>
                  <a:pt x="6984" y="966"/>
                </a:moveTo>
                <a:lnTo>
                  <a:pt x="6911" y="966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6"/>
                </a:lnTo>
                <a:moveTo>
                  <a:pt x="6867" y="966"/>
                </a:moveTo>
                <a:lnTo>
                  <a:pt x="6794" y="966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6"/>
                </a:lnTo>
                <a:moveTo>
                  <a:pt x="6750" y="966"/>
                </a:moveTo>
                <a:lnTo>
                  <a:pt x="6677" y="966"/>
                </a:lnTo>
                <a:lnTo>
                  <a:pt x="6677" y="951"/>
                </a:lnTo>
                <a:lnTo>
                  <a:pt x="6750" y="951"/>
                </a:lnTo>
                <a:lnTo>
                  <a:pt x="6750" y="966"/>
                </a:lnTo>
                <a:moveTo>
                  <a:pt x="6633" y="966"/>
                </a:moveTo>
                <a:lnTo>
                  <a:pt x="6560" y="966"/>
                </a:lnTo>
                <a:lnTo>
                  <a:pt x="6560" y="951"/>
                </a:lnTo>
                <a:lnTo>
                  <a:pt x="6633" y="951"/>
                </a:lnTo>
                <a:lnTo>
                  <a:pt x="6633" y="966"/>
                </a:lnTo>
                <a:moveTo>
                  <a:pt x="6516" y="966"/>
                </a:moveTo>
                <a:lnTo>
                  <a:pt x="6443" y="966"/>
                </a:lnTo>
                <a:lnTo>
                  <a:pt x="6443" y="951"/>
                </a:lnTo>
                <a:lnTo>
                  <a:pt x="6516" y="951"/>
                </a:lnTo>
                <a:lnTo>
                  <a:pt x="6516" y="966"/>
                </a:lnTo>
                <a:moveTo>
                  <a:pt x="6399" y="966"/>
                </a:moveTo>
                <a:lnTo>
                  <a:pt x="6326" y="966"/>
                </a:lnTo>
                <a:lnTo>
                  <a:pt x="6326" y="951"/>
                </a:lnTo>
                <a:lnTo>
                  <a:pt x="6399" y="951"/>
                </a:lnTo>
                <a:lnTo>
                  <a:pt x="6399" y="966"/>
                </a:lnTo>
                <a:moveTo>
                  <a:pt x="6282" y="966"/>
                </a:moveTo>
                <a:lnTo>
                  <a:pt x="6209" y="966"/>
                </a:lnTo>
                <a:lnTo>
                  <a:pt x="6209" y="951"/>
                </a:lnTo>
                <a:lnTo>
                  <a:pt x="6282" y="951"/>
                </a:lnTo>
                <a:lnTo>
                  <a:pt x="6282" y="966"/>
                </a:lnTo>
                <a:moveTo>
                  <a:pt x="6165" y="966"/>
                </a:moveTo>
                <a:lnTo>
                  <a:pt x="6092" y="966"/>
                </a:lnTo>
                <a:lnTo>
                  <a:pt x="6092" y="951"/>
                </a:lnTo>
                <a:lnTo>
                  <a:pt x="6165" y="951"/>
                </a:lnTo>
                <a:lnTo>
                  <a:pt x="6165" y="966"/>
                </a:lnTo>
                <a:moveTo>
                  <a:pt x="6048" y="966"/>
                </a:moveTo>
                <a:lnTo>
                  <a:pt x="5975" y="966"/>
                </a:lnTo>
                <a:lnTo>
                  <a:pt x="5975" y="951"/>
                </a:lnTo>
                <a:lnTo>
                  <a:pt x="6048" y="951"/>
                </a:lnTo>
                <a:lnTo>
                  <a:pt x="6048" y="966"/>
                </a:lnTo>
                <a:moveTo>
                  <a:pt x="5931" y="966"/>
                </a:moveTo>
                <a:lnTo>
                  <a:pt x="5858" y="966"/>
                </a:lnTo>
                <a:lnTo>
                  <a:pt x="5858" y="951"/>
                </a:lnTo>
                <a:lnTo>
                  <a:pt x="5931" y="951"/>
                </a:lnTo>
                <a:lnTo>
                  <a:pt x="5931" y="966"/>
                </a:lnTo>
                <a:moveTo>
                  <a:pt x="5814" y="966"/>
                </a:moveTo>
                <a:lnTo>
                  <a:pt x="5741" y="966"/>
                </a:lnTo>
                <a:lnTo>
                  <a:pt x="5741" y="951"/>
                </a:lnTo>
                <a:lnTo>
                  <a:pt x="5814" y="951"/>
                </a:lnTo>
                <a:lnTo>
                  <a:pt x="5814" y="966"/>
                </a:lnTo>
                <a:moveTo>
                  <a:pt x="5697" y="966"/>
                </a:moveTo>
                <a:lnTo>
                  <a:pt x="5624" y="966"/>
                </a:lnTo>
                <a:lnTo>
                  <a:pt x="5624" y="951"/>
                </a:lnTo>
                <a:lnTo>
                  <a:pt x="5697" y="951"/>
                </a:lnTo>
                <a:lnTo>
                  <a:pt x="5697" y="966"/>
                </a:lnTo>
                <a:moveTo>
                  <a:pt x="5580" y="966"/>
                </a:moveTo>
                <a:lnTo>
                  <a:pt x="5507" y="966"/>
                </a:lnTo>
                <a:lnTo>
                  <a:pt x="5507" y="951"/>
                </a:lnTo>
                <a:lnTo>
                  <a:pt x="5580" y="951"/>
                </a:lnTo>
                <a:lnTo>
                  <a:pt x="5580" y="966"/>
                </a:lnTo>
                <a:moveTo>
                  <a:pt x="5463" y="966"/>
                </a:moveTo>
                <a:lnTo>
                  <a:pt x="5390" y="966"/>
                </a:lnTo>
                <a:lnTo>
                  <a:pt x="5390" y="951"/>
                </a:lnTo>
                <a:lnTo>
                  <a:pt x="5463" y="951"/>
                </a:lnTo>
                <a:lnTo>
                  <a:pt x="5463" y="966"/>
                </a:lnTo>
                <a:moveTo>
                  <a:pt x="5346" y="966"/>
                </a:moveTo>
                <a:lnTo>
                  <a:pt x="5273" y="966"/>
                </a:lnTo>
                <a:lnTo>
                  <a:pt x="5273" y="951"/>
                </a:lnTo>
                <a:lnTo>
                  <a:pt x="5346" y="951"/>
                </a:lnTo>
                <a:lnTo>
                  <a:pt x="5346" y="966"/>
                </a:lnTo>
                <a:moveTo>
                  <a:pt x="5229" y="966"/>
                </a:moveTo>
                <a:lnTo>
                  <a:pt x="5156" y="966"/>
                </a:lnTo>
                <a:lnTo>
                  <a:pt x="5156" y="951"/>
                </a:lnTo>
                <a:lnTo>
                  <a:pt x="5229" y="951"/>
                </a:lnTo>
                <a:lnTo>
                  <a:pt x="5229" y="966"/>
                </a:lnTo>
                <a:moveTo>
                  <a:pt x="5112" y="966"/>
                </a:moveTo>
                <a:lnTo>
                  <a:pt x="5039" y="966"/>
                </a:lnTo>
                <a:lnTo>
                  <a:pt x="5039" y="951"/>
                </a:lnTo>
                <a:lnTo>
                  <a:pt x="5112" y="951"/>
                </a:lnTo>
                <a:lnTo>
                  <a:pt x="5112" y="966"/>
                </a:lnTo>
                <a:moveTo>
                  <a:pt x="4995" y="966"/>
                </a:moveTo>
                <a:lnTo>
                  <a:pt x="4922" y="966"/>
                </a:lnTo>
                <a:lnTo>
                  <a:pt x="4922" y="951"/>
                </a:lnTo>
                <a:lnTo>
                  <a:pt x="4995" y="951"/>
                </a:lnTo>
                <a:lnTo>
                  <a:pt x="4995" y="966"/>
                </a:lnTo>
                <a:moveTo>
                  <a:pt x="4878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8" y="951"/>
                </a:lnTo>
                <a:lnTo>
                  <a:pt x="4878" y="966"/>
                </a:lnTo>
                <a:moveTo>
                  <a:pt x="4761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1" y="951"/>
                </a:lnTo>
                <a:lnTo>
                  <a:pt x="4761" y="966"/>
                </a:lnTo>
                <a:moveTo>
                  <a:pt x="4644" y="966"/>
                </a:moveTo>
                <a:lnTo>
                  <a:pt x="4570" y="966"/>
                </a:lnTo>
                <a:lnTo>
                  <a:pt x="4570" y="951"/>
                </a:lnTo>
                <a:lnTo>
                  <a:pt x="4644" y="951"/>
                </a:lnTo>
                <a:lnTo>
                  <a:pt x="4644" y="966"/>
                </a:lnTo>
                <a:moveTo>
                  <a:pt x="4526" y="966"/>
                </a:moveTo>
                <a:lnTo>
                  <a:pt x="4453" y="966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6"/>
                </a:lnTo>
                <a:moveTo>
                  <a:pt x="4409" y="966"/>
                </a:moveTo>
                <a:lnTo>
                  <a:pt x="4336" y="966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6"/>
                </a:lnTo>
                <a:moveTo>
                  <a:pt x="4292" y="966"/>
                </a:moveTo>
                <a:lnTo>
                  <a:pt x="4219" y="966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6"/>
                </a:lnTo>
                <a:moveTo>
                  <a:pt x="4175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6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6" y="966"/>
                </a:lnTo>
                <a:lnTo>
                  <a:pt x="826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7" y="966"/>
                </a:lnTo>
                <a:lnTo>
                  <a:pt x="7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5"/>
                </a:moveTo>
                <a:lnTo>
                  <a:pt x="0" y="842"/>
                </a:lnTo>
                <a:lnTo>
                  <a:pt x="15" y="842"/>
                </a:lnTo>
                <a:lnTo>
                  <a:pt x="15" y="915"/>
                </a:lnTo>
                <a:lnTo>
                  <a:pt x="0" y="915"/>
                </a:lnTo>
                <a:moveTo>
                  <a:pt x="0" y="798"/>
                </a:moveTo>
                <a:lnTo>
                  <a:pt x="0" y="725"/>
                </a:lnTo>
                <a:lnTo>
                  <a:pt x="15" y="725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1"/>
                </a:lnTo>
                <a:lnTo>
                  <a:pt x="15" y="491"/>
                </a:lnTo>
                <a:lnTo>
                  <a:pt x="15" y="564"/>
                </a:lnTo>
                <a:lnTo>
                  <a:pt x="0" y="564"/>
                </a:lnTo>
                <a:moveTo>
                  <a:pt x="0" y="447"/>
                </a:moveTo>
                <a:lnTo>
                  <a:pt x="0" y="374"/>
                </a:lnTo>
                <a:lnTo>
                  <a:pt x="15" y="374"/>
                </a:lnTo>
                <a:lnTo>
                  <a:pt x="15" y="447"/>
                </a:lnTo>
                <a:lnTo>
                  <a:pt x="0" y="447"/>
                </a:lnTo>
                <a:moveTo>
                  <a:pt x="0" y="330"/>
                </a:moveTo>
                <a:lnTo>
                  <a:pt x="0" y="256"/>
                </a:lnTo>
                <a:lnTo>
                  <a:pt x="15" y="256"/>
                </a:lnTo>
                <a:lnTo>
                  <a:pt x="15" y="330"/>
                </a:lnTo>
                <a:lnTo>
                  <a:pt x="0" y="330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4635360" y="2885400"/>
            <a:ext cx="63720" cy="53280"/>
          </a:xfrm>
          <a:custGeom>
            <a:avLst/>
            <a:gdLst/>
            <a:ahLst/>
            <a:rect l="0" t="0" r="r" b="b"/>
            <a:pathLst>
              <a:path w="177" h="148">
                <a:moveTo>
                  <a:pt x="0" y="0"/>
                </a:moveTo>
                <a:lnTo>
                  <a:pt x="177" y="0"/>
                </a:lnTo>
                <a:lnTo>
                  <a:pt x="177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4635360" y="29041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4819680" y="2574720"/>
            <a:ext cx="12351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2234880" y="287964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2234880" y="2964600"/>
            <a:ext cx="21405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2181960" y="3332880"/>
            <a:ext cx="3064680" cy="342360"/>
          </a:xfrm>
          <a:custGeom>
            <a:avLst/>
            <a:gdLst/>
            <a:ahLst/>
            <a:rect l="0" t="0" r="r" b="b"/>
            <a:pathLst>
              <a:path w="8513" h="951">
                <a:moveTo>
                  <a:pt x="0" y="0"/>
                </a:moveTo>
                <a:lnTo>
                  <a:pt x="8513" y="0"/>
                </a:lnTo>
                <a:lnTo>
                  <a:pt x="8513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2179440" y="3330360"/>
            <a:ext cx="3069720" cy="347400"/>
          </a:xfrm>
          <a:custGeom>
            <a:avLst/>
            <a:gdLst/>
            <a:ahLst/>
            <a:rect l="0" t="0" r="r" b="b"/>
            <a:pathLst>
              <a:path w="8527" h="965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4"/>
                </a:lnTo>
                <a:lnTo>
                  <a:pt x="4219" y="14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4"/>
                </a:lnTo>
                <a:lnTo>
                  <a:pt x="4336" y="14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4"/>
                </a:lnTo>
                <a:lnTo>
                  <a:pt x="4453" y="14"/>
                </a:lnTo>
                <a:lnTo>
                  <a:pt x="4453" y="0"/>
                </a:lnTo>
                <a:moveTo>
                  <a:pt x="4570" y="0"/>
                </a:moveTo>
                <a:lnTo>
                  <a:pt x="4643" y="0"/>
                </a:lnTo>
                <a:lnTo>
                  <a:pt x="4643" y="14"/>
                </a:lnTo>
                <a:lnTo>
                  <a:pt x="4570" y="14"/>
                </a:lnTo>
                <a:lnTo>
                  <a:pt x="4570" y="0"/>
                </a:lnTo>
                <a:moveTo>
                  <a:pt x="4687" y="0"/>
                </a:moveTo>
                <a:lnTo>
                  <a:pt x="4760" y="0"/>
                </a:lnTo>
                <a:lnTo>
                  <a:pt x="4760" y="14"/>
                </a:lnTo>
                <a:lnTo>
                  <a:pt x="4687" y="14"/>
                </a:lnTo>
                <a:lnTo>
                  <a:pt x="4687" y="0"/>
                </a:lnTo>
                <a:moveTo>
                  <a:pt x="4804" y="0"/>
                </a:moveTo>
                <a:lnTo>
                  <a:pt x="4877" y="0"/>
                </a:lnTo>
                <a:lnTo>
                  <a:pt x="4877" y="14"/>
                </a:lnTo>
                <a:lnTo>
                  <a:pt x="4804" y="14"/>
                </a:lnTo>
                <a:lnTo>
                  <a:pt x="4804" y="0"/>
                </a:lnTo>
                <a:moveTo>
                  <a:pt x="4921" y="0"/>
                </a:moveTo>
                <a:lnTo>
                  <a:pt x="4994" y="0"/>
                </a:lnTo>
                <a:lnTo>
                  <a:pt x="4994" y="14"/>
                </a:lnTo>
                <a:lnTo>
                  <a:pt x="4921" y="14"/>
                </a:lnTo>
                <a:lnTo>
                  <a:pt x="4921" y="0"/>
                </a:lnTo>
                <a:moveTo>
                  <a:pt x="5038" y="0"/>
                </a:moveTo>
                <a:lnTo>
                  <a:pt x="5111" y="0"/>
                </a:lnTo>
                <a:lnTo>
                  <a:pt x="5111" y="14"/>
                </a:lnTo>
                <a:lnTo>
                  <a:pt x="5038" y="14"/>
                </a:lnTo>
                <a:lnTo>
                  <a:pt x="5038" y="0"/>
                </a:lnTo>
                <a:moveTo>
                  <a:pt x="5155" y="0"/>
                </a:moveTo>
                <a:lnTo>
                  <a:pt x="5228" y="0"/>
                </a:lnTo>
                <a:lnTo>
                  <a:pt x="5228" y="14"/>
                </a:lnTo>
                <a:lnTo>
                  <a:pt x="5155" y="14"/>
                </a:lnTo>
                <a:lnTo>
                  <a:pt x="5155" y="0"/>
                </a:lnTo>
                <a:moveTo>
                  <a:pt x="5272" y="0"/>
                </a:moveTo>
                <a:lnTo>
                  <a:pt x="5345" y="0"/>
                </a:lnTo>
                <a:lnTo>
                  <a:pt x="5345" y="14"/>
                </a:lnTo>
                <a:lnTo>
                  <a:pt x="5272" y="14"/>
                </a:lnTo>
                <a:lnTo>
                  <a:pt x="5272" y="0"/>
                </a:lnTo>
                <a:moveTo>
                  <a:pt x="5389" y="0"/>
                </a:moveTo>
                <a:lnTo>
                  <a:pt x="5462" y="0"/>
                </a:lnTo>
                <a:lnTo>
                  <a:pt x="5462" y="14"/>
                </a:lnTo>
                <a:lnTo>
                  <a:pt x="5389" y="14"/>
                </a:lnTo>
                <a:lnTo>
                  <a:pt x="5389" y="0"/>
                </a:lnTo>
                <a:moveTo>
                  <a:pt x="5506" y="0"/>
                </a:moveTo>
                <a:lnTo>
                  <a:pt x="5579" y="0"/>
                </a:lnTo>
                <a:lnTo>
                  <a:pt x="5579" y="14"/>
                </a:lnTo>
                <a:lnTo>
                  <a:pt x="5506" y="14"/>
                </a:lnTo>
                <a:lnTo>
                  <a:pt x="5506" y="0"/>
                </a:lnTo>
                <a:moveTo>
                  <a:pt x="5623" y="0"/>
                </a:moveTo>
                <a:lnTo>
                  <a:pt x="5696" y="0"/>
                </a:lnTo>
                <a:lnTo>
                  <a:pt x="5696" y="14"/>
                </a:lnTo>
                <a:lnTo>
                  <a:pt x="5623" y="14"/>
                </a:lnTo>
                <a:lnTo>
                  <a:pt x="5623" y="0"/>
                </a:lnTo>
                <a:moveTo>
                  <a:pt x="5740" y="0"/>
                </a:moveTo>
                <a:lnTo>
                  <a:pt x="5813" y="0"/>
                </a:lnTo>
                <a:lnTo>
                  <a:pt x="5813" y="14"/>
                </a:lnTo>
                <a:lnTo>
                  <a:pt x="5740" y="14"/>
                </a:lnTo>
                <a:lnTo>
                  <a:pt x="5740" y="0"/>
                </a:lnTo>
                <a:moveTo>
                  <a:pt x="5857" y="0"/>
                </a:moveTo>
                <a:lnTo>
                  <a:pt x="5930" y="0"/>
                </a:lnTo>
                <a:lnTo>
                  <a:pt x="5930" y="14"/>
                </a:lnTo>
                <a:lnTo>
                  <a:pt x="5857" y="14"/>
                </a:lnTo>
                <a:lnTo>
                  <a:pt x="5857" y="0"/>
                </a:lnTo>
                <a:moveTo>
                  <a:pt x="5974" y="0"/>
                </a:moveTo>
                <a:lnTo>
                  <a:pt x="6047" y="0"/>
                </a:lnTo>
                <a:lnTo>
                  <a:pt x="6047" y="14"/>
                </a:lnTo>
                <a:lnTo>
                  <a:pt x="5974" y="14"/>
                </a:lnTo>
                <a:lnTo>
                  <a:pt x="5974" y="0"/>
                </a:lnTo>
                <a:moveTo>
                  <a:pt x="6091" y="0"/>
                </a:moveTo>
                <a:lnTo>
                  <a:pt x="6164" y="0"/>
                </a:lnTo>
                <a:lnTo>
                  <a:pt x="6164" y="14"/>
                </a:lnTo>
                <a:lnTo>
                  <a:pt x="6091" y="14"/>
                </a:lnTo>
                <a:lnTo>
                  <a:pt x="6091" y="0"/>
                </a:lnTo>
                <a:moveTo>
                  <a:pt x="6208" y="0"/>
                </a:moveTo>
                <a:lnTo>
                  <a:pt x="6281" y="0"/>
                </a:lnTo>
                <a:lnTo>
                  <a:pt x="6281" y="14"/>
                </a:lnTo>
                <a:lnTo>
                  <a:pt x="6208" y="14"/>
                </a:lnTo>
                <a:lnTo>
                  <a:pt x="6208" y="0"/>
                </a:lnTo>
                <a:moveTo>
                  <a:pt x="6325" y="0"/>
                </a:moveTo>
                <a:lnTo>
                  <a:pt x="6398" y="0"/>
                </a:lnTo>
                <a:lnTo>
                  <a:pt x="6398" y="14"/>
                </a:lnTo>
                <a:lnTo>
                  <a:pt x="6325" y="14"/>
                </a:lnTo>
                <a:lnTo>
                  <a:pt x="6325" y="0"/>
                </a:lnTo>
                <a:moveTo>
                  <a:pt x="6442" y="0"/>
                </a:moveTo>
                <a:lnTo>
                  <a:pt x="6515" y="0"/>
                </a:lnTo>
                <a:lnTo>
                  <a:pt x="6515" y="14"/>
                </a:lnTo>
                <a:lnTo>
                  <a:pt x="6442" y="14"/>
                </a:lnTo>
                <a:lnTo>
                  <a:pt x="6442" y="0"/>
                </a:lnTo>
                <a:moveTo>
                  <a:pt x="6559" y="0"/>
                </a:moveTo>
                <a:lnTo>
                  <a:pt x="6632" y="0"/>
                </a:lnTo>
                <a:lnTo>
                  <a:pt x="6632" y="14"/>
                </a:lnTo>
                <a:lnTo>
                  <a:pt x="6559" y="14"/>
                </a:lnTo>
                <a:lnTo>
                  <a:pt x="6559" y="0"/>
                </a:lnTo>
                <a:moveTo>
                  <a:pt x="6676" y="0"/>
                </a:moveTo>
                <a:lnTo>
                  <a:pt x="6750" y="0"/>
                </a:lnTo>
                <a:lnTo>
                  <a:pt x="6750" y="14"/>
                </a:lnTo>
                <a:lnTo>
                  <a:pt x="6676" y="14"/>
                </a:lnTo>
                <a:lnTo>
                  <a:pt x="6676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4"/>
                </a:lnTo>
                <a:lnTo>
                  <a:pt x="6794" y="14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4"/>
                </a:lnTo>
                <a:lnTo>
                  <a:pt x="6911" y="14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4"/>
                </a:lnTo>
                <a:lnTo>
                  <a:pt x="7028" y="14"/>
                </a:lnTo>
                <a:lnTo>
                  <a:pt x="7028" y="0"/>
                </a:lnTo>
                <a:moveTo>
                  <a:pt x="7145" y="0"/>
                </a:moveTo>
                <a:lnTo>
                  <a:pt x="7218" y="0"/>
                </a:lnTo>
                <a:lnTo>
                  <a:pt x="7218" y="14"/>
                </a:lnTo>
                <a:lnTo>
                  <a:pt x="7145" y="14"/>
                </a:lnTo>
                <a:lnTo>
                  <a:pt x="7145" y="0"/>
                </a:lnTo>
                <a:moveTo>
                  <a:pt x="7262" y="0"/>
                </a:moveTo>
                <a:lnTo>
                  <a:pt x="7335" y="0"/>
                </a:lnTo>
                <a:lnTo>
                  <a:pt x="7335" y="14"/>
                </a:lnTo>
                <a:lnTo>
                  <a:pt x="7262" y="14"/>
                </a:lnTo>
                <a:lnTo>
                  <a:pt x="7262" y="0"/>
                </a:lnTo>
                <a:moveTo>
                  <a:pt x="7379" y="0"/>
                </a:moveTo>
                <a:lnTo>
                  <a:pt x="7452" y="0"/>
                </a:lnTo>
                <a:lnTo>
                  <a:pt x="7452" y="14"/>
                </a:lnTo>
                <a:lnTo>
                  <a:pt x="7379" y="14"/>
                </a:lnTo>
                <a:lnTo>
                  <a:pt x="7379" y="0"/>
                </a:lnTo>
                <a:moveTo>
                  <a:pt x="7496" y="0"/>
                </a:moveTo>
                <a:lnTo>
                  <a:pt x="7569" y="0"/>
                </a:lnTo>
                <a:lnTo>
                  <a:pt x="7569" y="14"/>
                </a:lnTo>
                <a:lnTo>
                  <a:pt x="7496" y="14"/>
                </a:lnTo>
                <a:lnTo>
                  <a:pt x="7496" y="0"/>
                </a:lnTo>
                <a:moveTo>
                  <a:pt x="7613" y="0"/>
                </a:moveTo>
                <a:lnTo>
                  <a:pt x="7686" y="0"/>
                </a:lnTo>
                <a:lnTo>
                  <a:pt x="7686" y="14"/>
                </a:lnTo>
                <a:lnTo>
                  <a:pt x="7613" y="14"/>
                </a:lnTo>
                <a:lnTo>
                  <a:pt x="7613" y="0"/>
                </a:lnTo>
                <a:moveTo>
                  <a:pt x="7730" y="0"/>
                </a:moveTo>
                <a:lnTo>
                  <a:pt x="7803" y="0"/>
                </a:lnTo>
                <a:lnTo>
                  <a:pt x="7803" y="14"/>
                </a:lnTo>
                <a:lnTo>
                  <a:pt x="7730" y="14"/>
                </a:lnTo>
                <a:lnTo>
                  <a:pt x="7730" y="0"/>
                </a:lnTo>
                <a:moveTo>
                  <a:pt x="7847" y="0"/>
                </a:moveTo>
                <a:lnTo>
                  <a:pt x="7920" y="0"/>
                </a:lnTo>
                <a:lnTo>
                  <a:pt x="7920" y="14"/>
                </a:lnTo>
                <a:lnTo>
                  <a:pt x="7847" y="14"/>
                </a:lnTo>
                <a:lnTo>
                  <a:pt x="7847" y="0"/>
                </a:lnTo>
                <a:moveTo>
                  <a:pt x="7964" y="0"/>
                </a:moveTo>
                <a:lnTo>
                  <a:pt x="8037" y="0"/>
                </a:lnTo>
                <a:lnTo>
                  <a:pt x="8037" y="14"/>
                </a:lnTo>
                <a:lnTo>
                  <a:pt x="7964" y="14"/>
                </a:lnTo>
                <a:lnTo>
                  <a:pt x="7964" y="0"/>
                </a:lnTo>
                <a:moveTo>
                  <a:pt x="8081" y="0"/>
                </a:moveTo>
                <a:lnTo>
                  <a:pt x="8154" y="0"/>
                </a:lnTo>
                <a:lnTo>
                  <a:pt x="8154" y="14"/>
                </a:lnTo>
                <a:lnTo>
                  <a:pt x="8081" y="14"/>
                </a:lnTo>
                <a:lnTo>
                  <a:pt x="8081" y="0"/>
                </a:lnTo>
                <a:moveTo>
                  <a:pt x="8198" y="0"/>
                </a:moveTo>
                <a:lnTo>
                  <a:pt x="8271" y="0"/>
                </a:lnTo>
                <a:lnTo>
                  <a:pt x="8271" y="14"/>
                </a:lnTo>
                <a:lnTo>
                  <a:pt x="8198" y="14"/>
                </a:lnTo>
                <a:lnTo>
                  <a:pt x="8198" y="0"/>
                </a:lnTo>
                <a:moveTo>
                  <a:pt x="8315" y="0"/>
                </a:moveTo>
                <a:lnTo>
                  <a:pt x="8388" y="0"/>
                </a:lnTo>
                <a:lnTo>
                  <a:pt x="8388" y="14"/>
                </a:lnTo>
                <a:lnTo>
                  <a:pt x="8315" y="14"/>
                </a:lnTo>
                <a:lnTo>
                  <a:pt x="8315" y="0"/>
                </a:lnTo>
                <a:moveTo>
                  <a:pt x="8432" y="0"/>
                </a:moveTo>
                <a:lnTo>
                  <a:pt x="8505" y="0"/>
                </a:lnTo>
                <a:lnTo>
                  <a:pt x="8505" y="14"/>
                </a:lnTo>
                <a:lnTo>
                  <a:pt x="8432" y="14"/>
                </a:lnTo>
                <a:lnTo>
                  <a:pt x="8432" y="0"/>
                </a:lnTo>
                <a:moveTo>
                  <a:pt x="8527" y="36"/>
                </a:moveTo>
                <a:lnTo>
                  <a:pt x="8527" y="109"/>
                </a:lnTo>
                <a:lnTo>
                  <a:pt x="8512" y="109"/>
                </a:lnTo>
                <a:lnTo>
                  <a:pt x="8512" y="36"/>
                </a:lnTo>
                <a:lnTo>
                  <a:pt x="8527" y="36"/>
                </a:lnTo>
                <a:moveTo>
                  <a:pt x="8527" y="153"/>
                </a:moveTo>
                <a:lnTo>
                  <a:pt x="8527" y="226"/>
                </a:lnTo>
                <a:lnTo>
                  <a:pt x="8512" y="226"/>
                </a:lnTo>
                <a:lnTo>
                  <a:pt x="8512" y="153"/>
                </a:lnTo>
                <a:lnTo>
                  <a:pt x="8527" y="153"/>
                </a:lnTo>
                <a:moveTo>
                  <a:pt x="8527" y="270"/>
                </a:moveTo>
                <a:lnTo>
                  <a:pt x="8527" y="343"/>
                </a:lnTo>
                <a:lnTo>
                  <a:pt x="8512" y="343"/>
                </a:lnTo>
                <a:lnTo>
                  <a:pt x="8512" y="270"/>
                </a:lnTo>
                <a:lnTo>
                  <a:pt x="8527" y="270"/>
                </a:lnTo>
                <a:moveTo>
                  <a:pt x="8527" y="387"/>
                </a:moveTo>
                <a:lnTo>
                  <a:pt x="8527" y="460"/>
                </a:lnTo>
                <a:lnTo>
                  <a:pt x="8512" y="460"/>
                </a:lnTo>
                <a:lnTo>
                  <a:pt x="8512" y="387"/>
                </a:lnTo>
                <a:lnTo>
                  <a:pt x="8527" y="387"/>
                </a:lnTo>
                <a:moveTo>
                  <a:pt x="8527" y="504"/>
                </a:moveTo>
                <a:lnTo>
                  <a:pt x="8527" y="577"/>
                </a:lnTo>
                <a:lnTo>
                  <a:pt x="8512" y="577"/>
                </a:lnTo>
                <a:lnTo>
                  <a:pt x="8512" y="504"/>
                </a:lnTo>
                <a:lnTo>
                  <a:pt x="8527" y="504"/>
                </a:lnTo>
                <a:moveTo>
                  <a:pt x="8527" y="621"/>
                </a:moveTo>
                <a:lnTo>
                  <a:pt x="8527" y="694"/>
                </a:lnTo>
                <a:lnTo>
                  <a:pt x="8512" y="694"/>
                </a:lnTo>
                <a:lnTo>
                  <a:pt x="8512" y="621"/>
                </a:lnTo>
                <a:lnTo>
                  <a:pt x="8527" y="621"/>
                </a:lnTo>
                <a:moveTo>
                  <a:pt x="8527" y="738"/>
                </a:moveTo>
                <a:lnTo>
                  <a:pt x="8527" y="811"/>
                </a:lnTo>
                <a:lnTo>
                  <a:pt x="8512" y="811"/>
                </a:lnTo>
                <a:lnTo>
                  <a:pt x="8512" y="738"/>
                </a:lnTo>
                <a:lnTo>
                  <a:pt x="8527" y="738"/>
                </a:lnTo>
                <a:moveTo>
                  <a:pt x="8527" y="855"/>
                </a:moveTo>
                <a:lnTo>
                  <a:pt x="8527" y="929"/>
                </a:lnTo>
                <a:lnTo>
                  <a:pt x="8512" y="929"/>
                </a:lnTo>
                <a:lnTo>
                  <a:pt x="8512" y="855"/>
                </a:lnTo>
                <a:lnTo>
                  <a:pt x="8527" y="855"/>
                </a:lnTo>
                <a:moveTo>
                  <a:pt x="8505" y="965"/>
                </a:moveTo>
                <a:lnTo>
                  <a:pt x="8432" y="965"/>
                </a:lnTo>
                <a:lnTo>
                  <a:pt x="8432" y="951"/>
                </a:lnTo>
                <a:lnTo>
                  <a:pt x="8505" y="951"/>
                </a:lnTo>
                <a:lnTo>
                  <a:pt x="8505" y="965"/>
                </a:lnTo>
                <a:moveTo>
                  <a:pt x="8388" y="965"/>
                </a:moveTo>
                <a:lnTo>
                  <a:pt x="8315" y="965"/>
                </a:lnTo>
                <a:lnTo>
                  <a:pt x="8315" y="951"/>
                </a:lnTo>
                <a:lnTo>
                  <a:pt x="8388" y="951"/>
                </a:lnTo>
                <a:lnTo>
                  <a:pt x="8388" y="965"/>
                </a:lnTo>
                <a:moveTo>
                  <a:pt x="8271" y="965"/>
                </a:moveTo>
                <a:lnTo>
                  <a:pt x="8198" y="965"/>
                </a:lnTo>
                <a:lnTo>
                  <a:pt x="8198" y="951"/>
                </a:lnTo>
                <a:lnTo>
                  <a:pt x="8271" y="951"/>
                </a:lnTo>
                <a:lnTo>
                  <a:pt x="8271" y="965"/>
                </a:lnTo>
                <a:moveTo>
                  <a:pt x="8154" y="965"/>
                </a:moveTo>
                <a:lnTo>
                  <a:pt x="8081" y="965"/>
                </a:lnTo>
                <a:lnTo>
                  <a:pt x="8081" y="951"/>
                </a:lnTo>
                <a:lnTo>
                  <a:pt x="8154" y="951"/>
                </a:lnTo>
                <a:lnTo>
                  <a:pt x="8154" y="965"/>
                </a:lnTo>
                <a:moveTo>
                  <a:pt x="8037" y="965"/>
                </a:moveTo>
                <a:lnTo>
                  <a:pt x="7964" y="965"/>
                </a:lnTo>
                <a:lnTo>
                  <a:pt x="7964" y="951"/>
                </a:lnTo>
                <a:lnTo>
                  <a:pt x="8037" y="951"/>
                </a:lnTo>
                <a:lnTo>
                  <a:pt x="8037" y="965"/>
                </a:lnTo>
                <a:moveTo>
                  <a:pt x="7920" y="965"/>
                </a:moveTo>
                <a:lnTo>
                  <a:pt x="7847" y="965"/>
                </a:lnTo>
                <a:lnTo>
                  <a:pt x="7847" y="951"/>
                </a:lnTo>
                <a:lnTo>
                  <a:pt x="7920" y="951"/>
                </a:lnTo>
                <a:lnTo>
                  <a:pt x="7920" y="965"/>
                </a:lnTo>
                <a:moveTo>
                  <a:pt x="7803" y="965"/>
                </a:moveTo>
                <a:lnTo>
                  <a:pt x="7730" y="965"/>
                </a:lnTo>
                <a:lnTo>
                  <a:pt x="7730" y="951"/>
                </a:lnTo>
                <a:lnTo>
                  <a:pt x="7803" y="951"/>
                </a:lnTo>
                <a:lnTo>
                  <a:pt x="7803" y="965"/>
                </a:lnTo>
                <a:moveTo>
                  <a:pt x="7686" y="965"/>
                </a:moveTo>
                <a:lnTo>
                  <a:pt x="7613" y="965"/>
                </a:lnTo>
                <a:lnTo>
                  <a:pt x="7613" y="951"/>
                </a:lnTo>
                <a:lnTo>
                  <a:pt x="7686" y="951"/>
                </a:lnTo>
                <a:lnTo>
                  <a:pt x="7686" y="965"/>
                </a:lnTo>
                <a:moveTo>
                  <a:pt x="7569" y="965"/>
                </a:moveTo>
                <a:lnTo>
                  <a:pt x="7496" y="965"/>
                </a:lnTo>
                <a:lnTo>
                  <a:pt x="7496" y="951"/>
                </a:lnTo>
                <a:lnTo>
                  <a:pt x="7569" y="951"/>
                </a:lnTo>
                <a:lnTo>
                  <a:pt x="7569" y="965"/>
                </a:lnTo>
                <a:moveTo>
                  <a:pt x="7452" y="965"/>
                </a:moveTo>
                <a:lnTo>
                  <a:pt x="7379" y="965"/>
                </a:lnTo>
                <a:lnTo>
                  <a:pt x="7379" y="951"/>
                </a:lnTo>
                <a:lnTo>
                  <a:pt x="7452" y="951"/>
                </a:lnTo>
                <a:lnTo>
                  <a:pt x="7452" y="965"/>
                </a:lnTo>
                <a:moveTo>
                  <a:pt x="7335" y="965"/>
                </a:moveTo>
                <a:lnTo>
                  <a:pt x="7262" y="965"/>
                </a:lnTo>
                <a:lnTo>
                  <a:pt x="7262" y="951"/>
                </a:lnTo>
                <a:lnTo>
                  <a:pt x="7335" y="951"/>
                </a:lnTo>
                <a:lnTo>
                  <a:pt x="7335" y="965"/>
                </a:lnTo>
                <a:moveTo>
                  <a:pt x="7218" y="965"/>
                </a:moveTo>
                <a:lnTo>
                  <a:pt x="7145" y="965"/>
                </a:lnTo>
                <a:lnTo>
                  <a:pt x="7145" y="951"/>
                </a:lnTo>
                <a:lnTo>
                  <a:pt x="7218" y="951"/>
                </a:lnTo>
                <a:lnTo>
                  <a:pt x="7218" y="965"/>
                </a:lnTo>
                <a:moveTo>
                  <a:pt x="7101" y="965"/>
                </a:moveTo>
                <a:lnTo>
                  <a:pt x="7028" y="965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5"/>
                </a:lnTo>
                <a:moveTo>
                  <a:pt x="6984" y="965"/>
                </a:moveTo>
                <a:lnTo>
                  <a:pt x="6911" y="965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5"/>
                </a:lnTo>
                <a:moveTo>
                  <a:pt x="6867" y="965"/>
                </a:moveTo>
                <a:lnTo>
                  <a:pt x="6794" y="965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5"/>
                </a:lnTo>
                <a:moveTo>
                  <a:pt x="6750" y="965"/>
                </a:moveTo>
                <a:lnTo>
                  <a:pt x="6676" y="965"/>
                </a:lnTo>
                <a:lnTo>
                  <a:pt x="6676" y="951"/>
                </a:lnTo>
                <a:lnTo>
                  <a:pt x="6750" y="951"/>
                </a:lnTo>
                <a:lnTo>
                  <a:pt x="6750" y="965"/>
                </a:lnTo>
                <a:moveTo>
                  <a:pt x="6632" y="965"/>
                </a:moveTo>
                <a:lnTo>
                  <a:pt x="6559" y="965"/>
                </a:lnTo>
                <a:lnTo>
                  <a:pt x="6559" y="951"/>
                </a:lnTo>
                <a:lnTo>
                  <a:pt x="6632" y="951"/>
                </a:lnTo>
                <a:lnTo>
                  <a:pt x="6632" y="965"/>
                </a:lnTo>
                <a:moveTo>
                  <a:pt x="6515" y="965"/>
                </a:moveTo>
                <a:lnTo>
                  <a:pt x="6442" y="965"/>
                </a:lnTo>
                <a:lnTo>
                  <a:pt x="6442" y="951"/>
                </a:lnTo>
                <a:lnTo>
                  <a:pt x="6515" y="951"/>
                </a:lnTo>
                <a:lnTo>
                  <a:pt x="6515" y="965"/>
                </a:lnTo>
                <a:moveTo>
                  <a:pt x="6398" y="965"/>
                </a:moveTo>
                <a:lnTo>
                  <a:pt x="6325" y="965"/>
                </a:lnTo>
                <a:lnTo>
                  <a:pt x="6325" y="951"/>
                </a:lnTo>
                <a:lnTo>
                  <a:pt x="6398" y="951"/>
                </a:lnTo>
                <a:lnTo>
                  <a:pt x="6398" y="965"/>
                </a:lnTo>
                <a:moveTo>
                  <a:pt x="6281" y="965"/>
                </a:moveTo>
                <a:lnTo>
                  <a:pt x="6208" y="965"/>
                </a:lnTo>
                <a:lnTo>
                  <a:pt x="6208" y="951"/>
                </a:lnTo>
                <a:lnTo>
                  <a:pt x="6281" y="951"/>
                </a:lnTo>
                <a:lnTo>
                  <a:pt x="6281" y="965"/>
                </a:lnTo>
                <a:moveTo>
                  <a:pt x="6164" y="965"/>
                </a:moveTo>
                <a:lnTo>
                  <a:pt x="6091" y="965"/>
                </a:lnTo>
                <a:lnTo>
                  <a:pt x="6091" y="951"/>
                </a:lnTo>
                <a:lnTo>
                  <a:pt x="6164" y="951"/>
                </a:lnTo>
                <a:lnTo>
                  <a:pt x="6164" y="965"/>
                </a:lnTo>
                <a:moveTo>
                  <a:pt x="6047" y="965"/>
                </a:moveTo>
                <a:lnTo>
                  <a:pt x="5974" y="965"/>
                </a:lnTo>
                <a:lnTo>
                  <a:pt x="5974" y="951"/>
                </a:lnTo>
                <a:lnTo>
                  <a:pt x="6047" y="951"/>
                </a:lnTo>
                <a:lnTo>
                  <a:pt x="6047" y="965"/>
                </a:lnTo>
                <a:moveTo>
                  <a:pt x="5930" y="965"/>
                </a:moveTo>
                <a:lnTo>
                  <a:pt x="5857" y="965"/>
                </a:lnTo>
                <a:lnTo>
                  <a:pt x="5857" y="951"/>
                </a:lnTo>
                <a:lnTo>
                  <a:pt x="5930" y="951"/>
                </a:lnTo>
                <a:lnTo>
                  <a:pt x="5930" y="965"/>
                </a:lnTo>
                <a:moveTo>
                  <a:pt x="5813" y="965"/>
                </a:moveTo>
                <a:lnTo>
                  <a:pt x="5740" y="965"/>
                </a:lnTo>
                <a:lnTo>
                  <a:pt x="5740" y="951"/>
                </a:lnTo>
                <a:lnTo>
                  <a:pt x="5813" y="951"/>
                </a:lnTo>
                <a:lnTo>
                  <a:pt x="5813" y="965"/>
                </a:lnTo>
                <a:moveTo>
                  <a:pt x="5696" y="965"/>
                </a:moveTo>
                <a:lnTo>
                  <a:pt x="5623" y="965"/>
                </a:lnTo>
                <a:lnTo>
                  <a:pt x="5623" y="951"/>
                </a:lnTo>
                <a:lnTo>
                  <a:pt x="5696" y="951"/>
                </a:lnTo>
                <a:lnTo>
                  <a:pt x="5696" y="965"/>
                </a:lnTo>
                <a:moveTo>
                  <a:pt x="5579" y="965"/>
                </a:moveTo>
                <a:lnTo>
                  <a:pt x="5506" y="965"/>
                </a:lnTo>
                <a:lnTo>
                  <a:pt x="5506" y="951"/>
                </a:lnTo>
                <a:lnTo>
                  <a:pt x="5579" y="951"/>
                </a:lnTo>
                <a:lnTo>
                  <a:pt x="5579" y="965"/>
                </a:lnTo>
                <a:moveTo>
                  <a:pt x="5462" y="965"/>
                </a:moveTo>
                <a:lnTo>
                  <a:pt x="5389" y="965"/>
                </a:lnTo>
                <a:lnTo>
                  <a:pt x="5389" y="951"/>
                </a:lnTo>
                <a:lnTo>
                  <a:pt x="5462" y="951"/>
                </a:lnTo>
                <a:lnTo>
                  <a:pt x="5462" y="965"/>
                </a:lnTo>
                <a:moveTo>
                  <a:pt x="5345" y="965"/>
                </a:moveTo>
                <a:lnTo>
                  <a:pt x="5272" y="965"/>
                </a:lnTo>
                <a:lnTo>
                  <a:pt x="5272" y="951"/>
                </a:lnTo>
                <a:lnTo>
                  <a:pt x="5345" y="951"/>
                </a:lnTo>
                <a:lnTo>
                  <a:pt x="5345" y="965"/>
                </a:lnTo>
                <a:moveTo>
                  <a:pt x="5228" y="965"/>
                </a:moveTo>
                <a:lnTo>
                  <a:pt x="5155" y="965"/>
                </a:lnTo>
                <a:lnTo>
                  <a:pt x="5155" y="951"/>
                </a:lnTo>
                <a:lnTo>
                  <a:pt x="5228" y="951"/>
                </a:lnTo>
                <a:lnTo>
                  <a:pt x="5228" y="965"/>
                </a:lnTo>
                <a:moveTo>
                  <a:pt x="5111" y="965"/>
                </a:moveTo>
                <a:lnTo>
                  <a:pt x="5038" y="965"/>
                </a:lnTo>
                <a:lnTo>
                  <a:pt x="5038" y="951"/>
                </a:lnTo>
                <a:lnTo>
                  <a:pt x="5111" y="951"/>
                </a:lnTo>
                <a:lnTo>
                  <a:pt x="5111" y="965"/>
                </a:lnTo>
                <a:moveTo>
                  <a:pt x="4994" y="965"/>
                </a:moveTo>
                <a:lnTo>
                  <a:pt x="4921" y="965"/>
                </a:lnTo>
                <a:lnTo>
                  <a:pt x="4921" y="951"/>
                </a:lnTo>
                <a:lnTo>
                  <a:pt x="4994" y="951"/>
                </a:lnTo>
                <a:lnTo>
                  <a:pt x="4994" y="965"/>
                </a:lnTo>
                <a:moveTo>
                  <a:pt x="4877" y="965"/>
                </a:moveTo>
                <a:lnTo>
                  <a:pt x="4804" y="965"/>
                </a:lnTo>
                <a:lnTo>
                  <a:pt x="4804" y="951"/>
                </a:lnTo>
                <a:lnTo>
                  <a:pt x="4877" y="951"/>
                </a:lnTo>
                <a:lnTo>
                  <a:pt x="4877" y="965"/>
                </a:lnTo>
                <a:moveTo>
                  <a:pt x="4760" y="965"/>
                </a:moveTo>
                <a:lnTo>
                  <a:pt x="4687" y="965"/>
                </a:lnTo>
                <a:lnTo>
                  <a:pt x="4687" y="951"/>
                </a:lnTo>
                <a:lnTo>
                  <a:pt x="4760" y="951"/>
                </a:lnTo>
                <a:lnTo>
                  <a:pt x="4760" y="965"/>
                </a:lnTo>
                <a:moveTo>
                  <a:pt x="4643" y="965"/>
                </a:moveTo>
                <a:lnTo>
                  <a:pt x="4570" y="965"/>
                </a:lnTo>
                <a:lnTo>
                  <a:pt x="4570" y="951"/>
                </a:lnTo>
                <a:lnTo>
                  <a:pt x="4643" y="951"/>
                </a:lnTo>
                <a:lnTo>
                  <a:pt x="4643" y="965"/>
                </a:lnTo>
                <a:moveTo>
                  <a:pt x="4526" y="965"/>
                </a:moveTo>
                <a:lnTo>
                  <a:pt x="4453" y="965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5"/>
                </a:lnTo>
                <a:moveTo>
                  <a:pt x="4409" y="965"/>
                </a:moveTo>
                <a:lnTo>
                  <a:pt x="4336" y="965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5"/>
                </a:lnTo>
                <a:moveTo>
                  <a:pt x="4292" y="965"/>
                </a:moveTo>
                <a:lnTo>
                  <a:pt x="4219" y="965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5"/>
                </a:lnTo>
                <a:moveTo>
                  <a:pt x="4175" y="965"/>
                </a:moveTo>
                <a:lnTo>
                  <a:pt x="4102" y="965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5"/>
                </a:lnTo>
                <a:moveTo>
                  <a:pt x="4058" y="965"/>
                </a:moveTo>
                <a:lnTo>
                  <a:pt x="3985" y="965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5"/>
                </a:lnTo>
                <a:moveTo>
                  <a:pt x="3941" y="965"/>
                </a:moveTo>
                <a:lnTo>
                  <a:pt x="3868" y="965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5"/>
                </a:lnTo>
                <a:moveTo>
                  <a:pt x="3824" y="965"/>
                </a:moveTo>
                <a:lnTo>
                  <a:pt x="3751" y="965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5"/>
                </a:lnTo>
                <a:moveTo>
                  <a:pt x="3707" y="965"/>
                </a:moveTo>
                <a:lnTo>
                  <a:pt x="3634" y="965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5"/>
                </a:lnTo>
                <a:moveTo>
                  <a:pt x="3590" y="965"/>
                </a:moveTo>
                <a:lnTo>
                  <a:pt x="3517" y="965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5"/>
                </a:lnTo>
                <a:moveTo>
                  <a:pt x="3473" y="965"/>
                </a:moveTo>
                <a:lnTo>
                  <a:pt x="3400" y="965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5"/>
                </a:lnTo>
                <a:moveTo>
                  <a:pt x="3356" y="965"/>
                </a:moveTo>
                <a:lnTo>
                  <a:pt x="3283" y="965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5"/>
                </a:lnTo>
                <a:moveTo>
                  <a:pt x="3239" y="965"/>
                </a:moveTo>
                <a:lnTo>
                  <a:pt x="3166" y="965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5"/>
                </a:lnTo>
                <a:moveTo>
                  <a:pt x="3122" y="965"/>
                </a:moveTo>
                <a:lnTo>
                  <a:pt x="3049" y="965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5"/>
                </a:lnTo>
                <a:moveTo>
                  <a:pt x="3005" y="965"/>
                </a:moveTo>
                <a:lnTo>
                  <a:pt x="2932" y="965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5"/>
                </a:lnTo>
                <a:moveTo>
                  <a:pt x="2888" y="965"/>
                </a:moveTo>
                <a:lnTo>
                  <a:pt x="2815" y="965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5"/>
                </a:lnTo>
                <a:moveTo>
                  <a:pt x="2771" y="965"/>
                </a:moveTo>
                <a:lnTo>
                  <a:pt x="2698" y="965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5"/>
                </a:lnTo>
                <a:moveTo>
                  <a:pt x="2654" y="965"/>
                </a:moveTo>
                <a:lnTo>
                  <a:pt x="2581" y="965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5"/>
                </a:lnTo>
                <a:moveTo>
                  <a:pt x="2537" y="965"/>
                </a:moveTo>
                <a:lnTo>
                  <a:pt x="2464" y="965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5"/>
                </a:lnTo>
                <a:moveTo>
                  <a:pt x="2420" y="965"/>
                </a:moveTo>
                <a:lnTo>
                  <a:pt x="2347" y="965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5"/>
                </a:lnTo>
                <a:moveTo>
                  <a:pt x="2303" y="965"/>
                </a:moveTo>
                <a:lnTo>
                  <a:pt x="2230" y="965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5"/>
                </a:lnTo>
                <a:moveTo>
                  <a:pt x="2186" y="965"/>
                </a:moveTo>
                <a:lnTo>
                  <a:pt x="2113" y="965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5"/>
                </a:lnTo>
                <a:moveTo>
                  <a:pt x="2069" y="965"/>
                </a:moveTo>
                <a:lnTo>
                  <a:pt x="1996" y="965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5"/>
                </a:lnTo>
                <a:moveTo>
                  <a:pt x="1952" y="965"/>
                </a:moveTo>
                <a:lnTo>
                  <a:pt x="1879" y="965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5"/>
                </a:lnTo>
                <a:moveTo>
                  <a:pt x="1836" y="965"/>
                </a:moveTo>
                <a:lnTo>
                  <a:pt x="1762" y="965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5"/>
                </a:lnTo>
                <a:moveTo>
                  <a:pt x="1719" y="965"/>
                </a:moveTo>
                <a:lnTo>
                  <a:pt x="1645" y="965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5"/>
                </a:lnTo>
                <a:moveTo>
                  <a:pt x="1602" y="965"/>
                </a:moveTo>
                <a:lnTo>
                  <a:pt x="1528" y="965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5"/>
                </a:lnTo>
                <a:moveTo>
                  <a:pt x="1485" y="965"/>
                </a:moveTo>
                <a:lnTo>
                  <a:pt x="1411" y="965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5"/>
                </a:lnTo>
                <a:moveTo>
                  <a:pt x="1368" y="965"/>
                </a:moveTo>
                <a:lnTo>
                  <a:pt x="1294" y="965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5"/>
                </a:lnTo>
                <a:moveTo>
                  <a:pt x="1251" y="965"/>
                </a:moveTo>
                <a:lnTo>
                  <a:pt x="1177" y="965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5"/>
                </a:lnTo>
                <a:moveTo>
                  <a:pt x="1134" y="965"/>
                </a:moveTo>
                <a:lnTo>
                  <a:pt x="1060" y="965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5"/>
                </a:lnTo>
                <a:moveTo>
                  <a:pt x="1017" y="965"/>
                </a:moveTo>
                <a:lnTo>
                  <a:pt x="943" y="965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5"/>
                </a:lnTo>
                <a:moveTo>
                  <a:pt x="900" y="965"/>
                </a:moveTo>
                <a:lnTo>
                  <a:pt x="826" y="965"/>
                </a:lnTo>
                <a:lnTo>
                  <a:pt x="826" y="951"/>
                </a:lnTo>
                <a:lnTo>
                  <a:pt x="900" y="951"/>
                </a:lnTo>
                <a:lnTo>
                  <a:pt x="900" y="965"/>
                </a:lnTo>
                <a:moveTo>
                  <a:pt x="783" y="965"/>
                </a:moveTo>
                <a:lnTo>
                  <a:pt x="709" y="965"/>
                </a:lnTo>
                <a:lnTo>
                  <a:pt x="709" y="951"/>
                </a:lnTo>
                <a:lnTo>
                  <a:pt x="783" y="951"/>
                </a:lnTo>
                <a:lnTo>
                  <a:pt x="783" y="965"/>
                </a:lnTo>
                <a:moveTo>
                  <a:pt x="666" y="965"/>
                </a:moveTo>
                <a:lnTo>
                  <a:pt x="592" y="965"/>
                </a:lnTo>
                <a:lnTo>
                  <a:pt x="592" y="951"/>
                </a:lnTo>
                <a:lnTo>
                  <a:pt x="666" y="951"/>
                </a:lnTo>
                <a:lnTo>
                  <a:pt x="666" y="965"/>
                </a:lnTo>
                <a:moveTo>
                  <a:pt x="549" y="965"/>
                </a:moveTo>
                <a:lnTo>
                  <a:pt x="475" y="965"/>
                </a:lnTo>
                <a:lnTo>
                  <a:pt x="475" y="951"/>
                </a:lnTo>
                <a:lnTo>
                  <a:pt x="549" y="951"/>
                </a:lnTo>
                <a:lnTo>
                  <a:pt x="549" y="965"/>
                </a:lnTo>
                <a:moveTo>
                  <a:pt x="432" y="965"/>
                </a:moveTo>
                <a:lnTo>
                  <a:pt x="358" y="965"/>
                </a:lnTo>
                <a:lnTo>
                  <a:pt x="358" y="951"/>
                </a:lnTo>
                <a:lnTo>
                  <a:pt x="432" y="951"/>
                </a:lnTo>
                <a:lnTo>
                  <a:pt x="432" y="965"/>
                </a:lnTo>
                <a:moveTo>
                  <a:pt x="315" y="965"/>
                </a:moveTo>
                <a:lnTo>
                  <a:pt x="241" y="965"/>
                </a:lnTo>
                <a:lnTo>
                  <a:pt x="241" y="951"/>
                </a:lnTo>
                <a:lnTo>
                  <a:pt x="315" y="951"/>
                </a:lnTo>
                <a:lnTo>
                  <a:pt x="315" y="965"/>
                </a:lnTo>
                <a:moveTo>
                  <a:pt x="198" y="965"/>
                </a:moveTo>
                <a:lnTo>
                  <a:pt x="124" y="965"/>
                </a:lnTo>
                <a:lnTo>
                  <a:pt x="124" y="951"/>
                </a:lnTo>
                <a:lnTo>
                  <a:pt x="198" y="951"/>
                </a:lnTo>
                <a:lnTo>
                  <a:pt x="198" y="965"/>
                </a:lnTo>
                <a:moveTo>
                  <a:pt x="81" y="965"/>
                </a:moveTo>
                <a:lnTo>
                  <a:pt x="7" y="965"/>
                </a:lnTo>
                <a:lnTo>
                  <a:pt x="7" y="951"/>
                </a:lnTo>
                <a:lnTo>
                  <a:pt x="81" y="951"/>
                </a:lnTo>
                <a:lnTo>
                  <a:pt x="81" y="965"/>
                </a:lnTo>
                <a:moveTo>
                  <a:pt x="0" y="914"/>
                </a:moveTo>
                <a:lnTo>
                  <a:pt x="0" y="840"/>
                </a:lnTo>
                <a:lnTo>
                  <a:pt x="15" y="840"/>
                </a:lnTo>
                <a:lnTo>
                  <a:pt x="15" y="914"/>
                </a:lnTo>
                <a:lnTo>
                  <a:pt x="0" y="914"/>
                </a:lnTo>
                <a:moveTo>
                  <a:pt x="0" y="796"/>
                </a:moveTo>
                <a:lnTo>
                  <a:pt x="0" y="723"/>
                </a:lnTo>
                <a:lnTo>
                  <a:pt x="15" y="723"/>
                </a:lnTo>
                <a:lnTo>
                  <a:pt x="15" y="796"/>
                </a:lnTo>
                <a:lnTo>
                  <a:pt x="0" y="796"/>
                </a:lnTo>
                <a:moveTo>
                  <a:pt x="0" y="679"/>
                </a:moveTo>
                <a:lnTo>
                  <a:pt x="0" y="606"/>
                </a:lnTo>
                <a:lnTo>
                  <a:pt x="15" y="606"/>
                </a:lnTo>
                <a:lnTo>
                  <a:pt x="15" y="679"/>
                </a:lnTo>
                <a:lnTo>
                  <a:pt x="0" y="679"/>
                </a:lnTo>
                <a:moveTo>
                  <a:pt x="0" y="562"/>
                </a:moveTo>
                <a:lnTo>
                  <a:pt x="0" y="489"/>
                </a:lnTo>
                <a:lnTo>
                  <a:pt x="15" y="489"/>
                </a:lnTo>
                <a:lnTo>
                  <a:pt x="15" y="562"/>
                </a:lnTo>
                <a:lnTo>
                  <a:pt x="0" y="562"/>
                </a:lnTo>
                <a:moveTo>
                  <a:pt x="0" y="446"/>
                </a:moveTo>
                <a:lnTo>
                  <a:pt x="0" y="372"/>
                </a:lnTo>
                <a:lnTo>
                  <a:pt x="15" y="372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5140800" y="337500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5140800" y="33933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2234880" y="3063960"/>
            <a:ext cx="10234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234880" y="3369240"/>
            <a:ext cx="844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2234880" y="3454200"/>
            <a:ext cx="2199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5372640" y="333288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5369760" y="3330360"/>
            <a:ext cx="1785240" cy="347400"/>
          </a:xfrm>
          <a:custGeom>
            <a:avLst/>
            <a:gdLst/>
            <a:ahLst/>
            <a:rect l="0" t="0" r="r" b="b"/>
            <a:pathLst>
              <a:path w="4959" h="965">
                <a:moveTo>
                  <a:pt x="125" y="0"/>
                </a:moveTo>
                <a:lnTo>
                  <a:pt x="198" y="0"/>
                </a:lnTo>
                <a:lnTo>
                  <a:pt x="198" y="14"/>
                </a:lnTo>
                <a:lnTo>
                  <a:pt x="125" y="14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4"/>
                </a:lnTo>
                <a:lnTo>
                  <a:pt x="242" y="14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4"/>
                </a:lnTo>
                <a:lnTo>
                  <a:pt x="359" y="14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4"/>
                </a:lnTo>
                <a:lnTo>
                  <a:pt x="476" y="14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4"/>
                </a:lnTo>
                <a:lnTo>
                  <a:pt x="593" y="14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4"/>
                </a:lnTo>
                <a:lnTo>
                  <a:pt x="710" y="14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4"/>
                </a:lnTo>
                <a:lnTo>
                  <a:pt x="827" y="14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4"/>
                </a:lnTo>
                <a:lnTo>
                  <a:pt x="944" y="14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4"/>
                </a:lnTo>
                <a:lnTo>
                  <a:pt x="1061" y="14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4"/>
                </a:lnTo>
                <a:lnTo>
                  <a:pt x="1178" y="14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4"/>
                </a:lnTo>
                <a:lnTo>
                  <a:pt x="1295" y="14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4"/>
                </a:lnTo>
                <a:lnTo>
                  <a:pt x="1412" y="14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4"/>
                </a:lnTo>
                <a:lnTo>
                  <a:pt x="1529" y="14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4"/>
                </a:lnTo>
                <a:lnTo>
                  <a:pt x="1646" y="14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4"/>
                </a:lnTo>
                <a:lnTo>
                  <a:pt x="1763" y="14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4"/>
                </a:lnTo>
                <a:lnTo>
                  <a:pt x="1880" y="14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4"/>
                </a:lnTo>
                <a:lnTo>
                  <a:pt x="1997" y="14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4"/>
                </a:lnTo>
                <a:lnTo>
                  <a:pt x="2114" y="14"/>
                </a:lnTo>
                <a:lnTo>
                  <a:pt x="2114" y="0"/>
                </a:lnTo>
                <a:moveTo>
                  <a:pt x="2231" y="0"/>
                </a:moveTo>
                <a:lnTo>
                  <a:pt x="2304" y="0"/>
                </a:lnTo>
                <a:lnTo>
                  <a:pt x="2304" y="14"/>
                </a:lnTo>
                <a:lnTo>
                  <a:pt x="2231" y="14"/>
                </a:lnTo>
                <a:lnTo>
                  <a:pt x="2231" y="0"/>
                </a:lnTo>
                <a:moveTo>
                  <a:pt x="2348" y="0"/>
                </a:moveTo>
                <a:lnTo>
                  <a:pt x="2421" y="0"/>
                </a:lnTo>
                <a:lnTo>
                  <a:pt x="2421" y="14"/>
                </a:lnTo>
                <a:lnTo>
                  <a:pt x="2348" y="14"/>
                </a:lnTo>
                <a:lnTo>
                  <a:pt x="2348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4"/>
                </a:lnTo>
                <a:lnTo>
                  <a:pt x="2466" y="14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4"/>
                </a:lnTo>
                <a:lnTo>
                  <a:pt x="2583" y="14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4"/>
                </a:lnTo>
                <a:lnTo>
                  <a:pt x="2700" y="14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4"/>
                </a:lnTo>
                <a:lnTo>
                  <a:pt x="2817" y="14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4"/>
                </a:lnTo>
                <a:lnTo>
                  <a:pt x="2934" y="14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4"/>
                </a:lnTo>
                <a:lnTo>
                  <a:pt x="3051" y="14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4"/>
                </a:lnTo>
                <a:lnTo>
                  <a:pt x="3168" y="14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4"/>
                </a:lnTo>
                <a:lnTo>
                  <a:pt x="3285" y="14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4"/>
                </a:lnTo>
                <a:lnTo>
                  <a:pt x="3402" y="14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4"/>
                </a:lnTo>
                <a:lnTo>
                  <a:pt x="3519" y="14"/>
                </a:lnTo>
                <a:lnTo>
                  <a:pt x="3519" y="0"/>
                </a:lnTo>
                <a:moveTo>
                  <a:pt x="3636" y="0"/>
                </a:moveTo>
                <a:lnTo>
                  <a:pt x="3709" y="0"/>
                </a:lnTo>
                <a:lnTo>
                  <a:pt x="3709" y="14"/>
                </a:lnTo>
                <a:lnTo>
                  <a:pt x="3636" y="14"/>
                </a:lnTo>
                <a:lnTo>
                  <a:pt x="3636" y="0"/>
                </a:lnTo>
                <a:moveTo>
                  <a:pt x="3753" y="0"/>
                </a:moveTo>
                <a:lnTo>
                  <a:pt x="3826" y="0"/>
                </a:lnTo>
                <a:lnTo>
                  <a:pt x="3826" y="14"/>
                </a:lnTo>
                <a:lnTo>
                  <a:pt x="3753" y="14"/>
                </a:lnTo>
                <a:lnTo>
                  <a:pt x="3753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4"/>
                </a:lnTo>
                <a:lnTo>
                  <a:pt x="3869" y="14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4"/>
                </a:lnTo>
                <a:lnTo>
                  <a:pt x="3986" y="14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4"/>
                </a:lnTo>
                <a:lnTo>
                  <a:pt x="4103" y="14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9" y="0"/>
                </a:lnTo>
                <a:lnTo>
                  <a:pt x="4959" y="51"/>
                </a:lnTo>
                <a:lnTo>
                  <a:pt x="4944" y="51"/>
                </a:lnTo>
                <a:lnTo>
                  <a:pt x="4944" y="7"/>
                </a:lnTo>
                <a:lnTo>
                  <a:pt x="4952" y="7"/>
                </a:lnTo>
                <a:lnTo>
                  <a:pt x="4952" y="14"/>
                </a:lnTo>
                <a:lnTo>
                  <a:pt x="4922" y="14"/>
                </a:lnTo>
                <a:lnTo>
                  <a:pt x="4922" y="0"/>
                </a:lnTo>
                <a:moveTo>
                  <a:pt x="4959" y="95"/>
                </a:moveTo>
                <a:lnTo>
                  <a:pt x="4959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9" y="95"/>
                </a:lnTo>
                <a:moveTo>
                  <a:pt x="4959" y="212"/>
                </a:moveTo>
                <a:lnTo>
                  <a:pt x="4959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9" y="212"/>
                </a:lnTo>
                <a:moveTo>
                  <a:pt x="4959" y="329"/>
                </a:moveTo>
                <a:lnTo>
                  <a:pt x="4959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9" y="329"/>
                </a:lnTo>
                <a:moveTo>
                  <a:pt x="4959" y="446"/>
                </a:moveTo>
                <a:lnTo>
                  <a:pt x="4959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9" y="446"/>
                </a:lnTo>
                <a:moveTo>
                  <a:pt x="4959" y="562"/>
                </a:moveTo>
                <a:lnTo>
                  <a:pt x="4959" y="636"/>
                </a:lnTo>
                <a:lnTo>
                  <a:pt x="4944" y="636"/>
                </a:lnTo>
                <a:lnTo>
                  <a:pt x="4944" y="562"/>
                </a:lnTo>
                <a:lnTo>
                  <a:pt x="4959" y="562"/>
                </a:lnTo>
                <a:moveTo>
                  <a:pt x="4959" y="679"/>
                </a:moveTo>
                <a:lnTo>
                  <a:pt x="4959" y="753"/>
                </a:lnTo>
                <a:lnTo>
                  <a:pt x="4944" y="753"/>
                </a:lnTo>
                <a:lnTo>
                  <a:pt x="4944" y="679"/>
                </a:lnTo>
                <a:lnTo>
                  <a:pt x="4959" y="679"/>
                </a:lnTo>
                <a:moveTo>
                  <a:pt x="4959" y="796"/>
                </a:moveTo>
                <a:lnTo>
                  <a:pt x="4959" y="869"/>
                </a:lnTo>
                <a:lnTo>
                  <a:pt x="4944" y="869"/>
                </a:lnTo>
                <a:lnTo>
                  <a:pt x="4944" y="796"/>
                </a:lnTo>
                <a:lnTo>
                  <a:pt x="4959" y="796"/>
                </a:lnTo>
                <a:moveTo>
                  <a:pt x="4959" y="914"/>
                </a:moveTo>
                <a:lnTo>
                  <a:pt x="4959" y="965"/>
                </a:lnTo>
                <a:lnTo>
                  <a:pt x="4922" y="965"/>
                </a:lnTo>
                <a:lnTo>
                  <a:pt x="4922" y="951"/>
                </a:lnTo>
                <a:lnTo>
                  <a:pt x="4952" y="951"/>
                </a:lnTo>
                <a:lnTo>
                  <a:pt x="4952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9" y="914"/>
                </a:lnTo>
                <a:moveTo>
                  <a:pt x="4879" y="965"/>
                </a:moveTo>
                <a:lnTo>
                  <a:pt x="4805" y="965"/>
                </a:lnTo>
                <a:lnTo>
                  <a:pt x="4805" y="951"/>
                </a:lnTo>
                <a:lnTo>
                  <a:pt x="4879" y="951"/>
                </a:lnTo>
                <a:lnTo>
                  <a:pt x="4879" y="965"/>
                </a:lnTo>
                <a:moveTo>
                  <a:pt x="4762" y="965"/>
                </a:moveTo>
                <a:lnTo>
                  <a:pt x="4688" y="965"/>
                </a:lnTo>
                <a:lnTo>
                  <a:pt x="4688" y="951"/>
                </a:lnTo>
                <a:lnTo>
                  <a:pt x="4762" y="951"/>
                </a:lnTo>
                <a:lnTo>
                  <a:pt x="4762" y="965"/>
                </a:lnTo>
                <a:moveTo>
                  <a:pt x="4645" y="965"/>
                </a:moveTo>
                <a:lnTo>
                  <a:pt x="4571" y="965"/>
                </a:lnTo>
                <a:lnTo>
                  <a:pt x="4571" y="951"/>
                </a:lnTo>
                <a:lnTo>
                  <a:pt x="4645" y="951"/>
                </a:lnTo>
                <a:lnTo>
                  <a:pt x="4645" y="965"/>
                </a:lnTo>
                <a:moveTo>
                  <a:pt x="4528" y="965"/>
                </a:moveTo>
                <a:lnTo>
                  <a:pt x="4454" y="965"/>
                </a:lnTo>
                <a:lnTo>
                  <a:pt x="4454" y="951"/>
                </a:lnTo>
                <a:lnTo>
                  <a:pt x="4528" y="951"/>
                </a:lnTo>
                <a:lnTo>
                  <a:pt x="4528" y="965"/>
                </a:lnTo>
                <a:moveTo>
                  <a:pt x="4411" y="965"/>
                </a:moveTo>
                <a:lnTo>
                  <a:pt x="4337" y="965"/>
                </a:lnTo>
                <a:lnTo>
                  <a:pt x="4337" y="951"/>
                </a:lnTo>
                <a:lnTo>
                  <a:pt x="4411" y="951"/>
                </a:lnTo>
                <a:lnTo>
                  <a:pt x="4411" y="965"/>
                </a:lnTo>
                <a:moveTo>
                  <a:pt x="4294" y="965"/>
                </a:moveTo>
                <a:lnTo>
                  <a:pt x="4220" y="965"/>
                </a:lnTo>
                <a:lnTo>
                  <a:pt x="4220" y="951"/>
                </a:lnTo>
                <a:lnTo>
                  <a:pt x="4294" y="951"/>
                </a:lnTo>
                <a:lnTo>
                  <a:pt x="4294" y="965"/>
                </a:lnTo>
                <a:moveTo>
                  <a:pt x="4177" y="965"/>
                </a:moveTo>
                <a:lnTo>
                  <a:pt x="4103" y="965"/>
                </a:lnTo>
                <a:lnTo>
                  <a:pt x="4103" y="951"/>
                </a:lnTo>
                <a:lnTo>
                  <a:pt x="4177" y="951"/>
                </a:lnTo>
                <a:lnTo>
                  <a:pt x="4177" y="965"/>
                </a:lnTo>
                <a:moveTo>
                  <a:pt x="4060" y="965"/>
                </a:moveTo>
                <a:lnTo>
                  <a:pt x="3986" y="965"/>
                </a:lnTo>
                <a:lnTo>
                  <a:pt x="3986" y="951"/>
                </a:lnTo>
                <a:lnTo>
                  <a:pt x="4060" y="951"/>
                </a:lnTo>
                <a:lnTo>
                  <a:pt x="4060" y="965"/>
                </a:lnTo>
                <a:moveTo>
                  <a:pt x="3943" y="965"/>
                </a:moveTo>
                <a:lnTo>
                  <a:pt x="3869" y="965"/>
                </a:lnTo>
                <a:lnTo>
                  <a:pt x="3869" y="951"/>
                </a:lnTo>
                <a:lnTo>
                  <a:pt x="3943" y="951"/>
                </a:lnTo>
                <a:lnTo>
                  <a:pt x="3943" y="965"/>
                </a:lnTo>
                <a:moveTo>
                  <a:pt x="3826" y="965"/>
                </a:moveTo>
                <a:lnTo>
                  <a:pt x="3753" y="965"/>
                </a:lnTo>
                <a:lnTo>
                  <a:pt x="3753" y="951"/>
                </a:lnTo>
                <a:lnTo>
                  <a:pt x="3826" y="951"/>
                </a:lnTo>
                <a:lnTo>
                  <a:pt x="3826" y="965"/>
                </a:lnTo>
                <a:moveTo>
                  <a:pt x="3709" y="965"/>
                </a:moveTo>
                <a:lnTo>
                  <a:pt x="3636" y="965"/>
                </a:lnTo>
                <a:lnTo>
                  <a:pt x="3636" y="951"/>
                </a:lnTo>
                <a:lnTo>
                  <a:pt x="3709" y="951"/>
                </a:lnTo>
                <a:lnTo>
                  <a:pt x="3709" y="965"/>
                </a:lnTo>
                <a:moveTo>
                  <a:pt x="3592" y="965"/>
                </a:moveTo>
                <a:lnTo>
                  <a:pt x="3519" y="965"/>
                </a:lnTo>
                <a:lnTo>
                  <a:pt x="3519" y="951"/>
                </a:lnTo>
                <a:lnTo>
                  <a:pt x="3592" y="951"/>
                </a:lnTo>
                <a:lnTo>
                  <a:pt x="3592" y="965"/>
                </a:lnTo>
                <a:moveTo>
                  <a:pt x="3475" y="965"/>
                </a:moveTo>
                <a:lnTo>
                  <a:pt x="3402" y="965"/>
                </a:lnTo>
                <a:lnTo>
                  <a:pt x="3402" y="951"/>
                </a:lnTo>
                <a:lnTo>
                  <a:pt x="3475" y="951"/>
                </a:lnTo>
                <a:lnTo>
                  <a:pt x="3475" y="965"/>
                </a:lnTo>
                <a:moveTo>
                  <a:pt x="3358" y="965"/>
                </a:moveTo>
                <a:lnTo>
                  <a:pt x="3285" y="965"/>
                </a:lnTo>
                <a:lnTo>
                  <a:pt x="3285" y="951"/>
                </a:lnTo>
                <a:lnTo>
                  <a:pt x="3358" y="951"/>
                </a:lnTo>
                <a:lnTo>
                  <a:pt x="3358" y="965"/>
                </a:lnTo>
                <a:moveTo>
                  <a:pt x="3241" y="965"/>
                </a:moveTo>
                <a:lnTo>
                  <a:pt x="3168" y="965"/>
                </a:lnTo>
                <a:lnTo>
                  <a:pt x="3168" y="951"/>
                </a:lnTo>
                <a:lnTo>
                  <a:pt x="3241" y="951"/>
                </a:lnTo>
                <a:lnTo>
                  <a:pt x="3241" y="965"/>
                </a:lnTo>
                <a:moveTo>
                  <a:pt x="3124" y="965"/>
                </a:moveTo>
                <a:lnTo>
                  <a:pt x="3051" y="965"/>
                </a:lnTo>
                <a:lnTo>
                  <a:pt x="3051" y="951"/>
                </a:lnTo>
                <a:lnTo>
                  <a:pt x="3124" y="951"/>
                </a:lnTo>
                <a:lnTo>
                  <a:pt x="3124" y="965"/>
                </a:lnTo>
                <a:moveTo>
                  <a:pt x="3007" y="965"/>
                </a:moveTo>
                <a:lnTo>
                  <a:pt x="2934" y="965"/>
                </a:lnTo>
                <a:lnTo>
                  <a:pt x="2934" y="951"/>
                </a:lnTo>
                <a:lnTo>
                  <a:pt x="3007" y="951"/>
                </a:lnTo>
                <a:lnTo>
                  <a:pt x="3007" y="965"/>
                </a:lnTo>
                <a:moveTo>
                  <a:pt x="2890" y="965"/>
                </a:moveTo>
                <a:lnTo>
                  <a:pt x="2817" y="965"/>
                </a:lnTo>
                <a:lnTo>
                  <a:pt x="2817" y="951"/>
                </a:lnTo>
                <a:lnTo>
                  <a:pt x="2890" y="951"/>
                </a:lnTo>
                <a:lnTo>
                  <a:pt x="2890" y="965"/>
                </a:lnTo>
                <a:moveTo>
                  <a:pt x="2773" y="965"/>
                </a:moveTo>
                <a:lnTo>
                  <a:pt x="2700" y="965"/>
                </a:lnTo>
                <a:lnTo>
                  <a:pt x="2700" y="951"/>
                </a:lnTo>
                <a:lnTo>
                  <a:pt x="2773" y="951"/>
                </a:lnTo>
                <a:lnTo>
                  <a:pt x="2773" y="965"/>
                </a:lnTo>
                <a:moveTo>
                  <a:pt x="2656" y="965"/>
                </a:moveTo>
                <a:lnTo>
                  <a:pt x="2583" y="965"/>
                </a:lnTo>
                <a:lnTo>
                  <a:pt x="2583" y="951"/>
                </a:lnTo>
                <a:lnTo>
                  <a:pt x="2656" y="951"/>
                </a:lnTo>
                <a:lnTo>
                  <a:pt x="2656" y="965"/>
                </a:lnTo>
                <a:moveTo>
                  <a:pt x="2539" y="965"/>
                </a:moveTo>
                <a:lnTo>
                  <a:pt x="2466" y="965"/>
                </a:lnTo>
                <a:lnTo>
                  <a:pt x="2466" y="951"/>
                </a:lnTo>
                <a:lnTo>
                  <a:pt x="2539" y="951"/>
                </a:lnTo>
                <a:lnTo>
                  <a:pt x="2539" y="965"/>
                </a:lnTo>
                <a:moveTo>
                  <a:pt x="2421" y="965"/>
                </a:moveTo>
                <a:lnTo>
                  <a:pt x="2348" y="965"/>
                </a:lnTo>
                <a:lnTo>
                  <a:pt x="2348" y="951"/>
                </a:lnTo>
                <a:lnTo>
                  <a:pt x="2421" y="951"/>
                </a:lnTo>
                <a:lnTo>
                  <a:pt x="2421" y="965"/>
                </a:lnTo>
                <a:moveTo>
                  <a:pt x="2304" y="965"/>
                </a:moveTo>
                <a:lnTo>
                  <a:pt x="2231" y="965"/>
                </a:lnTo>
                <a:lnTo>
                  <a:pt x="2231" y="951"/>
                </a:lnTo>
                <a:lnTo>
                  <a:pt x="2304" y="951"/>
                </a:lnTo>
                <a:lnTo>
                  <a:pt x="2304" y="965"/>
                </a:lnTo>
                <a:moveTo>
                  <a:pt x="2187" y="965"/>
                </a:moveTo>
                <a:lnTo>
                  <a:pt x="2114" y="965"/>
                </a:lnTo>
                <a:lnTo>
                  <a:pt x="2114" y="951"/>
                </a:lnTo>
                <a:lnTo>
                  <a:pt x="2187" y="951"/>
                </a:lnTo>
                <a:lnTo>
                  <a:pt x="2187" y="965"/>
                </a:lnTo>
                <a:moveTo>
                  <a:pt x="2070" y="965"/>
                </a:moveTo>
                <a:lnTo>
                  <a:pt x="1997" y="965"/>
                </a:lnTo>
                <a:lnTo>
                  <a:pt x="1997" y="951"/>
                </a:lnTo>
                <a:lnTo>
                  <a:pt x="2070" y="951"/>
                </a:lnTo>
                <a:lnTo>
                  <a:pt x="2070" y="965"/>
                </a:lnTo>
                <a:moveTo>
                  <a:pt x="1953" y="965"/>
                </a:moveTo>
                <a:lnTo>
                  <a:pt x="1880" y="965"/>
                </a:lnTo>
                <a:lnTo>
                  <a:pt x="1880" y="951"/>
                </a:lnTo>
                <a:lnTo>
                  <a:pt x="1953" y="951"/>
                </a:lnTo>
                <a:lnTo>
                  <a:pt x="1953" y="965"/>
                </a:lnTo>
                <a:moveTo>
                  <a:pt x="1836" y="965"/>
                </a:moveTo>
                <a:lnTo>
                  <a:pt x="1763" y="965"/>
                </a:lnTo>
                <a:lnTo>
                  <a:pt x="1763" y="951"/>
                </a:lnTo>
                <a:lnTo>
                  <a:pt x="1836" y="951"/>
                </a:lnTo>
                <a:lnTo>
                  <a:pt x="1836" y="965"/>
                </a:lnTo>
                <a:moveTo>
                  <a:pt x="1719" y="965"/>
                </a:moveTo>
                <a:lnTo>
                  <a:pt x="1646" y="965"/>
                </a:lnTo>
                <a:lnTo>
                  <a:pt x="1646" y="951"/>
                </a:lnTo>
                <a:lnTo>
                  <a:pt x="1719" y="951"/>
                </a:lnTo>
                <a:lnTo>
                  <a:pt x="1719" y="965"/>
                </a:lnTo>
                <a:moveTo>
                  <a:pt x="1602" y="965"/>
                </a:moveTo>
                <a:lnTo>
                  <a:pt x="1529" y="965"/>
                </a:lnTo>
                <a:lnTo>
                  <a:pt x="1529" y="951"/>
                </a:lnTo>
                <a:lnTo>
                  <a:pt x="1602" y="951"/>
                </a:lnTo>
                <a:lnTo>
                  <a:pt x="1602" y="965"/>
                </a:lnTo>
                <a:moveTo>
                  <a:pt x="1485" y="965"/>
                </a:moveTo>
                <a:lnTo>
                  <a:pt x="1412" y="965"/>
                </a:lnTo>
                <a:lnTo>
                  <a:pt x="1412" y="951"/>
                </a:lnTo>
                <a:lnTo>
                  <a:pt x="1485" y="951"/>
                </a:lnTo>
                <a:lnTo>
                  <a:pt x="1485" y="965"/>
                </a:lnTo>
                <a:moveTo>
                  <a:pt x="1368" y="965"/>
                </a:moveTo>
                <a:lnTo>
                  <a:pt x="1295" y="965"/>
                </a:lnTo>
                <a:lnTo>
                  <a:pt x="1295" y="951"/>
                </a:lnTo>
                <a:lnTo>
                  <a:pt x="1368" y="951"/>
                </a:lnTo>
                <a:lnTo>
                  <a:pt x="1368" y="965"/>
                </a:lnTo>
                <a:moveTo>
                  <a:pt x="1251" y="965"/>
                </a:moveTo>
                <a:lnTo>
                  <a:pt x="1178" y="965"/>
                </a:lnTo>
                <a:lnTo>
                  <a:pt x="1178" y="951"/>
                </a:lnTo>
                <a:lnTo>
                  <a:pt x="1251" y="951"/>
                </a:lnTo>
                <a:lnTo>
                  <a:pt x="1251" y="965"/>
                </a:lnTo>
                <a:moveTo>
                  <a:pt x="1134" y="965"/>
                </a:moveTo>
                <a:lnTo>
                  <a:pt x="1061" y="965"/>
                </a:lnTo>
                <a:lnTo>
                  <a:pt x="1061" y="951"/>
                </a:lnTo>
                <a:lnTo>
                  <a:pt x="1134" y="951"/>
                </a:lnTo>
                <a:lnTo>
                  <a:pt x="1134" y="965"/>
                </a:lnTo>
                <a:moveTo>
                  <a:pt x="1017" y="965"/>
                </a:moveTo>
                <a:lnTo>
                  <a:pt x="944" y="965"/>
                </a:lnTo>
                <a:lnTo>
                  <a:pt x="944" y="951"/>
                </a:lnTo>
                <a:lnTo>
                  <a:pt x="1017" y="951"/>
                </a:lnTo>
                <a:lnTo>
                  <a:pt x="1017" y="965"/>
                </a:lnTo>
                <a:moveTo>
                  <a:pt x="900" y="965"/>
                </a:moveTo>
                <a:lnTo>
                  <a:pt x="827" y="965"/>
                </a:lnTo>
                <a:lnTo>
                  <a:pt x="827" y="951"/>
                </a:lnTo>
                <a:lnTo>
                  <a:pt x="900" y="951"/>
                </a:lnTo>
                <a:lnTo>
                  <a:pt x="900" y="965"/>
                </a:lnTo>
                <a:moveTo>
                  <a:pt x="783" y="965"/>
                </a:moveTo>
                <a:lnTo>
                  <a:pt x="710" y="965"/>
                </a:lnTo>
                <a:lnTo>
                  <a:pt x="710" y="951"/>
                </a:lnTo>
                <a:lnTo>
                  <a:pt x="783" y="951"/>
                </a:lnTo>
                <a:lnTo>
                  <a:pt x="783" y="965"/>
                </a:lnTo>
                <a:moveTo>
                  <a:pt x="666" y="965"/>
                </a:moveTo>
                <a:lnTo>
                  <a:pt x="593" y="965"/>
                </a:lnTo>
                <a:lnTo>
                  <a:pt x="593" y="951"/>
                </a:lnTo>
                <a:lnTo>
                  <a:pt x="666" y="951"/>
                </a:lnTo>
                <a:lnTo>
                  <a:pt x="666" y="965"/>
                </a:lnTo>
                <a:moveTo>
                  <a:pt x="549" y="965"/>
                </a:moveTo>
                <a:lnTo>
                  <a:pt x="476" y="965"/>
                </a:lnTo>
                <a:lnTo>
                  <a:pt x="476" y="951"/>
                </a:lnTo>
                <a:lnTo>
                  <a:pt x="549" y="951"/>
                </a:lnTo>
                <a:lnTo>
                  <a:pt x="549" y="965"/>
                </a:lnTo>
                <a:moveTo>
                  <a:pt x="432" y="965"/>
                </a:moveTo>
                <a:lnTo>
                  <a:pt x="359" y="965"/>
                </a:lnTo>
                <a:lnTo>
                  <a:pt x="359" y="951"/>
                </a:lnTo>
                <a:lnTo>
                  <a:pt x="432" y="951"/>
                </a:lnTo>
                <a:lnTo>
                  <a:pt x="432" y="965"/>
                </a:lnTo>
                <a:moveTo>
                  <a:pt x="315" y="965"/>
                </a:moveTo>
                <a:lnTo>
                  <a:pt x="242" y="965"/>
                </a:lnTo>
                <a:lnTo>
                  <a:pt x="242" y="951"/>
                </a:lnTo>
                <a:lnTo>
                  <a:pt x="315" y="951"/>
                </a:lnTo>
                <a:lnTo>
                  <a:pt x="315" y="965"/>
                </a:lnTo>
                <a:moveTo>
                  <a:pt x="198" y="965"/>
                </a:moveTo>
                <a:lnTo>
                  <a:pt x="125" y="965"/>
                </a:lnTo>
                <a:lnTo>
                  <a:pt x="125" y="951"/>
                </a:lnTo>
                <a:lnTo>
                  <a:pt x="198" y="951"/>
                </a:lnTo>
                <a:lnTo>
                  <a:pt x="198" y="965"/>
                </a:lnTo>
                <a:moveTo>
                  <a:pt x="81" y="965"/>
                </a:moveTo>
                <a:lnTo>
                  <a:pt x="8" y="965"/>
                </a:lnTo>
                <a:lnTo>
                  <a:pt x="8" y="951"/>
                </a:lnTo>
                <a:lnTo>
                  <a:pt x="81" y="951"/>
                </a:lnTo>
                <a:lnTo>
                  <a:pt x="81" y="965"/>
                </a:lnTo>
                <a:moveTo>
                  <a:pt x="0" y="914"/>
                </a:moveTo>
                <a:lnTo>
                  <a:pt x="0" y="840"/>
                </a:lnTo>
                <a:lnTo>
                  <a:pt x="15" y="840"/>
                </a:lnTo>
                <a:lnTo>
                  <a:pt x="15" y="914"/>
                </a:lnTo>
                <a:lnTo>
                  <a:pt x="0" y="914"/>
                </a:lnTo>
                <a:moveTo>
                  <a:pt x="0" y="796"/>
                </a:moveTo>
                <a:lnTo>
                  <a:pt x="0" y="723"/>
                </a:lnTo>
                <a:lnTo>
                  <a:pt x="15" y="723"/>
                </a:lnTo>
                <a:lnTo>
                  <a:pt x="15" y="796"/>
                </a:lnTo>
                <a:lnTo>
                  <a:pt x="0" y="796"/>
                </a:lnTo>
                <a:moveTo>
                  <a:pt x="0" y="679"/>
                </a:moveTo>
                <a:lnTo>
                  <a:pt x="0" y="606"/>
                </a:lnTo>
                <a:lnTo>
                  <a:pt x="15" y="606"/>
                </a:lnTo>
                <a:lnTo>
                  <a:pt x="15" y="679"/>
                </a:lnTo>
                <a:lnTo>
                  <a:pt x="0" y="679"/>
                </a:lnTo>
                <a:moveTo>
                  <a:pt x="0" y="562"/>
                </a:moveTo>
                <a:lnTo>
                  <a:pt x="0" y="489"/>
                </a:lnTo>
                <a:lnTo>
                  <a:pt x="15" y="489"/>
                </a:lnTo>
                <a:lnTo>
                  <a:pt x="15" y="562"/>
                </a:lnTo>
                <a:lnTo>
                  <a:pt x="0" y="562"/>
                </a:lnTo>
                <a:moveTo>
                  <a:pt x="0" y="446"/>
                </a:moveTo>
                <a:lnTo>
                  <a:pt x="0" y="372"/>
                </a:lnTo>
                <a:lnTo>
                  <a:pt x="15" y="372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8" y="0"/>
                </a:moveTo>
                <a:lnTo>
                  <a:pt x="81" y="0"/>
                </a:lnTo>
                <a:lnTo>
                  <a:pt x="81" y="14"/>
                </a:lnTo>
                <a:lnTo>
                  <a:pt x="8" y="14"/>
                </a:lnTo>
                <a:lnTo>
                  <a:pt x="8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7046640" y="337500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7046640" y="33933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2234880" y="3553200"/>
            <a:ext cx="2416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5425200" y="3369240"/>
            <a:ext cx="1357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5425200" y="3454200"/>
            <a:ext cx="1241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2181960" y="3822120"/>
            <a:ext cx="2364480" cy="342720"/>
          </a:xfrm>
          <a:custGeom>
            <a:avLst/>
            <a:gdLst/>
            <a:ahLst/>
            <a:rect l="0" t="0" r="r" b="b"/>
            <a:pathLst>
              <a:path w="6568" h="952">
                <a:moveTo>
                  <a:pt x="0" y="0"/>
                </a:moveTo>
                <a:lnTo>
                  <a:pt x="6568" y="0"/>
                </a:lnTo>
                <a:lnTo>
                  <a:pt x="6568" y="952"/>
                </a:lnTo>
                <a:lnTo>
                  <a:pt x="0" y="9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2179440" y="3819600"/>
            <a:ext cx="2369520" cy="347760"/>
          </a:xfrm>
          <a:custGeom>
            <a:avLst/>
            <a:gdLst/>
            <a:ahLst/>
            <a:rect l="0" t="0" r="r" b="b"/>
            <a:pathLst>
              <a:path w="6582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5" y="0"/>
                </a:lnTo>
                <a:lnTo>
                  <a:pt x="3825" y="15"/>
                </a:lnTo>
                <a:lnTo>
                  <a:pt x="3751" y="15"/>
                </a:lnTo>
                <a:lnTo>
                  <a:pt x="3751" y="0"/>
                </a:lnTo>
                <a:moveTo>
                  <a:pt x="3869" y="0"/>
                </a:moveTo>
                <a:lnTo>
                  <a:pt x="3942" y="0"/>
                </a:lnTo>
                <a:lnTo>
                  <a:pt x="3942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59" y="0"/>
                </a:lnTo>
                <a:lnTo>
                  <a:pt x="4059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6" y="0"/>
                </a:lnTo>
                <a:lnTo>
                  <a:pt x="4176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582" y="0"/>
                </a:lnTo>
                <a:lnTo>
                  <a:pt x="6582" y="66"/>
                </a:lnTo>
                <a:lnTo>
                  <a:pt x="6567" y="66"/>
                </a:lnTo>
                <a:lnTo>
                  <a:pt x="6567" y="7"/>
                </a:lnTo>
                <a:lnTo>
                  <a:pt x="6575" y="7"/>
                </a:lnTo>
                <a:lnTo>
                  <a:pt x="6575" y="15"/>
                </a:lnTo>
                <a:lnTo>
                  <a:pt x="6560" y="15"/>
                </a:lnTo>
                <a:lnTo>
                  <a:pt x="6560" y="0"/>
                </a:lnTo>
                <a:moveTo>
                  <a:pt x="6582" y="110"/>
                </a:moveTo>
                <a:lnTo>
                  <a:pt x="6582" y="183"/>
                </a:lnTo>
                <a:lnTo>
                  <a:pt x="6567" y="183"/>
                </a:lnTo>
                <a:lnTo>
                  <a:pt x="6567" y="110"/>
                </a:lnTo>
                <a:lnTo>
                  <a:pt x="6582" y="110"/>
                </a:lnTo>
                <a:moveTo>
                  <a:pt x="6582" y="227"/>
                </a:moveTo>
                <a:lnTo>
                  <a:pt x="6582" y="300"/>
                </a:lnTo>
                <a:lnTo>
                  <a:pt x="6567" y="300"/>
                </a:lnTo>
                <a:lnTo>
                  <a:pt x="6567" y="227"/>
                </a:lnTo>
                <a:lnTo>
                  <a:pt x="6582" y="227"/>
                </a:lnTo>
                <a:moveTo>
                  <a:pt x="6582" y="344"/>
                </a:moveTo>
                <a:lnTo>
                  <a:pt x="6582" y="417"/>
                </a:lnTo>
                <a:lnTo>
                  <a:pt x="6567" y="417"/>
                </a:lnTo>
                <a:lnTo>
                  <a:pt x="6567" y="344"/>
                </a:lnTo>
                <a:lnTo>
                  <a:pt x="6582" y="344"/>
                </a:lnTo>
                <a:moveTo>
                  <a:pt x="6582" y="461"/>
                </a:moveTo>
                <a:lnTo>
                  <a:pt x="6582" y="535"/>
                </a:lnTo>
                <a:lnTo>
                  <a:pt x="6567" y="535"/>
                </a:lnTo>
                <a:lnTo>
                  <a:pt x="6567" y="461"/>
                </a:lnTo>
                <a:lnTo>
                  <a:pt x="6582" y="461"/>
                </a:lnTo>
                <a:moveTo>
                  <a:pt x="6582" y="579"/>
                </a:moveTo>
                <a:lnTo>
                  <a:pt x="6582" y="652"/>
                </a:lnTo>
                <a:lnTo>
                  <a:pt x="6567" y="652"/>
                </a:lnTo>
                <a:lnTo>
                  <a:pt x="6567" y="579"/>
                </a:lnTo>
                <a:lnTo>
                  <a:pt x="6582" y="579"/>
                </a:lnTo>
                <a:moveTo>
                  <a:pt x="6582" y="696"/>
                </a:moveTo>
                <a:lnTo>
                  <a:pt x="6582" y="769"/>
                </a:lnTo>
                <a:lnTo>
                  <a:pt x="6567" y="769"/>
                </a:lnTo>
                <a:lnTo>
                  <a:pt x="6567" y="696"/>
                </a:lnTo>
                <a:lnTo>
                  <a:pt x="6582" y="696"/>
                </a:lnTo>
                <a:moveTo>
                  <a:pt x="6582" y="812"/>
                </a:moveTo>
                <a:lnTo>
                  <a:pt x="6582" y="886"/>
                </a:lnTo>
                <a:lnTo>
                  <a:pt x="6567" y="886"/>
                </a:lnTo>
                <a:lnTo>
                  <a:pt x="6567" y="812"/>
                </a:lnTo>
                <a:lnTo>
                  <a:pt x="6582" y="812"/>
                </a:lnTo>
                <a:moveTo>
                  <a:pt x="6582" y="929"/>
                </a:moveTo>
                <a:lnTo>
                  <a:pt x="6582" y="966"/>
                </a:lnTo>
                <a:lnTo>
                  <a:pt x="6531" y="966"/>
                </a:lnTo>
                <a:lnTo>
                  <a:pt x="6531" y="951"/>
                </a:lnTo>
                <a:lnTo>
                  <a:pt x="6575" y="951"/>
                </a:lnTo>
                <a:lnTo>
                  <a:pt x="6575" y="959"/>
                </a:lnTo>
                <a:lnTo>
                  <a:pt x="6567" y="959"/>
                </a:lnTo>
                <a:lnTo>
                  <a:pt x="6567" y="929"/>
                </a:lnTo>
                <a:lnTo>
                  <a:pt x="6582" y="929"/>
                </a:lnTo>
                <a:moveTo>
                  <a:pt x="6487" y="966"/>
                </a:moveTo>
                <a:lnTo>
                  <a:pt x="6414" y="966"/>
                </a:lnTo>
                <a:lnTo>
                  <a:pt x="6414" y="951"/>
                </a:lnTo>
                <a:lnTo>
                  <a:pt x="6487" y="951"/>
                </a:lnTo>
                <a:lnTo>
                  <a:pt x="6487" y="966"/>
                </a:lnTo>
                <a:moveTo>
                  <a:pt x="6370" y="966"/>
                </a:moveTo>
                <a:lnTo>
                  <a:pt x="6297" y="966"/>
                </a:lnTo>
                <a:lnTo>
                  <a:pt x="6297" y="951"/>
                </a:lnTo>
                <a:lnTo>
                  <a:pt x="6370" y="951"/>
                </a:lnTo>
                <a:lnTo>
                  <a:pt x="6370" y="966"/>
                </a:lnTo>
                <a:moveTo>
                  <a:pt x="6253" y="966"/>
                </a:moveTo>
                <a:lnTo>
                  <a:pt x="6180" y="966"/>
                </a:lnTo>
                <a:lnTo>
                  <a:pt x="6180" y="951"/>
                </a:lnTo>
                <a:lnTo>
                  <a:pt x="6253" y="951"/>
                </a:lnTo>
                <a:lnTo>
                  <a:pt x="6253" y="966"/>
                </a:lnTo>
                <a:moveTo>
                  <a:pt x="6136" y="966"/>
                </a:moveTo>
                <a:lnTo>
                  <a:pt x="6063" y="966"/>
                </a:lnTo>
                <a:lnTo>
                  <a:pt x="6063" y="951"/>
                </a:lnTo>
                <a:lnTo>
                  <a:pt x="6136" y="951"/>
                </a:lnTo>
                <a:lnTo>
                  <a:pt x="6136" y="966"/>
                </a:lnTo>
                <a:moveTo>
                  <a:pt x="6019" y="966"/>
                </a:moveTo>
                <a:lnTo>
                  <a:pt x="5946" y="966"/>
                </a:lnTo>
                <a:lnTo>
                  <a:pt x="5946" y="951"/>
                </a:lnTo>
                <a:lnTo>
                  <a:pt x="6019" y="951"/>
                </a:lnTo>
                <a:lnTo>
                  <a:pt x="6019" y="966"/>
                </a:lnTo>
                <a:moveTo>
                  <a:pt x="5902" y="966"/>
                </a:moveTo>
                <a:lnTo>
                  <a:pt x="5829" y="966"/>
                </a:lnTo>
                <a:lnTo>
                  <a:pt x="5829" y="951"/>
                </a:lnTo>
                <a:lnTo>
                  <a:pt x="5902" y="951"/>
                </a:lnTo>
                <a:lnTo>
                  <a:pt x="5902" y="966"/>
                </a:lnTo>
                <a:moveTo>
                  <a:pt x="5785" y="966"/>
                </a:moveTo>
                <a:lnTo>
                  <a:pt x="5712" y="966"/>
                </a:lnTo>
                <a:lnTo>
                  <a:pt x="5712" y="951"/>
                </a:lnTo>
                <a:lnTo>
                  <a:pt x="5785" y="951"/>
                </a:lnTo>
                <a:lnTo>
                  <a:pt x="5785" y="966"/>
                </a:lnTo>
                <a:moveTo>
                  <a:pt x="5668" y="966"/>
                </a:moveTo>
                <a:lnTo>
                  <a:pt x="5595" y="966"/>
                </a:lnTo>
                <a:lnTo>
                  <a:pt x="5595" y="951"/>
                </a:lnTo>
                <a:lnTo>
                  <a:pt x="5668" y="951"/>
                </a:lnTo>
                <a:lnTo>
                  <a:pt x="5668" y="966"/>
                </a:lnTo>
                <a:moveTo>
                  <a:pt x="5551" y="966"/>
                </a:moveTo>
                <a:lnTo>
                  <a:pt x="5478" y="966"/>
                </a:lnTo>
                <a:lnTo>
                  <a:pt x="5478" y="951"/>
                </a:lnTo>
                <a:lnTo>
                  <a:pt x="5551" y="951"/>
                </a:lnTo>
                <a:lnTo>
                  <a:pt x="5551" y="966"/>
                </a:lnTo>
                <a:moveTo>
                  <a:pt x="5434" y="966"/>
                </a:moveTo>
                <a:lnTo>
                  <a:pt x="5361" y="966"/>
                </a:lnTo>
                <a:lnTo>
                  <a:pt x="5361" y="951"/>
                </a:lnTo>
                <a:lnTo>
                  <a:pt x="5434" y="951"/>
                </a:lnTo>
                <a:lnTo>
                  <a:pt x="5434" y="966"/>
                </a:lnTo>
                <a:moveTo>
                  <a:pt x="5317" y="966"/>
                </a:moveTo>
                <a:lnTo>
                  <a:pt x="5244" y="966"/>
                </a:lnTo>
                <a:lnTo>
                  <a:pt x="5244" y="951"/>
                </a:lnTo>
                <a:lnTo>
                  <a:pt x="5317" y="951"/>
                </a:lnTo>
                <a:lnTo>
                  <a:pt x="5317" y="966"/>
                </a:lnTo>
                <a:moveTo>
                  <a:pt x="5200" y="966"/>
                </a:moveTo>
                <a:lnTo>
                  <a:pt x="5127" y="966"/>
                </a:lnTo>
                <a:lnTo>
                  <a:pt x="5127" y="951"/>
                </a:lnTo>
                <a:lnTo>
                  <a:pt x="5200" y="951"/>
                </a:lnTo>
                <a:lnTo>
                  <a:pt x="5200" y="966"/>
                </a:lnTo>
                <a:moveTo>
                  <a:pt x="5083" y="966"/>
                </a:moveTo>
                <a:lnTo>
                  <a:pt x="5010" y="966"/>
                </a:lnTo>
                <a:lnTo>
                  <a:pt x="5010" y="951"/>
                </a:lnTo>
                <a:lnTo>
                  <a:pt x="5083" y="951"/>
                </a:lnTo>
                <a:lnTo>
                  <a:pt x="5083" y="966"/>
                </a:lnTo>
                <a:moveTo>
                  <a:pt x="4966" y="966"/>
                </a:moveTo>
                <a:lnTo>
                  <a:pt x="4893" y="966"/>
                </a:lnTo>
                <a:lnTo>
                  <a:pt x="4893" y="951"/>
                </a:lnTo>
                <a:lnTo>
                  <a:pt x="4966" y="951"/>
                </a:lnTo>
                <a:lnTo>
                  <a:pt x="4966" y="966"/>
                </a:lnTo>
                <a:moveTo>
                  <a:pt x="4849" y="966"/>
                </a:moveTo>
                <a:lnTo>
                  <a:pt x="4776" y="966"/>
                </a:lnTo>
                <a:lnTo>
                  <a:pt x="4776" y="951"/>
                </a:lnTo>
                <a:lnTo>
                  <a:pt x="4849" y="951"/>
                </a:lnTo>
                <a:lnTo>
                  <a:pt x="4849" y="966"/>
                </a:lnTo>
                <a:moveTo>
                  <a:pt x="4732" y="966"/>
                </a:moveTo>
                <a:lnTo>
                  <a:pt x="4659" y="966"/>
                </a:lnTo>
                <a:lnTo>
                  <a:pt x="4659" y="951"/>
                </a:lnTo>
                <a:lnTo>
                  <a:pt x="4732" y="951"/>
                </a:lnTo>
                <a:lnTo>
                  <a:pt x="4732" y="966"/>
                </a:lnTo>
                <a:moveTo>
                  <a:pt x="4615" y="966"/>
                </a:moveTo>
                <a:lnTo>
                  <a:pt x="4542" y="966"/>
                </a:lnTo>
                <a:lnTo>
                  <a:pt x="4542" y="951"/>
                </a:lnTo>
                <a:lnTo>
                  <a:pt x="4615" y="951"/>
                </a:lnTo>
                <a:lnTo>
                  <a:pt x="4615" y="966"/>
                </a:lnTo>
                <a:moveTo>
                  <a:pt x="4498" y="966"/>
                </a:moveTo>
                <a:lnTo>
                  <a:pt x="4425" y="966"/>
                </a:lnTo>
                <a:lnTo>
                  <a:pt x="4425" y="951"/>
                </a:lnTo>
                <a:lnTo>
                  <a:pt x="4498" y="951"/>
                </a:lnTo>
                <a:lnTo>
                  <a:pt x="4498" y="966"/>
                </a:lnTo>
                <a:moveTo>
                  <a:pt x="4381" y="966"/>
                </a:moveTo>
                <a:lnTo>
                  <a:pt x="4308" y="966"/>
                </a:lnTo>
                <a:lnTo>
                  <a:pt x="4308" y="951"/>
                </a:lnTo>
                <a:lnTo>
                  <a:pt x="4381" y="951"/>
                </a:lnTo>
                <a:lnTo>
                  <a:pt x="4381" y="966"/>
                </a:lnTo>
                <a:moveTo>
                  <a:pt x="4264" y="966"/>
                </a:moveTo>
                <a:lnTo>
                  <a:pt x="4191" y="966"/>
                </a:lnTo>
                <a:lnTo>
                  <a:pt x="4191" y="951"/>
                </a:lnTo>
                <a:lnTo>
                  <a:pt x="4264" y="951"/>
                </a:lnTo>
                <a:lnTo>
                  <a:pt x="4264" y="966"/>
                </a:lnTo>
                <a:moveTo>
                  <a:pt x="4147" y="966"/>
                </a:moveTo>
                <a:lnTo>
                  <a:pt x="4074" y="966"/>
                </a:lnTo>
                <a:lnTo>
                  <a:pt x="4074" y="951"/>
                </a:lnTo>
                <a:lnTo>
                  <a:pt x="4147" y="951"/>
                </a:lnTo>
                <a:lnTo>
                  <a:pt x="4147" y="966"/>
                </a:lnTo>
                <a:moveTo>
                  <a:pt x="4030" y="966"/>
                </a:moveTo>
                <a:lnTo>
                  <a:pt x="3957" y="966"/>
                </a:lnTo>
                <a:lnTo>
                  <a:pt x="3957" y="951"/>
                </a:lnTo>
                <a:lnTo>
                  <a:pt x="4030" y="951"/>
                </a:lnTo>
                <a:lnTo>
                  <a:pt x="4030" y="966"/>
                </a:lnTo>
                <a:moveTo>
                  <a:pt x="3913" y="966"/>
                </a:moveTo>
                <a:lnTo>
                  <a:pt x="3840" y="966"/>
                </a:lnTo>
                <a:lnTo>
                  <a:pt x="3840" y="951"/>
                </a:lnTo>
                <a:lnTo>
                  <a:pt x="3913" y="951"/>
                </a:lnTo>
                <a:lnTo>
                  <a:pt x="3913" y="966"/>
                </a:lnTo>
                <a:moveTo>
                  <a:pt x="3795" y="966"/>
                </a:moveTo>
                <a:lnTo>
                  <a:pt x="3722" y="966"/>
                </a:lnTo>
                <a:lnTo>
                  <a:pt x="3722" y="951"/>
                </a:lnTo>
                <a:lnTo>
                  <a:pt x="3795" y="951"/>
                </a:lnTo>
                <a:lnTo>
                  <a:pt x="3795" y="966"/>
                </a:lnTo>
                <a:moveTo>
                  <a:pt x="3678" y="966"/>
                </a:moveTo>
                <a:lnTo>
                  <a:pt x="3605" y="966"/>
                </a:lnTo>
                <a:lnTo>
                  <a:pt x="3605" y="951"/>
                </a:lnTo>
                <a:lnTo>
                  <a:pt x="3678" y="951"/>
                </a:lnTo>
                <a:lnTo>
                  <a:pt x="3678" y="966"/>
                </a:lnTo>
                <a:moveTo>
                  <a:pt x="3561" y="966"/>
                </a:moveTo>
                <a:lnTo>
                  <a:pt x="3488" y="966"/>
                </a:lnTo>
                <a:lnTo>
                  <a:pt x="3488" y="951"/>
                </a:lnTo>
                <a:lnTo>
                  <a:pt x="3561" y="951"/>
                </a:lnTo>
                <a:lnTo>
                  <a:pt x="3561" y="966"/>
                </a:lnTo>
                <a:moveTo>
                  <a:pt x="3444" y="966"/>
                </a:moveTo>
                <a:lnTo>
                  <a:pt x="3371" y="966"/>
                </a:lnTo>
                <a:lnTo>
                  <a:pt x="3371" y="951"/>
                </a:lnTo>
                <a:lnTo>
                  <a:pt x="3444" y="951"/>
                </a:lnTo>
                <a:lnTo>
                  <a:pt x="3444" y="966"/>
                </a:lnTo>
                <a:moveTo>
                  <a:pt x="3327" y="966"/>
                </a:moveTo>
                <a:lnTo>
                  <a:pt x="3254" y="966"/>
                </a:lnTo>
                <a:lnTo>
                  <a:pt x="3254" y="951"/>
                </a:lnTo>
                <a:lnTo>
                  <a:pt x="3327" y="951"/>
                </a:lnTo>
                <a:lnTo>
                  <a:pt x="3327" y="966"/>
                </a:lnTo>
                <a:moveTo>
                  <a:pt x="3210" y="966"/>
                </a:moveTo>
                <a:lnTo>
                  <a:pt x="3137" y="966"/>
                </a:lnTo>
                <a:lnTo>
                  <a:pt x="3137" y="951"/>
                </a:lnTo>
                <a:lnTo>
                  <a:pt x="3210" y="951"/>
                </a:lnTo>
                <a:lnTo>
                  <a:pt x="3210" y="966"/>
                </a:lnTo>
                <a:moveTo>
                  <a:pt x="3093" y="966"/>
                </a:moveTo>
                <a:lnTo>
                  <a:pt x="3020" y="966"/>
                </a:lnTo>
                <a:lnTo>
                  <a:pt x="3020" y="951"/>
                </a:lnTo>
                <a:lnTo>
                  <a:pt x="3093" y="951"/>
                </a:lnTo>
                <a:lnTo>
                  <a:pt x="3093" y="966"/>
                </a:lnTo>
                <a:moveTo>
                  <a:pt x="2976" y="966"/>
                </a:moveTo>
                <a:lnTo>
                  <a:pt x="2903" y="966"/>
                </a:lnTo>
                <a:lnTo>
                  <a:pt x="2903" y="951"/>
                </a:lnTo>
                <a:lnTo>
                  <a:pt x="2976" y="951"/>
                </a:lnTo>
                <a:lnTo>
                  <a:pt x="2976" y="966"/>
                </a:lnTo>
                <a:moveTo>
                  <a:pt x="2859" y="966"/>
                </a:moveTo>
                <a:lnTo>
                  <a:pt x="2786" y="966"/>
                </a:lnTo>
                <a:lnTo>
                  <a:pt x="2786" y="951"/>
                </a:lnTo>
                <a:lnTo>
                  <a:pt x="2859" y="951"/>
                </a:lnTo>
                <a:lnTo>
                  <a:pt x="2859" y="966"/>
                </a:lnTo>
                <a:moveTo>
                  <a:pt x="2742" y="966"/>
                </a:moveTo>
                <a:lnTo>
                  <a:pt x="2669" y="966"/>
                </a:lnTo>
                <a:lnTo>
                  <a:pt x="2669" y="951"/>
                </a:lnTo>
                <a:lnTo>
                  <a:pt x="2742" y="951"/>
                </a:lnTo>
                <a:lnTo>
                  <a:pt x="2742" y="966"/>
                </a:lnTo>
                <a:moveTo>
                  <a:pt x="2625" y="966"/>
                </a:moveTo>
                <a:lnTo>
                  <a:pt x="2552" y="966"/>
                </a:lnTo>
                <a:lnTo>
                  <a:pt x="2552" y="951"/>
                </a:lnTo>
                <a:lnTo>
                  <a:pt x="2625" y="951"/>
                </a:lnTo>
                <a:lnTo>
                  <a:pt x="2625" y="966"/>
                </a:lnTo>
                <a:moveTo>
                  <a:pt x="2508" y="966"/>
                </a:moveTo>
                <a:lnTo>
                  <a:pt x="2435" y="966"/>
                </a:lnTo>
                <a:lnTo>
                  <a:pt x="2435" y="951"/>
                </a:lnTo>
                <a:lnTo>
                  <a:pt x="2508" y="951"/>
                </a:lnTo>
                <a:lnTo>
                  <a:pt x="2508" y="966"/>
                </a:lnTo>
                <a:moveTo>
                  <a:pt x="2391" y="966"/>
                </a:moveTo>
                <a:lnTo>
                  <a:pt x="2318" y="966"/>
                </a:lnTo>
                <a:lnTo>
                  <a:pt x="2318" y="951"/>
                </a:lnTo>
                <a:lnTo>
                  <a:pt x="2391" y="951"/>
                </a:lnTo>
                <a:lnTo>
                  <a:pt x="2391" y="966"/>
                </a:lnTo>
                <a:moveTo>
                  <a:pt x="2274" y="966"/>
                </a:moveTo>
                <a:lnTo>
                  <a:pt x="2201" y="966"/>
                </a:lnTo>
                <a:lnTo>
                  <a:pt x="2201" y="951"/>
                </a:lnTo>
                <a:lnTo>
                  <a:pt x="2274" y="951"/>
                </a:lnTo>
                <a:lnTo>
                  <a:pt x="2274" y="966"/>
                </a:lnTo>
                <a:moveTo>
                  <a:pt x="2157" y="966"/>
                </a:moveTo>
                <a:lnTo>
                  <a:pt x="2084" y="966"/>
                </a:lnTo>
                <a:lnTo>
                  <a:pt x="2084" y="951"/>
                </a:lnTo>
                <a:lnTo>
                  <a:pt x="2157" y="951"/>
                </a:lnTo>
                <a:lnTo>
                  <a:pt x="2157" y="966"/>
                </a:lnTo>
                <a:moveTo>
                  <a:pt x="2040" y="966"/>
                </a:moveTo>
                <a:lnTo>
                  <a:pt x="1967" y="966"/>
                </a:lnTo>
                <a:lnTo>
                  <a:pt x="1967" y="951"/>
                </a:lnTo>
                <a:lnTo>
                  <a:pt x="2040" y="951"/>
                </a:lnTo>
                <a:lnTo>
                  <a:pt x="2040" y="966"/>
                </a:lnTo>
                <a:moveTo>
                  <a:pt x="1923" y="966"/>
                </a:moveTo>
                <a:lnTo>
                  <a:pt x="1850" y="966"/>
                </a:lnTo>
                <a:lnTo>
                  <a:pt x="1850" y="951"/>
                </a:lnTo>
                <a:lnTo>
                  <a:pt x="1923" y="951"/>
                </a:lnTo>
                <a:lnTo>
                  <a:pt x="1923" y="966"/>
                </a:lnTo>
                <a:moveTo>
                  <a:pt x="1806" y="966"/>
                </a:moveTo>
                <a:lnTo>
                  <a:pt x="1733" y="966"/>
                </a:lnTo>
                <a:lnTo>
                  <a:pt x="1733" y="951"/>
                </a:lnTo>
                <a:lnTo>
                  <a:pt x="1806" y="951"/>
                </a:lnTo>
                <a:lnTo>
                  <a:pt x="1806" y="966"/>
                </a:lnTo>
                <a:moveTo>
                  <a:pt x="1689" y="966"/>
                </a:moveTo>
                <a:lnTo>
                  <a:pt x="1616" y="966"/>
                </a:lnTo>
                <a:lnTo>
                  <a:pt x="1616" y="951"/>
                </a:lnTo>
                <a:lnTo>
                  <a:pt x="1689" y="951"/>
                </a:lnTo>
                <a:lnTo>
                  <a:pt x="1689" y="966"/>
                </a:lnTo>
                <a:moveTo>
                  <a:pt x="1572" y="966"/>
                </a:moveTo>
                <a:lnTo>
                  <a:pt x="1499" y="966"/>
                </a:lnTo>
                <a:lnTo>
                  <a:pt x="1499" y="951"/>
                </a:lnTo>
                <a:lnTo>
                  <a:pt x="1572" y="951"/>
                </a:lnTo>
                <a:lnTo>
                  <a:pt x="1572" y="966"/>
                </a:lnTo>
                <a:moveTo>
                  <a:pt x="1455" y="966"/>
                </a:moveTo>
                <a:lnTo>
                  <a:pt x="1382" y="966"/>
                </a:lnTo>
                <a:lnTo>
                  <a:pt x="1382" y="951"/>
                </a:lnTo>
                <a:lnTo>
                  <a:pt x="1455" y="951"/>
                </a:lnTo>
                <a:lnTo>
                  <a:pt x="1455" y="966"/>
                </a:lnTo>
                <a:moveTo>
                  <a:pt x="1338" y="966"/>
                </a:moveTo>
                <a:lnTo>
                  <a:pt x="1265" y="966"/>
                </a:lnTo>
                <a:lnTo>
                  <a:pt x="1265" y="951"/>
                </a:lnTo>
                <a:lnTo>
                  <a:pt x="1338" y="951"/>
                </a:lnTo>
                <a:lnTo>
                  <a:pt x="1338" y="966"/>
                </a:lnTo>
                <a:moveTo>
                  <a:pt x="1221" y="966"/>
                </a:moveTo>
                <a:lnTo>
                  <a:pt x="1148" y="966"/>
                </a:lnTo>
                <a:lnTo>
                  <a:pt x="1148" y="951"/>
                </a:lnTo>
                <a:lnTo>
                  <a:pt x="1221" y="951"/>
                </a:lnTo>
                <a:lnTo>
                  <a:pt x="1221" y="966"/>
                </a:lnTo>
                <a:moveTo>
                  <a:pt x="1104" y="966"/>
                </a:moveTo>
                <a:lnTo>
                  <a:pt x="1031" y="966"/>
                </a:lnTo>
                <a:lnTo>
                  <a:pt x="1031" y="951"/>
                </a:lnTo>
                <a:lnTo>
                  <a:pt x="1104" y="951"/>
                </a:lnTo>
                <a:lnTo>
                  <a:pt x="1104" y="966"/>
                </a:lnTo>
                <a:moveTo>
                  <a:pt x="987" y="966"/>
                </a:moveTo>
                <a:lnTo>
                  <a:pt x="914" y="966"/>
                </a:lnTo>
                <a:lnTo>
                  <a:pt x="914" y="951"/>
                </a:lnTo>
                <a:lnTo>
                  <a:pt x="987" y="951"/>
                </a:lnTo>
                <a:lnTo>
                  <a:pt x="987" y="966"/>
                </a:lnTo>
                <a:moveTo>
                  <a:pt x="870" y="966"/>
                </a:moveTo>
                <a:lnTo>
                  <a:pt x="797" y="966"/>
                </a:lnTo>
                <a:lnTo>
                  <a:pt x="797" y="951"/>
                </a:lnTo>
                <a:lnTo>
                  <a:pt x="870" y="951"/>
                </a:lnTo>
                <a:lnTo>
                  <a:pt x="870" y="966"/>
                </a:lnTo>
                <a:moveTo>
                  <a:pt x="753" y="966"/>
                </a:moveTo>
                <a:lnTo>
                  <a:pt x="680" y="966"/>
                </a:lnTo>
                <a:lnTo>
                  <a:pt x="680" y="951"/>
                </a:lnTo>
                <a:lnTo>
                  <a:pt x="753" y="951"/>
                </a:lnTo>
                <a:lnTo>
                  <a:pt x="753" y="966"/>
                </a:lnTo>
                <a:moveTo>
                  <a:pt x="636" y="966"/>
                </a:moveTo>
                <a:lnTo>
                  <a:pt x="563" y="966"/>
                </a:lnTo>
                <a:lnTo>
                  <a:pt x="563" y="951"/>
                </a:lnTo>
                <a:lnTo>
                  <a:pt x="636" y="951"/>
                </a:lnTo>
                <a:lnTo>
                  <a:pt x="636" y="966"/>
                </a:lnTo>
                <a:moveTo>
                  <a:pt x="519" y="966"/>
                </a:moveTo>
                <a:lnTo>
                  <a:pt x="446" y="966"/>
                </a:lnTo>
                <a:lnTo>
                  <a:pt x="446" y="951"/>
                </a:lnTo>
                <a:lnTo>
                  <a:pt x="519" y="951"/>
                </a:lnTo>
                <a:lnTo>
                  <a:pt x="519" y="966"/>
                </a:lnTo>
                <a:moveTo>
                  <a:pt x="402" y="966"/>
                </a:moveTo>
                <a:lnTo>
                  <a:pt x="329" y="966"/>
                </a:lnTo>
                <a:lnTo>
                  <a:pt x="329" y="951"/>
                </a:lnTo>
                <a:lnTo>
                  <a:pt x="402" y="951"/>
                </a:lnTo>
                <a:lnTo>
                  <a:pt x="402" y="966"/>
                </a:lnTo>
                <a:moveTo>
                  <a:pt x="285" y="966"/>
                </a:moveTo>
                <a:lnTo>
                  <a:pt x="212" y="966"/>
                </a:lnTo>
                <a:lnTo>
                  <a:pt x="212" y="951"/>
                </a:lnTo>
                <a:lnTo>
                  <a:pt x="285" y="951"/>
                </a:lnTo>
                <a:lnTo>
                  <a:pt x="285" y="966"/>
                </a:lnTo>
                <a:moveTo>
                  <a:pt x="168" y="966"/>
                </a:moveTo>
                <a:lnTo>
                  <a:pt x="95" y="966"/>
                </a:lnTo>
                <a:lnTo>
                  <a:pt x="95" y="951"/>
                </a:lnTo>
                <a:lnTo>
                  <a:pt x="168" y="951"/>
                </a:lnTo>
                <a:lnTo>
                  <a:pt x="168" y="966"/>
                </a:lnTo>
                <a:moveTo>
                  <a:pt x="51" y="966"/>
                </a:moveTo>
                <a:lnTo>
                  <a:pt x="0" y="966"/>
                </a:lnTo>
                <a:lnTo>
                  <a:pt x="0" y="929"/>
                </a:lnTo>
                <a:lnTo>
                  <a:pt x="15" y="929"/>
                </a:lnTo>
                <a:lnTo>
                  <a:pt x="15" y="959"/>
                </a:lnTo>
                <a:lnTo>
                  <a:pt x="7" y="959"/>
                </a:lnTo>
                <a:lnTo>
                  <a:pt x="7" y="951"/>
                </a:lnTo>
                <a:lnTo>
                  <a:pt x="51" y="951"/>
                </a:lnTo>
                <a:lnTo>
                  <a:pt x="51" y="966"/>
                </a:lnTo>
                <a:moveTo>
                  <a:pt x="0" y="886"/>
                </a:moveTo>
                <a:lnTo>
                  <a:pt x="0" y="812"/>
                </a:lnTo>
                <a:lnTo>
                  <a:pt x="15" y="812"/>
                </a:lnTo>
                <a:lnTo>
                  <a:pt x="15" y="886"/>
                </a:lnTo>
                <a:lnTo>
                  <a:pt x="0" y="886"/>
                </a:lnTo>
                <a:moveTo>
                  <a:pt x="0" y="769"/>
                </a:moveTo>
                <a:lnTo>
                  <a:pt x="0" y="696"/>
                </a:lnTo>
                <a:lnTo>
                  <a:pt x="15" y="696"/>
                </a:lnTo>
                <a:lnTo>
                  <a:pt x="15" y="769"/>
                </a:lnTo>
                <a:lnTo>
                  <a:pt x="0" y="769"/>
                </a:lnTo>
                <a:moveTo>
                  <a:pt x="0" y="652"/>
                </a:moveTo>
                <a:lnTo>
                  <a:pt x="0" y="579"/>
                </a:lnTo>
                <a:lnTo>
                  <a:pt x="15" y="579"/>
                </a:lnTo>
                <a:lnTo>
                  <a:pt x="15" y="652"/>
                </a:lnTo>
                <a:lnTo>
                  <a:pt x="0" y="652"/>
                </a:lnTo>
                <a:moveTo>
                  <a:pt x="0" y="535"/>
                </a:moveTo>
                <a:lnTo>
                  <a:pt x="0" y="461"/>
                </a:lnTo>
                <a:lnTo>
                  <a:pt x="15" y="461"/>
                </a:lnTo>
                <a:lnTo>
                  <a:pt x="15" y="535"/>
                </a:lnTo>
                <a:lnTo>
                  <a:pt x="0" y="535"/>
                </a:lnTo>
                <a:moveTo>
                  <a:pt x="0" y="417"/>
                </a:moveTo>
                <a:lnTo>
                  <a:pt x="0" y="344"/>
                </a:lnTo>
                <a:lnTo>
                  <a:pt x="15" y="344"/>
                </a:lnTo>
                <a:lnTo>
                  <a:pt x="15" y="417"/>
                </a:lnTo>
                <a:lnTo>
                  <a:pt x="0" y="417"/>
                </a:lnTo>
                <a:moveTo>
                  <a:pt x="0" y="300"/>
                </a:moveTo>
                <a:lnTo>
                  <a:pt x="0" y="227"/>
                </a:lnTo>
                <a:lnTo>
                  <a:pt x="15" y="227"/>
                </a:lnTo>
                <a:lnTo>
                  <a:pt x="15" y="300"/>
                </a:lnTo>
                <a:lnTo>
                  <a:pt x="0" y="300"/>
                </a:lnTo>
                <a:moveTo>
                  <a:pt x="0" y="183"/>
                </a:moveTo>
                <a:lnTo>
                  <a:pt x="0" y="110"/>
                </a:lnTo>
                <a:lnTo>
                  <a:pt x="15" y="110"/>
                </a:lnTo>
                <a:lnTo>
                  <a:pt x="15" y="183"/>
                </a:lnTo>
                <a:lnTo>
                  <a:pt x="0" y="183"/>
                </a:lnTo>
                <a:moveTo>
                  <a:pt x="0" y="66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7"/>
                </a:lnTo>
                <a:lnTo>
                  <a:pt x="15" y="7"/>
                </a:lnTo>
                <a:lnTo>
                  <a:pt x="1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440600" y="3864240"/>
            <a:ext cx="63720" cy="53280"/>
          </a:xfrm>
          <a:custGeom>
            <a:avLst/>
            <a:gdLst/>
            <a:ahLst/>
            <a:rect l="0" t="0" r="r" b="b"/>
            <a:pathLst>
              <a:path w="177" h="148">
                <a:moveTo>
                  <a:pt x="0" y="0"/>
                </a:moveTo>
                <a:lnTo>
                  <a:pt x="177" y="0"/>
                </a:lnTo>
                <a:lnTo>
                  <a:pt x="177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4440600" y="38829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5425200" y="35532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2234880" y="385848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2234880" y="3943440"/>
            <a:ext cx="1898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4672440" y="3822120"/>
            <a:ext cx="2190240" cy="342720"/>
          </a:xfrm>
          <a:custGeom>
            <a:avLst/>
            <a:gdLst/>
            <a:ahLst/>
            <a:rect l="0" t="0" r="r" b="b"/>
            <a:pathLst>
              <a:path w="6084" h="952">
                <a:moveTo>
                  <a:pt x="0" y="0"/>
                </a:moveTo>
                <a:lnTo>
                  <a:pt x="6084" y="0"/>
                </a:lnTo>
                <a:lnTo>
                  <a:pt x="6084" y="952"/>
                </a:lnTo>
                <a:lnTo>
                  <a:pt x="0" y="9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4669560" y="3819600"/>
            <a:ext cx="2196000" cy="347760"/>
          </a:xfrm>
          <a:custGeom>
            <a:avLst/>
            <a:gdLst/>
            <a:ahLst/>
            <a:rect l="0" t="0" r="r" b="b"/>
            <a:pathLst>
              <a:path w="6100" h="966">
                <a:moveTo>
                  <a:pt x="125" y="0"/>
                </a:moveTo>
                <a:lnTo>
                  <a:pt x="198" y="0"/>
                </a:lnTo>
                <a:lnTo>
                  <a:pt x="198" y="15"/>
                </a:lnTo>
                <a:lnTo>
                  <a:pt x="125" y="15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5"/>
                </a:lnTo>
                <a:lnTo>
                  <a:pt x="242" y="15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5"/>
                </a:lnTo>
                <a:lnTo>
                  <a:pt x="359" y="15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5"/>
                </a:lnTo>
                <a:lnTo>
                  <a:pt x="476" y="15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5"/>
                </a:lnTo>
                <a:lnTo>
                  <a:pt x="593" y="15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5"/>
                </a:lnTo>
                <a:lnTo>
                  <a:pt x="710" y="15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5"/>
                </a:lnTo>
                <a:lnTo>
                  <a:pt x="827" y="15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5"/>
                </a:lnTo>
                <a:lnTo>
                  <a:pt x="944" y="15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5"/>
                </a:lnTo>
                <a:lnTo>
                  <a:pt x="1061" y="15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5"/>
                </a:lnTo>
                <a:lnTo>
                  <a:pt x="1178" y="15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5"/>
                </a:lnTo>
                <a:lnTo>
                  <a:pt x="1295" y="15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5"/>
                </a:lnTo>
                <a:lnTo>
                  <a:pt x="1412" y="15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5"/>
                </a:lnTo>
                <a:lnTo>
                  <a:pt x="1529" y="15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5"/>
                </a:lnTo>
                <a:lnTo>
                  <a:pt x="1646" y="15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5"/>
                </a:lnTo>
                <a:lnTo>
                  <a:pt x="1763" y="15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5"/>
                </a:lnTo>
                <a:lnTo>
                  <a:pt x="1880" y="15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5"/>
                </a:lnTo>
                <a:lnTo>
                  <a:pt x="1997" y="15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5"/>
                </a:lnTo>
                <a:lnTo>
                  <a:pt x="2114" y="15"/>
                </a:lnTo>
                <a:lnTo>
                  <a:pt x="2114" y="0"/>
                </a:lnTo>
                <a:moveTo>
                  <a:pt x="2231" y="0"/>
                </a:moveTo>
                <a:lnTo>
                  <a:pt x="2305" y="0"/>
                </a:lnTo>
                <a:lnTo>
                  <a:pt x="2305" y="15"/>
                </a:lnTo>
                <a:lnTo>
                  <a:pt x="2231" y="15"/>
                </a:lnTo>
                <a:lnTo>
                  <a:pt x="2231" y="0"/>
                </a:lnTo>
                <a:moveTo>
                  <a:pt x="2349" y="0"/>
                </a:moveTo>
                <a:lnTo>
                  <a:pt x="2422" y="0"/>
                </a:lnTo>
                <a:lnTo>
                  <a:pt x="2422" y="15"/>
                </a:lnTo>
                <a:lnTo>
                  <a:pt x="2349" y="15"/>
                </a:lnTo>
                <a:lnTo>
                  <a:pt x="2349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5"/>
                </a:lnTo>
                <a:lnTo>
                  <a:pt x="2466" y="15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5"/>
                </a:lnTo>
                <a:lnTo>
                  <a:pt x="2583" y="15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5"/>
                </a:lnTo>
                <a:lnTo>
                  <a:pt x="2700" y="15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5"/>
                </a:lnTo>
                <a:lnTo>
                  <a:pt x="2817" y="15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5"/>
                </a:lnTo>
                <a:lnTo>
                  <a:pt x="2934" y="15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5"/>
                </a:lnTo>
                <a:lnTo>
                  <a:pt x="3051" y="15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5"/>
                </a:lnTo>
                <a:lnTo>
                  <a:pt x="3168" y="15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5"/>
                </a:lnTo>
                <a:lnTo>
                  <a:pt x="3285" y="15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5"/>
                </a:lnTo>
                <a:lnTo>
                  <a:pt x="3402" y="15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5"/>
                </a:lnTo>
                <a:lnTo>
                  <a:pt x="3519" y="15"/>
                </a:lnTo>
                <a:lnTo>
                  <a:pt x="3519" y="0"/>
                </a:lnTo>
                <a:moveTo>
                  <a:pt x="3635" y="0"/>
                </a:moveTo>
                <a:lnTo>
                  <a:pt x="3709" y="0"/>
                </a:lnTo>
                <a:lnTo>
                  <a:pt x="3709" y="15"/>
                </a:lnTo>
                <a:lnTo>
                  <a:pt x="3635" y="15"/>
                </a:lnTo>
                <a:lnTo>
                  <a:pt x="3635" y="0"/>
                </a:lnTo>
                <a:moveTo>
                  <a:pt x="3752" y="0"/>
                </a:moveTo>
                <a:lnTo>
                  <a:pt x="3826" y="0"/>
                </a:lnTo>
                <a:lnTo>
                  <a:pt x="3826" y="15"/>
                </a:lnTo>
                <a:lnTo>
                  <a:pt x="3752" y="15"/>
                </a:lnTo>
                <a:lnTo>
                  <a:pt x="3752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6" y="0"/>
                </a:lnTo>
                <a:lnTo>
                  <a:pt x="4996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3" y="0"/>
                </a:lnTo>
                <a:lnTo>
                  <a:pt x="5113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30" y="0"/>
                </a:lnTo>
                <a:lnTo>
                  <a:pt x="5230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7" y="0"/>
                </a:lnTo>
                <a:lnTo>
                  <a:pt x="5347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4" y="0"/>
                </a:lnTo>
                <a:lnTo>
                  <a:pt x="5464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1" y="0"/>
                </a:lnTo>
                <a:lnTo>
                  <a:pt x="5581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8" y="0"/>
                </a:lnTo>
                <a:lnTo>
                  <a:pt x="5698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100" y="7"/>
                </a:moveTo>
                <a:lnTo>
                  <a:pt x="6100" y="81"/>
                </a:lnTo>
                <a:lnTo>
                  <a:pt x="6085" y="81"/>
                </a:lnTo>
                <a:lnTo>
                  <a:pt x="6085" y="7"/>
                </a:lnTo>
                <a:lnTo>
                  <a:pt x="6100" y="7"/>
                </a:lnTo>
                <a:moveTo>
                  <a:pt x="6100" y="124"/>
                </a:moveTo>
                <a:lnTo>
                  <a:pt x="6100" y="198"/>
                </a:lnTo>
                <a:lnTo>
                  <a:pt x="6085" y="198"/>
                </a:lnTo>
                <a:lnTo>
                  <a:pt x="6085" y="124"/>
                </a:lnTo>
                <a:lnTo>
                  <a:pt x="6100" y="124"/>
                </a:lnTo>
                <a:moveTo>
                  <a:pt x="6100" y="241"/>
                </a:moveTo>
                <a:lnTo>
                  <a:pt x="6100" y="314"/>
                </a:lnTo>
                <a:lnTo>
                  <a:pt x="6085" y="314"/>
                </a:lnTo>
                <a:lnTo>
                  <a:pt x="6085" y="241"/>
                </a:lnTo>
                <a:lnTo>
                  <a:pt x="6100" y="241"/>
                </a:lnTo>
                <a:moveTo>
                  <a:pt x="6100" y="358"/>
                </a:moveTo>
                <a:lnTo>
                  <a:pt x="6100" y="431"/>
                </a:lnTo>
                <a:lnTo>
                  <a:pt x="6085" y="431"/>
                </a:lnTo>
                <a:lnTo>
                  <a:pt x="6085" y="358"/>
                </a:lnTo>
                <a:lnTo>
                  <a:pt x="6100" y="358"/>
                </a:lnTo>
                <a:moveTo>
                  <a:pt x="6100" y="475"/>
                </a:moveTo>
                <a:lnTo>
                  <a:pt x="6100" y="549"/>
                </a:lnTo>
                <a:lnTo>
                  <a:pt x="6085" y="549"/>
                </a:lnTo>
                <a:lnTo>
                  <a:pt x="6085" y="475"/>
                </a:lnTo>
                <a:lnTo>
                  <a:pt x="6100" y="475"/>
                </a:lnTo>
                <a:moveTo>
                  <a:pt x="6100" y="593"/>
                </a:moveTo>
                <a:lnTo>
                  <a:pt x="6100" y="666"/>
                </a:lnTo>
                <a:lnTo>
                  <a:pt x="6085" y="666"/>
                </a:lnTo>
                <a:lnTo>
                  <a:pt x="6085" y="593"/>
                </a:lnTo>
                <a:lnTo>
                  <a:pt x="6100" y="593"/>
                </a:lnTo>
                <a:moveTo>
                  <a:pt x="6100" y="710"/>
                </a:moveTo>
                <a:lnTo>
                  <a:pt x="6100" y="783"/>
                </a:lnTo>
                <a:lnTo>
                  <a:pt x="6085" y="783"/>
                </a:lnTo>
                <a:lnTo>
                  <a:pt x="6085" y="710"/>
                </a:lnTo>
                <a:lnTo>
                  <a:pt x="6100" y="710"/>
                </a:lnTo>
                <a:moveTo>
                  <a:pt x="6100" y="827"/>
                </a:moveTo>
                <a:lnTo>
                  <a:pt x="6100" y="900"/>
                </a:lnTo>
                <a:lnTo>
                  <a:pt x="6085" y="900"/>
                </a:lnTo>
                <a:lnTo>
                  <a:pt x="6085" y="827"/>
                </a:lnTo>
                <a:lnTo>
                  <a:pt x="6100" y="827"/>
                </a:lnTo>
                <a:moveTo>
                  <a:pt x="6100" y="944"/>
                </a:moveTo>
                <a:lnTo>
                  <a:pt x="6100" y="966"/>
                </a:lnTo>
                <a:lnTo>
                  <a:pt x="6034" y="966"/>
                </a:lnTo>
                <a:lnTo>
                  <a:pt x="6034" y="951"/>
                </a:lnTo>
                <a:lnTo>
                  <a:pt x="6092" y="951"/>
                </a:lnTo>
                <a:lnTo>
                  <a:pt x="6092" y="959"/>
                </a:lnTo>
                <a:lnTo>
                  <a:pt x="6085" y="959"/>
                </a:lnTo>
                <a:lnTo>
                  <a:pt x="6085" y="944"/>
                </a:lnTo>
                <a:lnTo>
                  <a:pt x="6100" y="944"/>
                </a:lnTo>
                <a:moveTo>
                  <a:pt x="5990" y="966"/>
                </a:moveTo>
                <a:lnTo>
                  <a:pt x="5917" y="966"/>
                </a:lnTo>
                <a:lnTo>
                  <a:pt x="5917" y="951"/>
                </a:lnTo>
                <a:lnTo>
                  <a:pt x="5990" y="951"/>
                </a:lnTo>
                <a:lnTo>
                  <a:pt x="5990" y="966"/>
                </a:lnTo>
                <a:moveTo>
                  <a:pt x="5873" y="966"/>
                </a:moveTo>
                <a:lnTo>
                  <a:pt x="5800" y="966"/>
                </a:lnTo>
                <a:lnTo>
                  <a:pt x="5800" y="951"/>
                </a:lnTo>
                <a:lnTo>
                  <a:pt x="5873" y="951"/>
                </a:lnTo>
                <a:lnTo>
                  <a:pt x="5873" y="966"/>
                </a:lnTo>
                <a:moveTo>
                  <a:pt x="5756" y="966"/>
                </a:moveTo>
                <a:lnTo>
                  <a:pt x="5683" y="966"/>
                </a:lnTo>
                <a:lnTo>
                  <a:pt x="5683" y="951"/>
                </a:lnTo>
                <a:lnTo>
                  <a:pt x="5756" y="951"/>
                </a:lnTo>
                <a:lnTo>
                  <a:pt x="5756" y="966"/>
                </a:lnTo>
                <a:moveTo>
                  <a:pt x="5639" y="966"/>
                </a:moveTo>
                <a:lnTo>
                  <a:pt x="5566" y="966"/>
                </a:lnTo>
                <a:lnTo>
                  <a:pt x="5566" y="951"/>
                </a:lnTo>
                <a:lnTo>
                  <a:pt x="5639" y="951"/>
                </a:lnTo>
                <a:lnTo>
                  <a:pt x="5639" y="966"/>
                </a:lnTo>
                <a:moveTo>
                  <a:pt x="5522" y="966"/>
                </a:moveTo>
                <a:lnTo>
                  <a:pt x="5449" y="966"/>
                </a:lnTo>
                <a:lnTo>
                  <a:pt x="5449" y="951"/>
                </a:lnTo>
                <a:lnTo>
                  <a:pt x="5522" y="951"/>
                </a:lnTo>
                <a:lnTo>
                  <a:pt x="5522" y="966"/>
                </a:lnTo>
                <a:moveTo>
                  <a:pt x="5405" y="966"/>
                </a:moveTo>
                <a:lnTo>
                  <a:pt x="5332" y="966"/>
                </a:lnTo>
                <a:lnTo>
                  <a:pt x="5332" y="951"/>
                </a:lnTo>
                <a:lnTo>
                  <a:pt x="5405" y="951"/>
                </a:lnTo>
                <a:lnTo>
                  <a:pt x="5405" y="966"/>
                </a:lnTo>
                <a:moveTo>
                  <a:pt x="5288" y="966"/>
                </a:moveTo>
                <a:lnTo>
                  <a:pt x="5215" y="966"/>
                </a:lnTo>
                <a:lnTo>
                  <a:pt x="5215" y="951"/>
                </a:lnTo>
                <a:lnTo>
                  <a:pt x="5288" y="951"/>
                </a:lnTo>
                <a:lnTo>
                  <a:pt x="5288" y="966"/>
                </a:lnTo>
                <a:moveTo>
                  <a:pt x="5171" y="966"/>
                </a:moveTo>
                <a:lnTo>
                  <a:pt x="5098" y="966"/>
                </a:lnTo>
                <a:lnTo>
                  <a:pt x="5098" y="951"/>
                </a:lnTo>
                <a:lnTo>
                  <a:pt x="5171" y="951"/>
                </a:lnTo>
                <a:lnTo>
                  <a:pt x="5171" y="966"/>
                </a:lnTo>
                <a:moveTo>
                  <a:pt x="5054" y="966"/>
                </a:moveTo>
                <a:lnTo>
                  <a:pt x="4981" y="966"/>
                </a:lnTo>
                <a:lnTo>
                  <a:pt x="4981" y="951"/>
                </a:lnTo>
                <a:lnTo>
                  <a:pt x="5054" y="951"/>
                </a:lnTo>
                <a:lnTo>
                  <a:pt x="5054" y="966"/>
                </a:lnTo>
                <a:moveTo>
                  <a:pt x="4937" y="966"/>
                </a:moveTo>
                <a:lnTo>
                  <a:pt x="4864" y="966"/>
                </a:lnTo>
                <a:lnTo>
                  <a:pt x="4864" y="951"/>
                </a:lnTo>
                <a:lnTo>
                  <a:pt x="4937" y="951"/>
                </a:lnTo>
                <a:lnTo>
                  <a:pt x="4937" y="966"/>
                </a:lnTo>
                <a:moveTo>
                  <a:pt x="4820" y="966"/>
                </a:moveTo>
                <a:lnTo>
                  <a:pt x="4747" y="966"/>
                </a:lnTo>
                <a:lnTo>
                  <a:pt x="4747" y="951"/>
                </a:lnTo>
                <a:lnTo>
                  <a:pt x="4820" y="951"/>
                </a:lnTo>
                <a:lnTo>
                  <a:pt x="4820" y="966"/>
                </a:lnTo>
                <a:moveTo>
                  <a:pt x="4703" y="966"/>
                </a:moveTo>
                <a:lnTo>
                  <a:pt x="4630" y="966"/>
                </a:lnTo>
                <a:lnTo>
                  <a:pt x="4630" y="951"/>
                </a:lnTo>
                <a:lnTo>
                  <a:pt x="4703" y="951"/>
                </a:lnTo>
                <a:lnTo>
                  <a:pt x="4703" y="966"/>
                </a:lnTo>
                <a:moveTo>
                  <a:pt x="4586" y="966"/>
                </a:moveTo>
                <a:lnTo>
                  <a:pt x="4513" y="966"/>
                </a:lnTo>
                <a:lnTo>
                  <a:pt x="4513" y="951"/>
                </a:lnTo>
                <a:lnTo>
                  <a:pt x="4586" y="951"/>
                </a:lnTo>
                <a:lnTo>
                  <a:pt x="4586" y="966"/>
                </a:lnTo>
                <a:moveTo>
                  <a:pt x="4469" y="966"/>
                </a:moveTo>
                <a:lnTo>
                  <a:pt x="4396" y="966"/>
                </a:lnTo>
                <a:lnTo>
                  <a:pt x="4396" y="951"/>
                </a:lnTo>
                <a:lnTo>
                  <a:pt x="4469" y="951"/>
                </a:lnTo>
                <a:lnTo>
                  <a:pt x="4469" y="966"/>
                </a:lnTo>
                <a:moveTo>
                  <a:pt x="4352" y="966"/>
                </a:moveTo>
                <a:lnTo>
                  <a:pt x="4279" y="966"/>
                </a:lnTo>
                <a:lnTo>
                  <a:pt x="4279" y="951"/>
                </a:lnTo>
                <a:lnTo>
                  <a:pt x="4352" y="951"/>
                </a:lnTo>
                <a:lnTo>
                  <a:pt x="4352" y="966"/>
                </a:lnTo>
                <a:moveTo>
                  <a:pt x="4235" y="966"/>
                </a:moveTo>
                <a:lnTo>
                  <a:pt x="4162" y="966"/>
                </a:lnTo>
                <a:lnTo>
                  <a:pt x="4162" y="951"/>
                </a:lnTo>
                <a:lnTo>
                  <a:pt x="4235" y="951"/>
                </a:lnTo>
                <a:lnTo>
                  <a:pt x="4235" y="966"/>
                </a:lnTo>
                <a:moveTo>
                  <a:pt x="4118" y="966"/>
                </a:moveTo>
                <a:lnTo>
                  <a:pt x="4045" y="966"/>
                </a:lnTo>
                <a:lnTo>
                  <a:pt x="4045" y="951"/>
                </a:lnTo>
                <a:lnTo>
                  <a:pt x="4118" y="951"/>
                </a:lnTo>
                <a:lnTo>
                  <a:pt x="4118" y="966"/>
                </a:lnTo>
                <a:moveTo>
                  <a:pt x="4001" y="966"/>
                </a:moveTo>
                <a:lnTo>
                  <a:pt x="3928" y="966"/>
                </a:lnTo>
                <a:lnTo>
                  <a:pt x="3928" y="951"/>
                </a:lnTo>
                <a:lnTo>
                  <a:pt x="4001" y="951"/>
                </a:lnTo>
                <a:lnTo>
                  <a:pt x="4001" y="966"/>
                </a:lnTo>
                <a:moveTo>
                  <a:pt x="3884" y="966"/>
                </a:moveTo>
                <a:lnTo>
                  <a:pt x="3811" y="966"/>
                </a:lnTo>
                <a:lnTo>
                  <a:pt x="3811" y="951"/>
                </a:lnTo>
                <a:lnTo>
                  <a:pt x="3884" y="951"/>
                </a:lnTo>
                <a:lnTo>
                  <a:pt x="3884" y="966"/>
                </a:lnTo>
                <a:moveTo>
                  <a:pt x="3767" y="966"/>
                </a:moveTo>
                <a:lnTo>
                  <a:pt x="3694" y="966"/>
                </a:lnTo>
                <a:lnTo>
                  <a:pt x="3694" y="951"/>
                </a:lnTo>
                <a:lnTo>
                  <a:pt x="3767" y="951"/>
                </a:lnTo>
                <a:lnTo>
                  <a:pt x="3767" y="966"/>
                </a:lnTo>
                <a:moveTo>
                  <a:pt x="3650" y="966"/>
                </a:moveTo>
                <a:lnTo>
                  <a:pt x="3577" y="966"/>
                </a:lnTo>
                <a:lnTo>
                  <a:pt x="3577" y="951"/>
                </a:lnTo>
                <a:lnTo>
                  <a:pt x="3650" y="951"/>
                </a:lnTo>
                <a:lnTo>
                  <a:pt x="3650" y="966"/>
                </a:lnTo>
                <a:moveTo>
                  <a:pt x="3533" y="966"/>
                </a:moveTo>
                <a:lnTo>
                  <a:pt x="3460" y="966"/>
                </a:lnTo>
                <a:lnTo>
                  <a:pt x="3460" y="951"/>
                </a:lnTo>
                <a:lnTo>
                  <a:pt x="3533" y="951"/>
                </a:lnTo>
                <a:lnTo>
                  <a:pt x="3533" y="966"/>
                </a:lnTo>
                <a:moveTo>
                  <a:pt x="3416" y="966"/>
                </a:moveTo>
                <a:lnTo>
                  <a:pt x="3343" y="966"/>
                </a:lnTo>
                <a:lnTo>
                  <a:pt x="3343" y="951"/>
                </a:lnTo>
                <a:lnTo>
                  <a:pt x="3416" y="951"/>
                </a:lnTo>
                <a:lnTo>
                  <a:pt x="3416" y="966"/>
                </a:lnTo>
                <a:moveTo>
                  <a:pt x="3299" y="966"/>
                </a:moveTo>
                <a:lnTo>
                  <a:pt x="3226" y="966"/>
                </a:lnTo>
                <a:lnTo>
                  <a:pt x="3226" y="951"/>
                </a:lnTo>
                <a:lnTo>
                  <a:pt x="3299" y="951"/>
                </a:lnTo>
                <a:lnTo>
                  <a:pt x="3299" y="966"/>
                </a:lnTo>
                <a:moveTo>
                  <a:pt x="3182" y="966"/>
                </a:moveTo>
                <a:lnTo>
                  <a:pt x="3109" y="966"/>
                </a:lnTo>
                <a:lnTo>
                  <a:pt x="3109" y="951"/>
                </a:lnTo>
                <a:lnTo>
                  <a:pt x="3182" y="951"/>
                </a:lnTo>
                <a:lnTo>
                  <a:pt x="3182" y="966"/>
                </a:lnTo>
                <a:moveTo>
                  <a:pt x="3065" y="966"/>
                </a:moveTo>
                <a:lnTo>
                  <a:pt x="2992" y="966"/>
                </a:lnTo>
                <a:lnTo>
                  <a:pt x="2992" y="951"/>
                </a:lnTo>
                <a:lnTo>
                  <a:pt x="3065" y="951"/>
                </a:lnTo>
                <a:lnTo>
                  <a:pt x="3065" y="966"/>
                </a:lnTo>
                <a:moveTo>
                  <a:pt x="2948" y="966"/>
                </a:moveTo>
                <a:lnTo>
                  <a:pt x="2875" y="966"/>
                </a:lnTo>
                <a:lnTo>
                  <a:pt x="2875" y="951"/>
                </a:lnTo>
                <a:lnTo>
                  <a:pt x="2948" y="951"/>
                </a:lnTo>
                <a:lnTo>
                  <a:pt x="2948" y="966"/>
                </a:lnTo>
                <a:moveTo>
                  <a:pt x="2831" y="966"/>
                </a:moveTo>
                <a:lnTo>
                  <a:pt x="2758" y="966"/>
                </a:lnTo>
                <a:lnTo>
                  <a:pt x="2758" y="951"/>
                </a:lnTo>
                <a:lnTo>
                  <a:pt x="2831" y="951"/>
                </a:lnTo>
                <a:lnTo>
                  <a:pt x="2831" y="966"/>
                </a:lnTo>
                <a:moveTo>
                  <a:pt x="2714" y="966"/>
                </a:moveTo>
                <a:lnTo>
                  <a:pt x="2641" y="966"/>
                </a:lnTo>
                <a:lnTo>
                  <a:pt x="2641" y="951"/>
                </a:lnTo>
                <a:lnTo>
                  <a:pt x="2714" y="951"/>
                </a:lnTo>
                <a:lnTo>
                  <a:pt x="2714" y="966"/>
                </a:lnTo>
                <a:moveTo>
                  <a:pt x="2597" y="966"/>
                </a:moveTo>
                <a:lnTo>
                  <a:pt x="2524" y="966"/>
                </a:lnTo>
                <a:lnTo>
                  <a:pt x="2524" y="951"/>
                </a:lnTo>
                <a:lnTo>
                  <a:pt x="2597" y="951"/>
                </a:lnTo>
                <a:lnTo>
                  <a:pt x="2597" y="966"/>
                </a:lnTo>
                <a:moveTo>
                  <a:pt x="2480" y="966"/>
                </a:moveTo>
                <a:lnTo>
                  <a:pt x="2407" y="966"/>
                </a:lnTo>
                <a:lnTo>
                  <a:pt x="2407" y="951"/>
                </a:lnTo>
                <a:lnTo>
                  <a:pt x="2480" y="951"/>
                </a:lnTo>
                <a:lnTo>
                  <a:pt x="2480" y="966"/>
                </a:lnTo>
                <a:moveTo>
                  <a:pt x="2363" y="966"/>
                </a:moveTo>
                <a:lnTo>
                  <a:pt x="2290" y="966"/>
                </a:lnTo>
                <a:lnTo>
                  <a:pt x="2290" y="951"/>
                </a:lnTo>
                <a:lnTo>
                  <a:pt x="2363" y="951"/>
                </a:lnTo>
                <a:lnTo>
                  <a:pt x="2363" y="966"/>
                </a:lnTo>
                <a:moveTo>
                  <a:pt x="2245" y="966"/>
                </a:moveTo>
                <a:lnTo>
                  <a:pt x="2172" y="966"/>
                </a:lnTo>
                <a:lnTo>
                  <a:pt x="2172" y="951"/>
                </a:lnTo>
                <a:lnTo>
                  <a:pt x="2245" y="951"/>
                </a:lnTo>
                <a:lnTo>
                  <a:pt x="2245" y="966"/>
                </a:lnTo>
                <a:moveTo>
                  <a:pt x="2128" y="966"/>
                </a:moveTo>
                <a:lnTo>
                  <a:pt x="2055" y="966"/>
                </a:lnTo>
                <a:lnTo>
                  <a:pt x="2055" y="951"/>
                </a:lnTo>
                <a:lnTo>
                  <a:pt x="2128" y="951"/>
                </a:lnTo>
                <a:lnTo>
                  <a:pt x="2128" y="966"/>
                </a:lnTo>
                <a:moveTo>
                  <a:pt x="2011" y="966"/>
                </a:moveTo>
                <a:lnTo>
                  <a:pt x="1938" y="966"/>
                </a:lnTo>
                <a:lnTo>
                  <a:pt x="1938" y="951"/>
                </a:lnTo>
                <a:lnTo>
                  <a:pt x="2011" y="951"/>
                </a:lnTo>
                <a:lnTo>
                  <a:pt x="2011" y="966"/>
                </a:lnTo>
                <a:moveTo>
                  <a:pt x="1894" y="966"/>
                </a:moveTo>
                <a:lnTo>
                  <a:pt x="1821" y="966"/>
                </a:lnTo>
                <a:lnTo>
                  <a:pt x="1821" y="951"/>
                </a:lnTo>
                <a:lnTo>
                  <a:pt x="1894" y="951"/>
                </a:lnTo>
                <a:lnTo>
                  <a:pt x="1894" y="966"/>
                </a:lnTo>
                <a:moveTo>
                  <a:pt x="1777" y="966"/>
                </a:moveTo>
                <a:lnTo>
                  <a:pt x="1704" y="966"/>
                </a:lnTo>
                <a:lnTo>
                  <a:pt x="1704" y="951"/>
                </a:lnTo>
                <a:lnTo>
                  <a:pt x="1777" y="951"/>
                </a:lnTo>
                <a:lnTo>
                  <a:pt x="1777" y="966"/>
                </a:lnTo>
                <a:moveTo>
                  <a:pt x="1660" y="966"/>
                </a:moveTo>
                <a:lnTo>
                  <a:pt x="1587" y="966"/>
                </a:lnTo>
                <a:lnTo>
                  <a:pt x="1587" y="951"/>
                </a:lnTo>
                <a:lnTo>
                  <a:pt x="1660" y="951"/>
                </a:lnTo>
                <a:lnTo>
                  <a:pt x="1660" y="966"/>
                </a:lnTo>
                <a:moveTo>
                  <a:pt x="1543" y="966"/>
                </a:moveTo>
                <a:lnTo>
                  <a:pt x="1470" y="966"/>
                </a:lnTo>
                <a:lnTo>
                  <a:pt x="1470" y="951"/>
                </a:lnTo>
                <a:lnTo>
                  <a:pt x="1543" y="951"/>
                </a:lnTo>
                <a:lnTo>
                  <a:pt x="1543" y="966"/>
                </a:lnTo>
                <a:moveTo>
                  <a:pt x="1426" y="966"/>
                </a:moveTo>
                <a:lnTo>
                  <a:pt x="1353" y="966"/>
                </a:lnTo>
                <a:lnTo>
                  <a:pt x="1353" y="951"/>
                </a:lnTo>
                <a:lnTo>
                  <a:pt x="1426" y="951"/>
                </a:lnTo>
                <a:lnTo>
                  <a:pt x="1426" y="966"/>
                </a:lnTo>
                <a:moveTo>
                  <a:pt x="1309" y="966"/>
                </a:moveTo>
                <a:lnTo>
                  <a:pt x="1236" y="966"/>
                </a:lnTo>
                <a:lnTo>
                  <a:pt x="1236" y="951"/>
                </a:lnTo>
                <a:lnTo>
                  <a:pt x="1309" y="951"/>
                </a:lnTo>
                <a:lnTo>
                  <a:pt x="1309" y="966"/>
                </a:lnTo>
                <a:moveTo>
                  <a:pt x="1192" y="966"/>
                </a:moveTo>
                <a:lnTo>
                  <a:pt x="1119" y="966"/>
                </a:lnTo>
                <a:lnTo>
                  <a:pt x="1119" y="951"/>
                </a:lnTo>
                <a:lnTo>
                  <a:pt x="1192" y="951"/>
                </a:lnTo>
                <a:lnTo>
                  <a:pt x="1192" y="966"/>
                </a:lnTo>
                <a:moveTo>
                  <a:pt x="1075" y="966"/>
                </a:moveTo>
                <a:lnTo>
                  <a:pt x="1002" y="966"/>
                </a:lnTo>
                <a:lnTo>
                  <a:pt x="1002" y="951"/>
                </a:lnTo>
                <a:lnTo>
                  <a:pt x="1075" y="951"/>
                </a:lnTo>
                <a:lnTo>
                  <a:pt x="1075" y="966"/>
                </a:lnTo>
                <a:moveTo>
                  <a:pt x="958" y="966"/>
                </a:moveTo>
                <a:lnTo>
                  <a:pt x="885" y="966"/>
                </a:lnTo>
                <a:lnTo>
                  <a:pt x="885" y="951"/>
                </a:lnTo>
                <a:lnTo>
                  <a:pt x="958" y="951"/>
                </a:lnTo>
                <a:lnTo>
                  <a:pt x="958" y="966"/>
                </a:lnTo>
                <a:moveTo>
                  <a:pt x="841" y="966"/>
                </a:moveTo>
                <a:lnTo>
                  <a:pt x="768" y="966"/>
                </a:lnTo>
                <a:lnTo>
                  <a:pt x="768" y="951"/>
                </a:lnTo>
                <a:lnTo>
                  <a:pt x="841" y="951"/>
                </a:lnTo>
                <a:lnTo>
                  <a:pt x="841" y="966"/>
                </a:lnTo>
                <a:moveTo>
                  <a:pt x="724" y="966"/>
                </a:moveTo>
                <a:lnTo>
                  <a:pt x="651" y="966"/>
                </a:lnTo>
                <a:lnTo>
                  <a:pt x="651" y="951"/>
                </a:lnTo>
                <a:lnTo>
                  <a:pt x="724" y="951"/>
                </a:lnTo>
                <a:lnTo>
                  <a:pt x="724" y="966"/>
                </a:lnTo>
                <a:moveTo>
                  <a:pt x="607" y="966"/>
                </a:moveTo>
                <a:lnTo>
                  <a:pt x="534" y="966"/>
                </a:lnTo>
                <a:lnTo>
                  <a:pt x="534" y="951"/>
                </a:lnTo>
                <a:lnTo>
                  <a:pt x="607" y="951"/>
                </a:lnTo>
                <a:lnTo>
                  <a:pt x="607" y="966"/>
                </a:lnTo>
                <a:moveTo>
                  <a:pt x="490" y="966"/>
                </a:moveTo>
                <a:lnTo>
                  <a:pt x="417" y="966"/>
                </a:lnTo>
                <a:lnTo>
                  <a:pt x="417" y="951"/>
                </a:lnTo>
                <a:lnTo>
                  <a:pt x="490" y="951"/>
                </a:lnTo>
                <a:lnTo>
                  <a:pt x="490" y="966"/>
                </a:lnTo>
                <a:moveTo>
                  <a:pt x="373" y="966"/>
                </a:moveTo>
                <a:lnTo>
                  <a:pt x="300" y="966"/>
                </a:lnTo>
                <a:lnTo>
                  <a:pt x="300" y="951"/>
                </a:lnTo>
                <a:lnTo>
                  <a:pt x="373" y="951"/>
                </a:lnTo>
                <a:lnTo>
                  <a:pt x="373" y="966"/>
                </a:lnTo>
                <a:moveTo>
                  <a:pt x="256" y="966"/>
                </a:moveTo>
                <a:lnTo>
                  <a:pt x="183" y="966"/>
                </a:lnTo>
                <a:lnTo>
                  <a:pt x="183" y="951"/>
                </a:lnTo>
                <a:lnTo>
                  <a:pt x="256" y="951"/>
                </a:lnTo>
                <a:lnTo>
                  <a:pt x="256" y="966"/>
                </a:lnTo>
                <a:moveTo>
                  <a:pt x="139" y="966"/>
                </a:moveTo>
                <a:lnTo>
                  <a:pt x="66" y="966"/>
                </a:lnTo>
                <a:lnTo>
                  <a:pt x="66" y="951"/>
                </a:lnTo>
                <a:lnTo>
                  <a:pt x="139" y="951"/>
                </a:lnTo>
                <a:lnTo>
                  <a:pt x="139" y="966"/>
                </a:lnTo>
                <a:moveTo>
                  <a:pt x="22" y="966"/>
                </a:moveTo>
                <a:lnTo>
                  <a:pt x="0" y="966"/>
                </a:lnTo>
                <a:lnTo>
                  <a:pt x="0" y="900"/>
                </a:lnTo>
                <a:lnTo>
                  <a:pt x="15" y="900"/>
                </a:lnTo>
                <a:lnTo>
                  <a:pt x="15" y="959"/>
                </a:lnTo>
                <a:lnTo>
                  <a:pt x="8" y="959"/>
                </a:lnTo>
                <a:lnTo>
                  <a:pt x="8" y="951"/>
                </a:lnTo>
                <a:lnTo>
                  <a:pt x="22" y="951"/>
                </a:lnTo>
                <a:lnTo>
                  <a:pt x="22" y="966"/>
                </a:lnTo>
                <a:moveTo>
                  <a:pt x="0" y="856"/>
                </a:moveTo>
                <a:lnTo>
                  <a:pt x="0" y="783"/>
                </a:lnTo>
                <a:lnTo>
                  <a:pt x="15" y="783"/>
                </a:lnTo>
                <a:lnTo>
                  <a:pt x="15" y="856"/>
                </a:lnTo>
                <a:lnTo>
                  <a:pt x="0" y="856"/>
                </a:lnTo>
                <a:moveTo>
                  <a:pt x="0" y="739"/>
                </a:moveTo>
                <a:lnTo>
                  <a:pt x="0" y="666"/>
                </a:lnTo>
                <a:lnTo>
                  <a:pt x="15" y="666"/>
                </a:lnTo>
                <a:lnTo>
                  <a:pt x="15" y="739"/>
                </a:lnTo>
                <a:lnTo>
                  <a:pt x="0" y="739"/>
                </a:lnTo>
                <a:moveTo>
                  <a:pt x="0" y="622"/>
                </a:moveTo>
                <a:lnTo>
                  <a:pt x="0" y="549"/>
                </a:lnTo>
                <a:lnTo>
                  <a:pt x="15" y="549"/>
                </a:lnTo>
                <a:lnTo>
                  <a:pt x="15" y="622"/>
                </a:lnTo>
                <a:lnTo>
                  <a:pt x="0" y="622"/>
                </a:lnTo>
                <a:moveTo>
                  <a:pt x="0" y="505"/>
                </a:moveTo>
                <a:lnTo>
                  <a:pt x="0" y="431"/>
                </a:lnTo>
                <a:lnTo>
                  <a:pt x="15" y="431"/>
                </a:lnTo>
                <a:lnTo>
                  <a:pt x="15" y="505"/>
                </a:lnTo>
                <a:lnTo>
                  <a:pt x="0" y="505"/>
                </a:lnTo>
                <a:moveTo>
                  <a:pt x="0" y="388"/>
                </a:moveTo>
                <a:lnTo>
                  <a:pt x="0" y="314"/>
                </a:lnTo>
                <a:lnTo>
                  <a:pt x="15" y="314"/>
                </a:lnTo>
                <a:lnTo>
                  <a:pt x="15" y="388"/>
                </a:lnTo>
                <a:lnTo>
                  <a:pt x="0" y="388"/>
                </a:lnTo>
                <a:moveTo>
                  <a:pt x="0" y="271"/>
                </a:moveTo>
                <a:lnTo>
                  <a:pt x="0" y="198"/>
                </a:lnTo>
                <a:lnTo>
                  <a:pt x="15" y="198"/>
                </a:lnTo>
                <a:lnTo>
                  <a:pt x="15" y="271"/>
                </a:lnTo>
                <a:lnTo>
                  <a:pt x="0" y="271"/>
                </a:lnTo>
                <a:moveTo>
                  <a:pt x="0" y="154"/>
                </a:moveTo>
                <a:lnTo>
                  <a:pt x="0" y="81"/>
                </a:lnTo>
                <a:lnTo>
                  <a:pt x="15" y="81"/>
                </a:lnTo>
                <a:lnTo>
                  <a:pt x="15" y="154"/>
                </a:lnTo>
                <a:lnTo>
                  <a:pt x="0" y="154"/>
                </a:lnTo>
                <a:moveTo>
                  <a:pt x="0" y="37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8" y="15"/>
                </a:lnTo>
                <a:lnTo>
                  <a:pt x="8" y="7"/>
                </a:lnTo>
                <a:lnTo>
                  <a:pt x="15" y="7"/>
                </a:lnTo>
                <a:lnTo>
                  <a:pt x="15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6757200" y="3864240"/>
            <a:ext cx="63360" cy="53280"/>
          </a:xfrm>
          <a:custGeom>
            <a:avLst/>
            <a:gdLst/>
            <a:ahLst/>
            <a:rect l="0" t="0" r="r" b="b"/>
            <a:pathLst>
              <a:path w="176" h="148">
                <a:moveTo>
                  <a:pt x="0" y="0"/>
                </a:moveTo>
                <a:lnTo>
                  <a:pt x="176" y="0"/>
                </a:lnTo>
                <a:lnTo>
                  <a:pt x="176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6757200" y="3882960"/>
            <a:ext cx="6300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2234880" y="40428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4725000" y="3858480"/>
            <a:ext cx="16070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4725000" y="3943440"/>
            <a:ext cx="872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4725000" y="40428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2034720" y="4212000"/>
            <a:ext cx="4531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2034720" y="4311720"/>
            <a:ext cx="4494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2034720" y="4411800"/>
            <a:ext cx="40287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2400120" y="463320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12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14" name="" descr=""/>
          <p:cNvPicPr/>
          <p:nvPr/>
        </p:nvPicPr>
        <p:blipFill>
          <a:blip r:embed="rId2"/>
          <a:stretch/>
        </p:blipFill>
        <p:spPr>
          <a:xfrm>
            <a:off x="441360" y="2004840"/>
            <a:ext cx="4120560" cy="2017800"/>
          </a:xfrm>
          <a:prstGeom prst="rect">
            <a:avLst/>
          </a:prstGeom>
          <a:ln w="0">
            <a:noFill/>
          </a:ln>
        </p:spPr>
      </p:pic>
      <p:sp>
        <p:nvSpPr>
          <p:cNvPr id="1515" name=""/>
          <p:cNvSpPr/>
          <p:nvPr/>
        </p:nvSpPr>
        <p:spPr>
          <a:xfrm>
            <a:off x="441360" y="2004840"/>
            <a:ext cx="4121280" cy="2018160"/>
          </a:xfrm>
          <a:custGeom>
            <a:avLst/>
            <a:gdLst/>
            <a:ahLst/>
            <a:rect l="0" t="0" r="r" b="b"/>
            <a:pathLst>
              <a:path w="11448" h="5606">
                <a:moveTo>
                  <a:pt x="0" y="0"/>
                </a:moveTo>
                <a:lnTo>
                  <a:pt x="11448" y="0"/>
                </a:lnTo>
                <a:lnTo>
                  <a:pt x="11448" y="5606"/>
                </a:lnTo>
                <a:lnTo>
                  <a:pt x="0" y="5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1497600" y="245520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0" y="83"/>
                </a:moveTo>
                <a:lnTo>
                  <a:pt x="149" y="0"/>
                </a:lnTo>
                <a:lnTo>
                  <a:pt x="127" y="169"/>
                </a:lnTo>
                <a:lnTo>
                  <a:pt x="0" y="83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1194480" y="2643480"/>
            <a:ext cx="55800" cy="54720"/>
          </a:xfrm>
          <a:custGeom>
            <a:avLst/>
            <a:gdLst/>
            <a:ahLst/>
            <a:rect l="0" t="0" r="r" b="b"/>
            <a:pathLst>
              <a:path w="155" h="152">
                <a:moveTo>
                  <a:pt x="148" y="152"/>
                </a:moveTo>
                <a:lnTo>
                  <a:pt x="0" y="68"/>
                </a:lnTo>
                <a:lnTo>
                  <a:pt x="155" y="0"/>
                </a:lnTo>
                <a:lnTo>
                  <a:pt x="148" y="15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1521000" y="2978280"/>
            <a:ext cx="60480" cy="54360"/>
          </a:xfrm>
          <a:custGeom>
            <a:avLst/>
            <a:gdLst/>
            <a:ahLst/>
            <a:rect l="0" t="0" r="r" b="b"/>
            <a:pathLst>
              <a:path w="168" h="151">
                <a:moveTo>
                  <a:pt x="89" y="0"/>
                </a:moveTo>
                <a:lnTo>
                  <a:pt x="168" y="151"/>
                </a:lnTo>
                <a:lnTo>
                  <a:pt x="0" y="123"/>
                </a:lnTo>
                <a:lnTo>
                  <a:pt x="8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1018800" y="2931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52" y="0"/>
                </a:moveTo>
                <a:lnTo>
                  <a:pt x="76" y="152"/>
                </a:lnTo>
                <a:lnTo>
                  <a:pt x="0" y="0"/>
                </a:lnTo>
                <a:lnTo>
                  <a:pt x="15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3495600" y="3205440"/>
            <a:ext cx="51480" cy="60480"/>
          </a:xfrm>
          <a:custGeom>
            <a:avLst/>
            <a:gdLst/>
            <a:ahLst/>
            <a:rect l="0" t="0" r="r" b="b"/>
            <a:pathLst>
              <a:path w="143" h="168">
                <a:moveTo>
                  <a:pt x="0" y="118"/>
                </a:moveTo>
                <a:lnTo>
                  <a:pt x="122" y="0"/>
                </a:lnTo>
                <a:lnTo>
                  <a:pt x="143" y="168"/>
                </a:lnTo>
                <a:lnTo>
                  <a:pt x="0" y="11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1496880" y="3023640"/>
            <a:ext cx="295560" cy="110880"/>
          </a:xfrm>
          <a:custGeom>
            <a:avLst/>
            <a:gdLst/>
            <a:ahLst/>
            <a:rect l="0" t="0" r="r" b="b"/>
            <a:pathLst>
              <a:path w="821" h="308">
                <a:moveTo>
                  <a:pt x="20" y="0"/>
                </a:moveTo>
                <a:lnTo>
                  <a:pt x="801" y="0"/>
                </a:lnTo>
                <a:cubicBezTo>
                  <a:pt x="806" y="0"/>
                  <a:pt x="811" y="2"/>
                  <a:pt x="815" y="6"/>
                </a:cubicBezTo>
                <a:cubicBezTo>
                  <a:pt x="819" y="10"/>
                  <a:pt x="821" y="15"/>
                  <a:pt x="821" y="20"/>
                </a:cubicBezTo>
                <a:lnTo>
                  <a:pt x="821" y="288"/>
                </a:lnTo>
                <a:cubicBezTo>
                  <a:pt x="821" y="294"/>
                  <a:pt x="819" y="298"/>
                  <a:pt x="815" y="302"/>
                </a:cubicBezTo>
                <a:cubicBezTo>
                  <a:pt x="811" y="306"/>
                  <a:pt x="806" y="308"/>
                  <a:pt x="801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4"/>
                  <a:pt x="0" y="288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888480" y="2974680"/>
            <a:ext cx="317160" cy="122040"/>
          </a:xfrm>
          <a:custGeom>
            <a:avLst/>
            <a:gdLst/>
            <a:ahLst/>
            <a:rect l="0" t="0" r="r" b="b"/>
            <a:pathLst>
              <a:path w="881" h="339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0"/>
                </a:cubicBezTo>
                <a:lnTo>
                  <a:pt x="881" y="317"/>
                </a:lnTo>
                <a:cubicBezTo>
                  <a:pt x="881" y="323"/>
                  <a:pt x="879" y="328"/>
                  <a:pt x="875" y="333"/>
                </a:cubicBezTo>
                <a:cubicBezTo>
                  <a:pt x="872" y="337"/>
                  <a:pt x="867" y="339"/>
                  <a:pt x="861" y="339"/>
                </a:cubicBezTo>
                <a:lnTo>
                  <a:pt x="20" y="339"/>
                </a:lnTo>
                <a:cubicBezTo>
                  <a:pt x="15" y="339"/>
                  <a:pt x="10" y="337"/>
                  <a:pt x="6" y="333"/>
                </a:cubicBezTo>
                <a:cubicBezTo>
                  <a:pt x="2" y="328"/>
                  <a:pt x="0" y="323"/>
                  <a:pt x="0" y="317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3919320" y="2322000"/>
            <a:ext cx="500040" cy="143640"/>
          </a:xfrm>
          <a:custGeom>
            <a:avLst/>
            <a:gdLst/>
            <a:ahLst/>
            <a:rect l="0" t="0" r="r" b="b"/>
            <a:pathLst>
              <a:path w="1389" h="399">
                <a:moveTo>
                  <a:pt x="20" y="0"/>
                </a:moveTo>
                <a:lnTo>
                  <a:pt x="1369" y="0"/>
                </a:lnTo>
                <a:cubicBezTo>
                  <a:pt x="1375" y="0"/>
                  <a:pt x="1379" y="2"/>
                  <a:pt x="1383" y="6"/>
                </a:cubicBezTo>
                <a:cubicBezTo>
                  <a:pt x="1387" y="10"/>
                  <a:pt x="1389" y="14"/>
                  <a:pt x="1389" y="20"/>
                </a:cubicBezTo>
                <a:lnTo>
                  <a:pt x="1389" y="379"/>
                </a:lnTo>
                <a:cubicBezTo>
                  <a:pt x="1389" y="384"/>
                  <a:pt x="1387" y="389"/>
                  <a:pt x="1383" y="393"/>
                </a:cubicBezTo>
                <a:cubicBezTo>
                  <a:pt x="1379" y="397"/>
                  <a:pt x="1375" y="399"/>
                  <a:pt x="1369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3233160" y="3105360"/>
            <a:ext cx="643320" cy="110880"/>
          </a:xfrm>
          <a:custGeom>
            <a:avLst/>
            <a:gdLst/>
            <a:ahLst/>
            <a:rect l="0" t="0" r="r" b="b"/>
            <a:pathLst>
              <a:path w="1787" h="308">
                <a:moveTo>
                  <a:pt x="20" y="0"/>
                </a:moveTo>
                <a:lnTo>
                  <a:pt x="1766" y="0"/>
                </a:lnTo>
                <a:cubicBezTo>
                  <a:pt x="1772" y="0"/>
                  <a:pt x="1777" y="2"/>
                  <a:pt x="1781" y="6"/>
                </a:cubicBezTo>
                <a:cubicBezTo>
                  <a:pt x="1785" y="10"/>
                  <a:pt x="1787" y="14"/>
                  <a:pt x="1787" y="20"/>
                </a:cubicBezTo>
                <a:lnTo>
                  <a:pt x="1787" y="288"/>
                </a:lnTo>
                <a:cubicBezTo>
                  <a:pt x="1787" y="293"/>
                  <a:pt x="1785" y="298"/>
                  <a:pt x="1781" y="302"/>
                </a:cubicBezTo>
                <a:cubicBezTo>
                  <a:pt x="1777" y="306"/>
                  <a:pt x="1772" y="308"/>
                  <a:pt x="1766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3"/>
                  <a:pt x="0" y="288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439920" y="1358280"/>
            <a:ext cx="5121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stromen laten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1281600" y="257796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1368720" y="266472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1251360" y="275004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986760" y="2849760"/>
            <a:ext cx="11808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3916440" y="342288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4762440" y="1971360"/>
            <a:ext cx="3743640" cy="324360"/>
          </a:xfrm>
          <a:custGeom>
            <a:avLst/>
            <a:gdLst/>
            <a:ahLst/>
            <a:rect l="0" t="0" r="r" b="b"/>
            <a:pathLst>
              <a:path w="10399" h="901">
                <a:moveTo>
                  <a:pt x="0" y="0"/>
                </a:moveTo>
                <a:lnTo>
                  <a:pt x="10399" y="0"/>
                </a:lnTo>
                <a:lnTo>
                  <a:pt x="1039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8505720" y="1971360"/>
            <a:ext cx="371880" cy="324360"/>
          </a:xfrm>
          <a:custGeom>
            <a:avLst/>
            <a:gdLst/>
            <a:ahLst/>
            <a:rect l="0" t="0" r="r" b="b"/>
            <a:pathLst>
              <a:path w="1033" h="901">
                <a:moveTo>
                  <a:pt x="0" y="0"/>
                </a:moveTo>
                <a:lnTo>
                  <a:pt x="1033" y="0"/>
                </a:lnTo>
                <a:lnTo>
                  <a:pt x="1033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4762440" y="2285640"/>
            <a:ext cx="3743640" cy="19440"/>
          </a:xfrm>
          <a:custGeom>
            <a:avLst/>
            <a:gdLst/>
            <a:ahLst/>
            <a:rect l="0" t="0" r="r" b="b"/>
            <a:pathLst>
              <a:path w="10399" h="54">
                <a:moveTo>
                  <a:pt x="0" y="0"/>
                </a:moveTo>
                <a:lnTo>
                  <a:pt x="10399" y="0"/>
                </a:lnTo>
                <a:lnTo>
                  <a:pt x="1039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8505720" y="2285640"/>
            <a:ext cx="371880" cy="19440"/>
          </a:xfrm>
          <a:custGeom>
            <a:avLst/>
            <a:gdLst/>
            <a:ahLst/>
            <a:rect l="0" t="0" r="r" b="b"/>
            <a:pathLst>
              <a:path w="1033" h="54">
                <a:moveTo>
                  <a:pt x="0" y="0"/>
                </a:moveTo>
                <a:lnTo>
                  <a:pt x="1033" y="0"/>
                </a:lnTo>
                <a:lnTo>
                  <a:pt x="103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4762440" y="264780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8505720" y="2647800"/>
            <a:ext cx="371880" cy="9720"/>
          </a:xfrm>
          <a:custGeom>
            <a:avLst/>
            <a:gdLst/>
            <a:ahLst/>
            <a:rect l="0" t="0" r="r" b="b"/>
            <a:pathLst>
              <a:path w="1033" h="27">
                <a:moveTo>
                  <a:pt x="0" y="0"/>
                </a:moveTo>
                <a:lnTo>
                  <a:pt x="1033" y="0"/>
                </a:lnTo>
                <a:lnTo>
                  <a:pt x="1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4762440" y="300960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8505720" y="300960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4762440" y="336204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8505720" y="336204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457200" y="3641400"/>
            <a:ext cx="300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met de drie koppelingen gemarkeerd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 txBox="1"/>
          <p:nvPr/>
        </p:nvSpPr>
        <p:spPr>
          <a:xfrm>
            <a:off x="4865040" y="2060280"/>
            <a:ext cx="22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TWINTIG STROMEN IN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4865040" y="2396880"/>
            <a:ext cx="278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Gedekt door OC-P&amp;R, OC-SIS en OC-LMS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8609040" y="23968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4865040" y="2758680"/>
            <a:ext cx="308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Pijl op de hoofdplaat, nog zonder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8609040" y="27586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8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4865040" y="31111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Stroom zonder pijl op de hoofdplaat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8609040" y="311112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4758480" y="3507480"/>
            <a:ext cx="464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drie koppelingen van dit jaar dragen de kern van de reis. De rest 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4758480" y="3717000"/>
            <a:ext cx="355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zichtbaar gemaakt, met de plek waar die vraag hoort.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5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439920" y="1424880"/>
            <a:ext cx="704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met een voorbeeldﬂow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49440" y="2320920"/>
            <a:ext cx="1372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49440" y="2647080"/>
            <a:ext cx="8867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een iteratie op de versionering met een voorbeeldﬂow, en een sessie vooraf om die samen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649440" y="2875680"/>
            <a:ext cx="407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 te nemen.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1276200" y="358128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5" y="0"/>
                </a:lnTo>
                <a:lnTo>
                  <a:pt x="615" y="27"/>
                </a:lnTo>
                <a:lnTo>
                  <a:pt x="536" y="27"/>
                </a:lnTo>
                <a:lnTo>
                  <a:pt x="536" y="0"/>
                </a:lnTo>
                <a:moveTo>
                  <a:pt x="670" y="0"/>
                </a:moveTo>
                <a:lnTo>
                  <a:pt x="749" y="0"/>
                </a:lnTo>
                <a:lnTo>
                  <a:pt x="749" y="27"/>
                </a:lnTo>
                <a:lnTo>
                  <a:pt x="670" y="27"/>
                </a:lnTo>
                <a:lnTo>
                  <a:pt x="670" y="0"/>
                </a:lnTo>
                <a:moveTo>
                  <a:pt x="804" y="0"/>
                </a:moveTo>
                <a:lnTo>
                  <a:pt x="883" y="0"/>
                </a:lnTo>
                <a:lnTo>
                  <a:pt x="883" y="27"/>
                </a:lnTo>
                <a:lnTo>
                  <a:pt x="804" y="27"/>
                </a:lnTo>
                <a:lnTo>
                  <a:pt x="804" y="0"/>
                </a:lnTo>
                <a:moveTo>
                  <a:pt x="938" y="0"/>
                </a:moveTo>
                <a:lnTo>
                  <a:pt x="1017" y="0"/>
                </a:lnTo>
                <a:lnTo>
                  <a:pt x="1017" y="27"/>
                </a:lnTo>
                <a:lnTo>
                  <a:pt x="938" y="27"/>
                </a:lnTo>
                <a:lnTo>
                  <a:pt x="938" y="0"/>
                </a:lnTo>
                <a:moveTo>
                  <a:pt x="1071" y="0"/>
                </a:moveTo>
                <a:lnTo>
                  <a:pt x="1151" y="0"/>
                </a:lnTo>
                <a:lnTo>
                  <a:pt x="1151" y="27"/>
                </a:lnTo>
                <a:lnTo>
                  <a:pt x="1071" y="27"/>
                </a:lnTo>
                <a:lnTo>
                  <a:pt x="1071" y="0"/>
                </a:lnTo>
                <a:moveTo>
                  <a:pt x="1205" y="0"/>
                </a:moveTo>
                <a:lnTo>
                  <a:pt x="1285" y="0"/>
                </a:lnTo>
                <a:lnTo>
                  <a:pt x="1285" y="27"/>
                </a:lnTo>
                <a:lnTo>
                  <a:pt x="1205" y="27"/>
                </a:lnTo>
                <a:lnTo>
                  <a:pt x="1205" y="0"/>
                </a:lnTo>
                <a:moveTo>
                  <a:pt x="1339" y="0"/>
                </a:moveTo>
                <a:lnTo>
                  <a:pt x="1419" y="0"/>
                </a:lnTo>
                <a:lnTo>
                  <a:pt x="1419" y="27"/>
                </a:lnTo>
                <a:lnTo>
                  <a:pt x="1339" y="27"/>
                </a:lnTo>
                <a:lnTo>
                  <a:pt x="1339" y="0"/>
                </a:lnTo>
                <a:moveTo>
                  <a:pt x="1473" y="0"/>
                </a:moveTo>
                <a:lnTo>
                  <a:pt x="1553" y="0"/>
                </a:lnTo>
                <a:lnTo>
                  <a:pt x="1553" y="27"/>
                </a:lnTo>
                <a:lnTo>
                  <a:pt x="1473" y="27"/>
                </a:lnTo>
                <a:lnTo>
                  <a:pt x="1473" y="0"/>
                </a:lnTo>
                <a:moveTo>
                  <a:pt x="1607" y="0"/>
                </a:moveTo>
                <a:lnTo>
                  <a:pt x="1687" y="0"/>
                </a:lnTo>
                <a:lnTo>
                  <a:pt x="1687" y="27"/>
                </a:lnTo>
                <a:lnTo>
                  <a:pt x="1607" y="27"/>
                </a:lnTo>
                <a:lnTo>
                  <a:pt x="1607" y="0"/>
                </a:lnTo>
                <a:moveTo>
                  <a:pt x="1741" y="0"/>
                </a:moveTo>
                <a:lnTo>
                  <a:pt x="1821" y="0"/>
                </a:lnTo>
                <a:lnTo>
                  <a:pt x="1821" y="27"/>
                </a:lnTo>
                <a:lnTo>
                  <a:pt x="1741" y="27"/>
                </a:lnTo>
                <a:lnTo>
                  <a:pt x="1741" y="0"/>
                </a:lnTo>
                <a:moveTo>
                  <a:pt x="1875" y="0"/>
                </a:moveTo>
                <a:lnTo>
                  <a:pt x="1955" y="0"/>
                </a:lnTo>
                <a:lnTo>
                  <a:pt x="1955" y="27"/>
                </a:lnTo>
                <a:lnTo>
                  <a:pt x="1875" y="27"/>
                </a:lnTo>
                <a:lnTo>
                  <a:pt x="1875" y="0"/>
                </a:lnTo>
                <a:moveTo>
                  <a:pt x="2009" y="0"/>
                </a:moveTo>
                <a:lnTo>
                  <a:pt x="2089" y="0"/>
                </a:lnTo>
                <a:lnTo>
                  <a:pt x="2089" y="27"/>
                </a:lnTo>
                <a:lnTo>
                  <a:pt x="2009" y="27"/>
                </a:lnTo>
                <a:lnTo>
                  <a:pt x="2009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457200" y="3425400"/>
            <a:ext cx="9248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applicatiediensten als laag tussen component en endpoint, en de datamodellen als eigen pakket. Staat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457200" y="3644640"/>
            <a:ext cx="1697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draft tot de iteratie er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05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26" name=""/>
          <p:cNvSpPr txBox="1"/>
          <p:nvPr/>
        </p:nvSpPr>
        <p:spPr>
          <a:xfrm>
            <a:off x="439920" y="99612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456840" y="1933560"/>
            <a:ext cx="896040" cy="304920"/>
          </a:xfrm>
          <a:custGeom>
            <a:avLst/>
            <a:gdLst/>
            <a:ahLst/>
            <a:rect l="0" t="0" r="r" b="b"/>
            <a:pathLst>
              <a:path w="2489" h="847">
                <a:moveTo>
                  <a:pt x="0" y="0"/>
                </a:moveTo>
                <a:lnTo>
                  <a:pt x="2489" y="0"/>
                </a:lnTo>
                <a:lnTo>
                  <a:pt x="2489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1352520" y="1933560"/>
            <a:ext cx="3219480" cy="304920"/>
          </a:xfrm>
          <a:custGeom>
            <a:avLst/>
            <a:gdLst/>
            <a:ahLst/>
            <a:rect l="0" t="0" r="r" b="b"/>
            <a:pathLst>
              <a:path w="8943" h="847">
                <a:moveTo>
                  <a:pt x="0" y="0"/>
                </a:moveTo>
                <a:lnTo>
                  <a:pt x="8943" y="0"/>
                </a:lnTo>
                <a:lnTo>
                  <a:pt x="8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456840" y="2228760"/>
            <a:ext cx="896040" cy="19440"/>
          </a:xfrm>
          <a:custGeom>
            <a:avLst/>
            <a:gdLst/>
            <a:ahLst/>
            <a:rect l="0" t="0" r="r" b="b"/>
            <a:pathLst>
              <a:path w="2489" h="54">
                <a:moveTo>
                  <a:pt x="0" y="0"/>
                </a:moveTo>
                <a:lnTo>
                  <a:pt x="2489" y="0"/>
                </a:lnTo>
                <a:lnTo>
                  <a:pt x="24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1352520" y="2228760"/>
            <a:ext cx="3219480" cy="19440"/>
          </a:xfrm>
          <a:custGeom>
            <a:avLst/>
            <a:gdLst/>
            <a:ahLst/>
            <a:rect l="0" t="0" r="r" b="b"/>
            <a:pathLst>
              <a:path w="8943" h="54">
                <a:moveTo>
                  <a:pt x="0" y="0"/>
                </a:moveTo>
                <a:lnTo>
                  <a:pt x="8943" y="0"/>
                </a:lnTo>
                <a:lnTo>
                  <a:pt x="89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456840" y="287640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1352520" y="287640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456840" y="3524040"/>
            <a:ext cx="896040" cy="10080"/>
          </a:xfrm>
          <a:custGeom>
            <a:avLst/>
            <a:gdLst/>
            <a:ahLst/>
            <a:rect l="0" t="0" r="r" b="b"/>
            <a:pathLst>
              <a:path w="2489" h="28">
                <a:moveTo>
                  <a:pt x="0" y="0"/>
                </a:moveTo>
                <a:lnTo>
                  <a:pt x="2489" y="0"/>
                </a:lnTo>
                <a:lnTo>
                  <a:pt x="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1352520" y="3524040"/>
            <a:ext cx="3219480" cy="10080"/>
          </a:xfrm>
          <a:custGeom>
            <a:avLst/>
            <a:gdLst/>
            <a:ahLst/>
            <a:rect l="0" t="0" r="r" b="b"/>
            <a:pathLst>
              <a:path w="8943" h="28">
                <a:moveTo>
                  <a:pt x="0" y="0"/>
                </a:moveTo>
                <a:lnTo>
                  <a:pt x="8943" y="0"/>
                </a:lnTo>
                <a:lnTo>
                  <a:pt x="8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456840" y="391464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1352520" y="391464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457200" y="1599120"/>
            <a:ext cx="775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vraag van Kees op 15 september: geef elke koppeling een naam die in een gesprek meteen duidelijk is.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563760" y="2022120"/>
            <a:ext cx="654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VOORSTEL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1462680" y="2022120"/>
            <a:ext cx="707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563760" y="2349360"/>
            <a:ext cx="736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OC-P&amp;R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1462680" y="2349360"/>
            <a:ext cx="292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planning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1462680" y="2597040"/>
            <a:ext cx="858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roostering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563760" y="2987640"/>
            <a:ext cx="64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OC-SIS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1462680" y="2987640"/>
            <a:ext cx="1881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1462680" y="3244680"/>
            <a:ext cx="1755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studentadministratie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563760" y="3625920"/>
            <a:ext cx="73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OC-LMS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4762440" y="1933560"/>
            <a:ext cx="4115160" cy="1285920"/>
          </a:xfrm>
          <a:custGeom>
            <a:avLst/>
            <a:gdLst/>
            <a:ahLst/>
            <a:rect l="0" t="0" r="r" b="b"/>
            <a:pathLst>
              <a:path w="11431" h="3572">
                <a:moveTo>
                  <a:pt x="0" y="0"/>
                </a:moveTo>
                <a:lnTo>
                  <a:pt x="11431" y="0"/>
                </a:lnTo>
                <a:lnTo>
                  <a:pt x="11431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/>
          <p:nvPr/>
        </p:nvSpPr>
        <p:spPr>
          <a:xfrm>
            <a:off x="4762440" y="193356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4762440" y="32097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8867520" y="1933560"/>
            <a:ext cx="10080" cy="1285920"/>
          </a:xfrm>
          <a:custGeom>
            <a:avLst/>
            <a:gdLst/>
            <a:ahLst/>
            <a:rect l="0" t="0" r="r" b="b"/>
            <a:pathLst>
              <a:path w="28" h="3572">
                <a:moveTo>
                  <a:pt x="0" y="105"/>
                </a:moveTo>
                <a:lnTo>
                  <a:pt x="0" y="3572"/>
                </a:lnTo>
                <a:lnTo>
                  <a:pt x="28" y="357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4762440" y="1933560"/>
            <a:ext cx="9720" cy="1285920"/>
          </a:xfrm>
          <a:custGeom>
            <a:avLst/>
            <a:gdLst/>
            <a:ahLst/>
            <a:rect l="0" t="0" r="r" b="b"/>
            <a:pathLst>
              <a:path w="27" h="3572">
                <a:moveTo>
                  <a:pt x="0" y="0"/>
                </a:moveTo>
                <a:lnTo>
                  <a:pt x="0" y="3572"/>
                </a:lnTo>
                <a:lnTo>
                  <a:pt x="27" y="3572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1462680" y="3625920"/>
            <a:ext cx="3092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leeromgeving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 txBox="1"/>
          <p:nvPr/>
        </p:nvSpPr>
        <p:spPr>
          <a:xfrm>
            <a:off x="4943160" y="2158920"/>
            <a:ext cx="2212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het voorstel regelt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 txBox="1"/>
          <p:nvPr/>
        </p:nvSpPr>
        <p:spPr>
          <a:xfrm>
            <a:off x="4943160" y="2456640"/>
            <a:ext cx="4327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korte, stabiele ID naast de volledige naam; beide richtingen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4943160" y="2666520"/>
            <a:ext cx="4176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in een speciﬁcatie; dezelfde ID in berichtstromen, diensten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4943160" y="28760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6400440" y="422892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1" y="0"/>
                </a:lnTo>
                <a:lnTo>
                  <a:pt x="471" y="27"/>
                </a:lnTo>
                <a:lnTo>
                  <a:pt x="391" y="27"/>
                </a:lnTo>
                <a:lnTo>
                  <a:pt x="391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7"/>
                </a:lnTo>
                <a:lnTo>
                  <a:pt x="522" y="27"/>
                </a:lnTo>
                <a:lnTo>
                  <a:pt x="522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2" y="0"/>
                </a:lnTo>
                <a:lnTo>
                  <a:pt x="862" y="27"/>
                </a:lnTo>
                <a:lnTo>
                  <a:pt x="782" y="27"/>
                </a:lnTo>
                <a:lnTo>
                  <a:pt x="782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7"/>
                </a:lnTo>
                <a:lnTo>
                  <a:pt x="913" y="27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7"/>
                </a:lnTo>
                <a:lnTo>
                  <a:pt x="1044" y="27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4" y="0"/>
                </a:lnTo>
                <a:lnTo>
                  <a:pt x="1514" y="27"/>
                </a:lnTo>
                <a:lnTo>
                  <a:pt x="1434" y="27"/>
                </a:lnTo>
                <a:lnTo>
                  <a:pt x="1434" y="0"/>
                </a:lnTo>
                <a:moveTo>
                  <a:pt x="1565" y="0"/>
                </a:moveTo>
                <a:lnTo>
                  <a:pt x="1644" y="0"/>
                </a:lnTo>
                <a:lnTo>
                  <a:pt x="1644" y="27"/>
                </a:lnTo>
                <a:lnTo>
                  <a:pt x="1565" y="27"/>
                </a:lnTo>
                <a:lnTo>
                  <a:pt x="1565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457200" y="4078800"/>
            <a:ext cx="758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voorbeelduitwerking gebruikt deze ID's al, zodat direct zichtbaar is wat het oplevert. Uitwerking in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67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1890720" y="3199320"/>
            <a:ext cx="622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koppeling-ID: OC-P&amp;R, OC-SIS en OC-LMS,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15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921960" y="2299680"/>
            <a:ext cx="4655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per beeld-ID: als issue op Public, of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3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38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