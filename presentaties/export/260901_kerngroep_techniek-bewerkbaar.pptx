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 showSpecialPlsOnTitleSld="0">
  <p:sldMasterIdLst>
    <p:sldMasterId id="2147483648" r:id="rId4"/>
    <p:sldMasterId id="2147483740" r:id="rId5"/>
    <p:sldMasterId id="2147483758" r:id="rId6"/>
    <p:sldMasterId id="2147483776" r:id="rId7"/>
    <p:sldMasterId id="2147483794" r:id="rId8"/>
    <p:sldMasterId id="2147483738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12192000" cy="6858000"/>
  <p:notesSz cx="6858000" cy="9144000"/>
  <p:embeddedFontLst>
    <p:embeddedFont>
      <p:font charset="0" panose="0208050304030B020404" pitchFamily="18" typeface="Cooper Lt BT"/>
      <p:regular r:id="rId33"/>
    </p:embeddedFont>
    <p:embeddedFont>
      <p:font charset="0" pitchFamily="50" typeface="General Sans"/>
      <p:regular r:id="rId34"/>
      <p:bold r:id="rId35"/>
      <p:italic r:id="rId36"/>
      <p:boldItalic r:id="rId37"/>
    </p:embeddedFont>
    <p:embeddedFont>
      <p:font charset="0" pitchFamily="50" typeface="General Sans Semibold"/>
      <p:regular r:id="rId38"/>
      <p:bold r:id="rId39"/>
    </p:embeddedFont>
  </p:embeddedFontLst>
  <p:defaultTextStyle>
    <a:defPPr>
      <a:defRPr lang="en-NL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1A037AEA-AB4B-488B-B557-B7307E8A07B5}" name="Presentatie">
          <p14:sldIdLst>
            <p14:sldId id="360"/>
            <p14:sldId id="309"/>
            <p14:sldId id="322"/>
            <p14:sldId id="350"/>
            <p14:sldId id="356"/>
            <p14:sldId id="315"/>
            <p14:sldId id="320"/>
            <p14:sldId id="323"/>
            <p14:sldId id="310"/>
            <p14:sldId id="311"/>
            <p14:sldId id="317"/>
            <p14:sldId id="318"/>
            <p14:sldId id="324"/>
            <p14:sldId id="325"/>
            <p14:sldId id="327"/>
            <p14:sldId id="358"/>
            <p14:sldId id="354"/>
          </p14:sldIdLst>
        </p14:section>
        <p14:section id="{C9AB438D-2755-4B47-9664-02668DF100E1}" name="Dingen om te kopiëren">
          <p14:sldIdLst>
            <p14:sldId id="262"/>
            <p14:sldId id="304"/>
          </p14:sldIdLst>
        </p14:section>
        <p14:section id="{22421690-AC93-4D23-9C5E-D82FC6F641F4}" name="Tips">
          <p14:sldIdLst>
            <p14:sldId id="288"/>
          </p14:sldIdLst>
        </p14:section>
        <p14:section id="{87C13BBB-1F37-45FE-A024-28D6A10E2165}" name="Voorbeeldpresentatie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784B"/>
    <a:srgbClr val="F4D9DC"/>
    <a:srgbClr val="00AF81"/>
    <a:srgbClr val="F4D74B"/>
    <a:srgbClr val="FFFFFF"/>
    <a:srgbClr val="3D68EC"/>
    <a:srgbClr val="B7E3E5"/>
    <a:srgbClr val="1C2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Stijl, licht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Stijl, licht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ijl, thema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6"/>
    <p:restoredTop autoAdjust="0" sz="94690"/>
  </p:normalViewPr>
  <p:slideViewPr>
    <p:cSldViewPr snapToGrid="0">
      <p:cViewPr varScale="1">
        <p:scale>
          <a:sx d="100" n="79"/>
          <a:sy d="100" n="79"/>
        </p:scale>
        <p:origin x="43" y="43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notesViewPr>
    <p:cSldViewPr snapToGrid="0">
      <p:cViewPr varScale="1">
        <p:scale>
          <a:sx d="100" n="89"/>
          <a:sy d="100" n="89"/>
        </p:scale>
        <p:origin x="4114" y="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0" Type="http://schemas.openxmlformats.org/officeDocument/2006/relationships/slide" Target="slides/slide1.xml" /><Relationship Id="rId11" Type="http://schemas.openxmlformats.org/officeDocument/2006/relationships/slide" Target="slides/slide2.xml" /><Relationship Id="rId12" Type="http://schemas.openxmlformats.org/officeDocument/2006/relationships/slide" Target="slides/slide3.xml" /><Relationship Id="rId13" Type="http://schemas.openxmlformats.org/officeDocument/2006/relationships/slide" Target="slides/slide4.xml" /><Relationship Id="rId14" Type="http://schemas.openxmlformats.org/officeDocument/2006/relationships/slide" Target="slides/slide5.xml" /><Relationship Id="rId15" Type="http://schemas.openxmlformats.org/officeDocument/2006/relationships/slide" Target="slides/slide6.xml" /><Relationship Id="rId16" Type="http://schemas.openxmlformats.org/officeDocument/2006/relationships/slide" Target="slides/slide7.xml" /><Relationship Id="rId17" Type="http://schemas.openxmlformats.org/officeDocument/2006/relationships/slide" Target="slides/slide8.xml" /><Relationship Id="rId18" Type="http://schemas.openxmlformats.org/officeDocument/2006/relationships/slide" Target="slides/slide9.xml" /><Relationship Id="rId19" Type="http://schemas.openxmlformats.org/officeDocument/2006/relationships/slide" Target="slides/slide10.xml" /><Relationship Id="rId20" Type="http://schemas.openxmlformats.org/officeDocument/2006/relationships/slide" Target="slides/slide11.xml" /><Relationship Id="rId21" Type="http://schemas.openxmlformats.org/officeDocument/2006/relationships/slide" Target="slides/slide12.xml" /><Relationship Id="rId22" Type="http://schemas.openxmlformats.org/officeDocument/2006/relationships/slide" Target="slides/slide13.xml" /><Relationship Id="rId23" Type="http://schemas.openxmlformats.org/officeDocument/2006/relationships/slide" Target="slides/slide14.xml" /><Relationship Id="rId24" Type="http://schemas.openxmlformats.org/officeDocument/2006/relationships/slide" Target="slides/slide15.xml" /><Relationship Id="rId25" Type="http://schemas.openxmlformats.org/officeDocument/2006/relationships/slide" Target="slides/slide16.xml" /><Relationship Id="rId26" Type="http://schemas.openxmlformats.org/officeDocument/2006/relationships/slide" Target="slides/slide17.xml" /><Relationship Id="rId27" Type="http://schemas.openxmlformats.org/officeDocument/2006/relationships/slide" Target="slides/slide18.xml" /><Relationship Id="rId28" Type="http://schemas.openxmlformats.org/officeDocument/2006/relationships/slide" Target="slides/slide19.xml" /><Relationship Id="rId29" Type="http://schemas.openxmlformats.org/officeDocument/2006/relationships/slide" Target="slides/slide20.xml" /><Relationship Id="rId30" Type="http://schemas.openxmlformats.org/officeDocument/2006/relationships/slide" Target="slides/slide21.xml" /><Relationship Id="rId31" Type="http://schemas.openxmlformats.org/officeDocument/2006/relationships/slide" Target="slides/slide22.xml" /><Relationship Id="rId40" Type="http://schemas.openxmlformats.org/officeDocument/2006/relationships/presProps" Target="presProps.xml" /><Relationship Id="rId35" Type="http://schemas.openxmlformats.org/officeDocument/2006/relationships/font" Target="fonts/font3.fntdata" /><Relationship Id="rId43" Type="http://schemas.openxmlformats.org/officeDocument/2006/relationships/tableStyles" Target="tableStyles.xml" /><Relationship Id="rId7" Type="http://schemas.openxmlformats.org/officeDocument/2006/relationships/slideMaster" Target="slideMasters/slideMaster4.xml" /><Relationship Id="rId2" Type="http://schemas.openxmlformats.org/officeDocument/2006/relationships/customXml" Target="../customXml/item2.xml" /><Relationship Id="rId42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33" Type="http://schemas.openxmlformats.org/officeDocument/2006/relationships/font" Target="fonts/font1.fntdata" /><Relationship Id="rId38" Type="http://schemas.openxmlformats.org/officeDocument/2006/relationships/font" Target="fonts/font6.fntdata" /><Relationship Id="rId41" Type="http://schemas.openxmlformats.org/officeDocument/2006/relationships/viewProps" Target="viewProps.xml" /><Relationship Id="rId5" Type="http://schemas.openxmlformats.org/officeDocument/2006/relationships/slideMaster" Target="slideMasters/slideMaster2.xml" /><Relationship Id="rId37" Type="http://schemas.openxmlformats.org/officeDocument/2006/relationships/font" Target="fonts/font5.fntdata" /><Relationship Id="rId32" Type="http://schemas.openxmlformats.org/officeDocument/2006/relationships/handoutMaster" Target="handoutMasters/handoutMaster1.xml" /><Relationship Id="rId4" Type="http://schemas.openxmlformats.org/officeDocument/2006/relationships/slideMaster" Target="slideMasters/slideMaster1.xml" /><Relationship Id="rId9" Type="http://schemas.openxmlformats.org/officeDocument/2006/relationships/slideMaster" Target="slideMasters/slideMaster6.xml" /><Relationship Id="rId36" Type="http://schemas.openxmlformats.org/officeDocument/2006/relationships/font" Target="fonts/font4.fntdata" /><Relationship Id="rId44" Type="http://schemas.microsoft.com/office/2015/10/relationships/revisionInfo" Target="revisionInfo.xml" /><Relationship Id="rId8" Type="http://schemas.openxmlformats.org/officeDocument/2006/relationships/slideMaster" Target="slideMasters/slideMaster5.xml" /><Relationship Id="rId3" Type="http://schemas.openxmlformats.org/officeDocument/2006/relationships/customXml" Target="../customXml/item3.xml" /><Relationship Id="rId34" Type="http://schemas.openxmlformats.org/officeDocument/2006/relationships/font" Target="fonts/font2.fntdata" /><Relationship Id="rId39" Type="http://schemas.openxmlformats.org/officeDocument/2006/relationships/font" Target="fonts/font7.fntdata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8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7.png"/><Relationship Id="rId17" Type="http://schemas.openxmlformats.org/officeDocument/2006/relationships/image" Target="../media/image29.sv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6.svg"/><Relationship Id="rId5" Type="http://schemas.openxmlformats.org/officeDocument/2006/relationships/image" Target="../media/image25.svg"/><Relationship Id="rId15" Type="http://schemas.openxmlformats.org/officeDocument/2006/relationships/image" Target="../media/image27.svg"/><Relationship Id="rId10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0.svg"/><Relationship Id="rId14" Type="http://schemas.openxmlformats.org/officeDocument/2006/relationships/image" Target="../media/image2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71AA2195-3BB3-6E88-1D7C-DAFD5067176E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AC3AD2EE-DF8A-7E2B-4D7D-4320319B0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B4CE1D8-3338-C7E7-FAD4-E460C41C03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6017" y="4902017"/>
            <a:ext cx="1955983" cy="1955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CEC27C-C3E7-A662-B74E-0BBDDF138E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000" y="1433623"/>
            <a:ext cx="8144775" cy="275863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titel</a:t>
            </a:r>
            <a:r>
              <a:rPr lang="en-GB" dirty="0"/>
              <a:t>]</a:t>
            </a:r>
            <a:endParaRPr lang="en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D7293B7-4B2E-195A-030B-217A2D1FCB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0353" y="5502779"/>
            <a:ext cx="8144775" cy="58425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Cooper Lt BT" panose="0208050304030B0204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[naam]</a:t>
            </a:r>
          </a:p>
        </p:txBody>
      </p:sp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94A98B35-375B-1819-CE2A-8C2C445F810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40306" y="4330545"/>
            <a:ext cx="8104470" cy="58420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2" name="Tijdelijke aanduiding voor tekst 15">
            <a:extLst>
              <a:ext uri="{FF2B5EF4-FFF2-40B4-BE49-F238E27FC236}">
                <a16:creationId xmlns:a16="http://schemas.microsoft.com/office/drawing/2014/main" id="{839DC652-DEDD-7AEA-1CDB-EEE04E55D1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50353" y="5965872"/>
            <a:ext cx="2221843" cy="5842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Cooper Lt BT" panose="0208050304030B020404" pitchFamily="18" charset="0"/>
              </a:defRPr>
            </a:lvl1pPr>
          </a:lstStyle>
          <a:p>
            <a:pPr lvl="0"/>
            <a:r>
              <a:rPr lang="nl-NL" dirty="0"/>
              <a:t>[datum]</a:t>
            </a:r>
          </a:p>
        </p:txBody>
      </p:sp>
    </p:spTree>
    <p:extLst>
      <p:ext uri="{BB962C8B-B14F-4D97-AF65-F5344CB8AC3E}">
        <p14:creationId xmlns:p14="http://schemas.microsoft.com/office/powerpoint/2010/main" val="276540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1387784-1A9C-8D8F-8557-96F929ED8E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2992" y="2006598"/>
            <a:ext cx="5545383" cy="4287600"/>
          </a:xfrm>
        </p:spPr>
        <p:txBody>
          <a:bodyPr>
            <a:normAutofit/>
          </a:bodyPr>
          <a:lstStyle>
            <a:lvl1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  <a:defRPr sz="24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952F1FC-3600-16B7-1FD2-E805D6E1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991" y="901700"/>
            <a:ext cx="5545383" cy="1107996"/>
          </a:xfrm>
        </p:spPr>
        <p:txBody>
          <a:bodyPr wrap="square">
            <a:spAutoFit/>
          </a:bodyPr>
          <a:lstStyle/>
          <a:p>
            <a:r>
              <a:rPr lang="nl-NL" dirty="0"/>
              <a:t>Klik om stijl te bewerken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E3B6CB-0BA3-C57E-345C-4DB984E318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137894"/>
            <a:ext cx="4720107" cy="4720107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2538871D-F3B2-CE5A-292A-2737A84136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4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00113" y="1809750"/>
            <a:ext cx="9540000" cy="42876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4FBDCF1-73B5-BA2F-CF21-7095B4245FF2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729F6B-8412-AC4C-F2A6-CB7A01359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7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00113" y="1626599"/>
            <a:ext cx="9540000" cy="4287600"/>
          </a:xfrm>
        </p:spPr>
        <p:txBody>
          <a:bodyPr numCol="2" spcCol="468000">
            <a:normAutofit/>
          </a:bodyPr>
          <a:lstStyle>
            <a:lvl1pPr marL="0" indent="0">
              <a:lnSpc>
                <a:spcPct val="112000"/>
              </a:lnSpc>
              <a:spcBef>
                <a:spcPts val="0"/>
              </a:spcBef>
              <a:buNone/>
              <a:defRPr sz="1200"/>
            </a:lvl1pPr>
            <a:lvl2pPr>
              <a:lnSpc>
                <a:spcPct val="112000"/>
              </a:lnSpc>
              <a:spcBef>
                <a:spcPts val="0"/>
              </a:spcBef>
              <a:defRPr sz="1200"/>
            </a:lvl2pPr>
            <a:lvl3pPr>
              <a:lnSpc>
                <a:spcPct val="112000"/>
              </a:lnSpc>
              <a:spcBef>
                <a:spcPts val="0"/>
              </a:spcBef>
              <a:defRPr sz="1200"/>
            </a:lvl3pPr>
            <a:lvl4pPr>
              <a:lnSpc>
                <a:spcPct val="112000"/>
              </a:lnSpc>
              <a:spcBef>
                <a:spcPts val="0"/>
              </a:spcBef>
              <a:defRPr sz="1200"/>
            </a:lvl4pPr>
            <a:lvl5pPr>
              <a:lnSpc>
                <a:spcPct val="112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4FBDCF1-73B5-BA2F-CF21-7095B4245FF2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02CE955-AB00-7AE7-3A79-53D1BB30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9C9145-66C2-1E0F-37EA-53258FF1E9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1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86D88-BE89-4831-9B90-7D9EC10F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1700"/>
            <a:ext cx="9422417" cy="55399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10E9875-161D-D875-D621-D1FBF154D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52493" cy="3969868"/>
          </a:xfrm>
        </p:spPr>
        <p:txBody>
          <a:bodyPr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1BDC9B8-A484-A5C8-3997-42D7E403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924" y="1825625"/>
            <a:ext cx="4652493" cy="3969868"/>
          </a:xfrm>
        </p:spPr>
        <p:txBody>
          <a:bodyPr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27F140-E89B-F499-401D-2DAD723D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88DA-2B99-48E0-A5D8-C1B42E06451B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767A1E9-3F88-4F0D-BD5D-92E94F659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9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E4099-0694-C524-03CE-0656BCE9B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7888" y="765544"/>
            <a:ext cx="5018569" cy="5330455"/>
          </a:xfrm>
          <a:prstGeom prst="roundRect">
            <a:avLst>
              <a:gd name="adj" fmla="val 5791"/>
            </a:avLst>
          </a:prstGeom>
          <a:solidFill>
            <a:srgbClr val="F4D9DC"/>
          </a:solidFill>
          <a:ln>
            <a:noFill/>
          </a:ln>
        </p:spPr>
        <p:txBody>
          <a:bodyPr tIns="360000"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CCBD762-5884-7A00-9D82-7B15DC44D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38115" y="6375004"/>
            <a:ext cx="360000" cy="184666"/>
          </a:xfrm>
        </p:spPr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FC4AC9D-AABE-64F5-895E-CBC6C9D6BDFA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tel 7">
            <a:extLst>
              <a:ext uri="{FF2B5EF4-FFF2-40B4-BE49-F238E27FC236}">
                <a16:creationId xmlns:a16="http://schemas.microsoft.com/office/drawing/2014/main" id="{02029F12-835A-7674-1418-0103C142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23" y="822923"/>
            <a:ext cx="5018568" cy="1030288"/>
          </a:xfrm>
          <a:prstGeom prst="rect">
            <a:avLst/>
          </a:prstGeo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4FDC1ACC-7E36-50AC-E0B8-7C9882B7A2A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2122" y="1972273"/>
            <a:ext cx="5018568" cy="297105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600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B6C9DFA-51F2-9A14-4371-2BC452EA8D5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9788" y="712382"/>
            <a:ext cx="5018569" cy="5330455"/>
          </a:xfrm>
          <a:prstGeom prst="roundRect">
            <a:avLst>
              <a:gd name="adj" fmla="val 5791"/>
            </a:avLst>
          </a:prstGeom>
          <a:solidFill>
            <a:srgbClr val="F4D9DC"/>
          </a:solidFill>
          <a:ln>
            <a:noFill/>
          </a:ln>
        </p:spPr>
        <p:txBody>
          <a:bodyPr tIns="360000"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3328D32-D514-0893-242F-AE37AA33EE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B2B25DC-E81D-39AB-54C1-99089AA8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888" y="660400"/>
            <a:ext cx="5018568" cy="1030288"/>
          </a:xfrm>
          <a:prstGeom prst="rect">
            <a:avLst/>
          </a:prstGeo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9C846342-5708-F691-55DC-8890FD1295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7887" y="1809750"/>
            <a:ext cx="5018568" cy="297105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121D0CB-2473-F073-E195-3D2F277A74AA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96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 en vorm-blo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83D14173-2CD4-890E-EE80-8638CC9F40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0113" y="1809750"/>
            <a:ext cx="6257771" cy="398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C0B807FF-4407-BC93-D943-1B6AF31665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0FF9C61-FA47-4C8A-128D-7B90B210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1700"/>
            <a:ext cx="6257771" cy="55399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AF971B3-DD08-A737-430D-E5CD90CA7E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8507" y="-935"/>
            <a:ext cx="2285999" cy="22859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60B8CA3-D0E8-D4AE-7886-1141CA324F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2264" y="0"/>
            <a:ext cx="2285998" cy="228599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B0AB541-F90D-30FF-9532-3A02CE96CB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477" y="2285994"/>
            <a:ext cx="2284130" cy="228413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78E047D-626E-DAC7-A4F0-B4B59F6485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1141" y="2279107"/>
            <a:ext cx="2287769" cy="228776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2F0633E-0B18-A3A1-0886-A69CEDD85A7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17012" y="4563547"/>
            <a:ext cx="2294453" cy="22944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DCEC65-39BC-BB32-62EE-CC724E43164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03607" y="4566171"/>
            <a:ext cx="2294971" cy="22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4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en en v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56A5361-A3AF-B2EF-BDAF-DA4B1D0942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25825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6A7F7F4C-9087-19A8-C61D-C357C5ABA7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3200" y="-4881"/>
            <a:ext cx="5338800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7" name="Tijdelijke aanduiding voor afbeelding 14">
            <a:extLst>
              <a:ext uri="{FF2B5EF4-FFF2-40B4-BE49-F238E27FC236}">
                <a16:creationId xmlns:a16="http://schemas.microsoft.com/office/drawing/2014/main" id="{15C20B14-51AE-DD04-FBC8-D93D4D887D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7200"/>
            <a:ext cx="5338800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59EC7349-D9E4-0C14-D6F9-8CBD597B76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6175" y="3427200"/>
            <a:ext cx="3425825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F692E1-B0B6-874D-22C6-4E2CE8F3B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0754" y="6681"/>
            <a:ext cx="3422319" cy="342231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10B13FF-1F7E-1657-6683-C0C5677A1C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8799" y="3435681"/>
            <a:ext cx="3422319" cy="342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1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8743" y="1542228"/>
            <a:ext cx="7712810" cy="331007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[quote]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4FBDCF1-73B5-BA2F-CF21-7095B4245FF2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9174CDC-8052-FFBA-877F-942B35AB9F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F735F1B6-FD39-5B14-05FC-B5EC9A754A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F3CBD7B-4E02-DC08-0627-028D8E2F2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BF84485D-D36B-47FA-E030-96B8CFBD8FF7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links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6C3B928-45CC-1139-BCEA-69F47ED8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2600" y="901700"/>
            <a:ext cx="56388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F07B35C-E7A5-73EB-7FE1-840DF1C52B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2275" y="1578688"/>
            <a:ext cx="5715000" cy="1008062"/>
          </a:xfrm>
          <a:prstGeom prst="roundRect">
            <a:avLst>
              <a:gd name="adj" fmla="val 8163"/>
            </a:avLst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1296000" rIns="18000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546C9DEF-02B6-6394-986C-51709E0BFC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0596" y="1686719"/>
            <a:ext cx="874504" cy="79200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nl-NL" dirty="0"/>
              <a:t>icon</a:t>
            </a:r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F4EC8C2E-FF8E-A6A4-5B04-CDF621D85D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2275" y="2840077"/>
            <a:ext cx="5715000" cy="1008062"/>
          </a:xfrm>
          <a:prstGeom prst="roundRect">
            <a:avLst>
              <a:gd name="adj" fmla="val 8163"/>
            </a:avLst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1296000" rIns="18000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64DCBBF4-CBEC-FDAF-5F3B-12AC37FAD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02275" y="4101466"/>
            <a:ext cx="5715000" cy="1008062"/>
          </a:xfrm>
          <a:prstGeom prst="roundRect">
            <a:avLst>
              <a:gd name="adj" fmla="val 8163"/>
            </a:avLst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1296000" rIns="18000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afbeelding 10">
            <a:extLst>
              <a:ext uri="{FF2B5EF4-FFF2-40B4-BE49-F238E27FC236}">
                <a16:creationId xmlns:a16="http://schemas.microsoft.com/office/drawing/2014/main" id="{36758B46-503D-FB72-F122-FC14CF7592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8748" y="4209497"/>
            <a:ext cx="886352" cy="79200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nl-NL" dirty="0"/>
              <a:t>icon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93D2FE1D-B7AC-B75D-8293-1C1F3ADBA5F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02275" y="5362856"/>
            <a:ext cx="5715000" cy="1008062"/>
          </a:xfrm>
          <a:prstGeom prst="roundRect">
            <a:avLst>
              <a:gd name="adj" fmla="val 8163"/>
            </a:avLst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1296000" rIns="18000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afbeelding 10">
            <a:extLst>
              <a:ext uri="{FF2B5EF4-FFF2-40B4-BE49-F238E27FC236}">
                <a16:creationId xmlns:a16="http://schemas.microsoft.com/office/drawing/2014/main" id="{230CE660-38CB-7751-DD66-1F4F15A017B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8748" y="5470887"/>
            <a:ext cx="886352" cy="79200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nl-NL" dirty="0"/>
              <a:t>icon</a:t>
            </a:r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7F0ECBE5-06A9-283B-0AE8-D046347B891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58748" y="2948108"/>
            <a:ext cx="874504" cy="79200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nl-NL" dirty="0"/>
              <a:t>icon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2A9EE8A-5F9B-7080-01C8-5E7132F7B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00172"/>
            <a:ext cx="4611472" cy="4602587"/>
          </a:xfrm>
          <a:prstGeom prst="rect">
            <a:avLst/>
          </a:prstGeom>
        </p:spPr>
      </p:pic>
      <p:pic>
        <p:nvPicPr>
          <p:cNvPr id="4" name="Logo">
            <a:extLst>
              <a:ext uri="{FF2B5EF4-FFF2-40B4-BE49-F238E27FC236}">
                <a16:creationId xmlns:a16="http://schemas.microsoft.com/office/drawing/2014/main" id="{EF2E285B-F244-A22E-7F24-8783419E89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75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32D3B33-F547-A729-3BD4-B54118CA1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F96FDB8-90F8-8E3A-EE13-D1385A79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39949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7D1969A5-A398-7E16-ECF7-BFB3F16D1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EE441F-77FB-75AD-6B1A-0F17F6DDA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Afbeelding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1D03909B-CFF5-7B12-9FC6-6A6CF4487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36224" y="2698432"/>
            <a:ext cx="4281714" cy="14611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1A78B4-DD8B-CED3-9390-FF735F89D2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1685" y="4977685"/>
            <a:ext cx="1880315" cy="1880315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20F142C1-5C23-3B73-5E6A-3A31855F59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8175" y="1106250"/>
            <a:ext cx="4645500" cy="46455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FDFC43D0-75D8-1FAE-58A3-B4E13448EB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66483" y="2871957"/>
            <a:ext cx="5067300" cy="91440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en-GB" dirty="0" err="1"/>
              <a:t>Voeg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de </a:t>
            </a:r>
          </a:p>
          <a:p>
            <a:pPr lvl="0"/>
            <a:r>
              <a:rPr lang="en-GB" dirty="0" err="1"/>
              <a:t>afbeelding</a:t>
            </a:r>
            <a:r>
              <a:rPr lang="en-GB" dirty="0"/>
              <a:t> van de partner toe</a:t>
            </a:r>
            <a:endParaRPr lang="nl-NL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EE6D581-5BF2-26FE-8B53-8CC47BC9FFC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69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71AA2195-3BB3-6E88-1D7C-DAFD5067176E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AC3AD2EE-DF8A-7E2B-4D7D-4320319B0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C60D9CA-EB49-A582-53B5-846A965F1E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054AA3-B848-E889-B39C-CB90E6035A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000" y="1433623"/>
            <a:ext cx="8144775" cy="275863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titel</a:t>
            </a:r>
            <a:r>
              <a:rPr lang="en-GB" dirty="0"/>
              <a:t>]</a:t>
            </a:r>
            <a:endParaRPr lang="en-NL" dirty="0"/>
          </a:p>
        </p:txBody>
      </p:sp>
      <p:sp>
        <p:nvSpPr>
          <p:cNvPr id="7" name="Ondertitel 2">
            <a:extLst>
              <a:ext uri="{FF2B5EF4-FFF2-40B4-BE49-F238E27FC236}">
                <a16:creationId xmlns:a16="http://schemas.microsoft.com/office/drawing/2014/main" id="{501B8DBE-BB73-AC27-CA33-875C235360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0353" y="5502779"/>
            <a:ext cx="8144775" cy="58425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Cooper Lt BT" panose="0208050304030B0204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[naam]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FA6C80D-8DE6-ADAB-C7BA-07AFD945F0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0306" y="4330545"/>
            <a:ext cx="8104470" cy="58420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E3E24751-2E07-7697-543D-BC17DE7BA6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0353" y="5965872"/>
            <a:ext cx="2221843" cy="5842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Cooper Lt BT" panose="0208050304030B020404" pitchFamily="18" charset="0"/>
              </a:defRPr>
            </a:lvl1pPr>
          </a:lstStyle>
          <a:p>
            <a:pPr lvl="0"/>
            <a:r>
              <a:rPr lang="nl-NL" dirty="0"/>
              <a:t>[datum]</a:t>
            </a:r>
          </a:p>
        </p:txBody>
      </p:sp>
    </p:spTree>
    <p:extLst>
      <p:ext uri="{BB962C8B-B14F-4D97-AF65-F5344CB8AC3E}">
        <p14:creationId xmlns:p14="http://schemas.microsoft.com/office/powerpoint/2010/main" val="1244458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CB05-DF60-5C73-2332-1456CCF023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3326" y="1219200"/>
            <a:ext cx="6566873" cy="22323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 1]</a:t>
            </a:r>
            <a:endParaRPr lang="en-NL" dirty="0"/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B873B73A-1A14-C1D5-2D89-25F18DB04E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3326" y="4759850"/>
            <a:ext cx="6566873" cy="5842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latin typeface="Cooper Lt BT" panose="0208050304030B0204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Ondertitel[ondertitel of datum]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FD1BCABA-47E0-A310-F24B-7453565F0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2713" y="3513068"/>
            <a:ext cx="6566400" cy="1107996"/>
          </a:xfrm>
        </p:spPr>
        <p:txBody>
          <a:bodyPr>
            <a:spAutoFit/>
          </a:bodyPr>
          <a:lstStyle>
            <a:lvl1pPr marL="0" indent="0">
              <a:buNone/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[titel 2]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721FC4A-C6B8-F27F-946C-C457AE2883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411767" cy="6858000"/>
          </a:xfrm>
          <a:custGeom>
            <a:avLst/>
            <a:gdLst>
              <a:gd name="connsiteX0" fmla="*/ 7826 w 3411767"/>
              <a:gd name="connsiteY0" fmla="*/ 0 h 6858000"/>
              <a:gd name="connsiteX1" fmla="*/ 3411767 w 3411767"/>
              <a:gd name="connsiteY1" fmla="*/ 3429000 h 6858000"/>
              <a:gd name="connsiteX2" fmla="*/ 7826 w 3411767"/>
              <a:gd name="connsiteY2" fmla="*/ 6858000 h 6858000"/>
              <a:gd name="connsiteX3" fmla="*/ 0 w 3411767"/>
              <a:gd name="connsiteY3" fmla="*/ 6850116 h 6858000"/>
              <a:gd name="connsiteX4" fmla="*/ 0 w 3411767"/>
              <a:gd name="connsiteY4" fmla="*/ 7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67" h="6858000">
                <a:moveTo>
                  <a:pt x="7826" y="0"/>
                </a:moveTo>
                <a:lnTo>
                  <a:pt x="3411767" y="3429000"/>
                </a:lnTo>
                <a:lnTo>
                  <a:pt x="7826" y="6858000"/>
                </a:lnTo>
                <a:lnTo>
                  <a:pt x="0" y="6850116"/>
                </a:lnTo>
                <a:lnTo>
                  <a:pt x="0" y="7884"/>
                </a:ln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</p:spPr>
        <p:txBody>
          <a:bodyPr wrap="square" lIns="108000" bIns="1476000" anchor="ctr" anchorCtr="0">
            <a:noAutofit/>
          </a:bodyPr>
          <a:lstStyle>
            <a:lvl1pPr marL="0" indent="0">
              <a:buFontTx/>
              <a:buNone/>
              <a:defRPr sz="1600"/>
            </a:lvl1pPr>
          </a:lstStyle>
          <a:p>
            <a:endParaRPr lang="nl-NL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E56B361B-B13A-16AB-9DAB-8FC5CE4BB6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1500" y="481717"/>
            <a:ext cx="1728000" cy="5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73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en en v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56A5361-A3AF-B2EF-BDAF-DA4B1D0942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25825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6A7F7F4C-9087-19A8-C61D-C357C5ABA7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3200" y="-4881"/>
            <a:ext cx="5338800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7" name="Tijdelijke aanduiding voor afbeelding 14">
            <a:extLst>
              <a:ext uri="{FF2B5EF4-FFF2-40B4-BE49-F238E27FC236}">
                <a16:creationId xmlns:a16="http://schemas.microsoft.com/office/drawing/2014/main" id="{15C20B14-51AE-DD04-FBC8-D93D4D887D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7200"/>
            <a:ext cx="5338800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59EC7349-D9E4-0C14-D6F9-8CBD597B76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6175" y="3427200"/>
            <a:ext cx="3425825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8EEACF-EFAF-96BD-919F-35795F14E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8799" y="3422319"/>
            <a:ext cx="3435681" cy="343568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218C0DF-6B04-9D21-9920-A28E4F5981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6745" y="-15803"/>
            <a:ext cx="3435681" cy="343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49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8743" y="1542228"/>
            <a:ext cx="7712810" cy="331007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[quote]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4FBDCF1-73B5-BA2F-CF21-7095B4245FF2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rechtsonder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7F536F-B51A-8D36-F0DE-C5DB14068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BB5098CC-1014-CBD4-5381-42045D0F14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510292"/>
            <a:ext cx="1728000" cy="5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26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5A946707-9F36-2CA7-BA77-E730397F0AA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22381" y="-6538"/>
            <a:ext cx="7669619" cy="686453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txBody>
          <a:bodyPr tIns="360000"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62976FA-3DAF-2CC5-B631-AE73A38B9C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6045" y="6370918"/>
            <a:ext cx="360000" cy="1846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B34A02B-BFFA-A885-2477-10F9028A17BF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over het tekstdeel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B0E648-8ABB-7D43-2D05-23D0A312BE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944" y="1800225"/>
            <a:ext cx="3547270" cy="40195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EED97D7-B613-8457-6DD7-9845D6D9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4" y="660400"/>
            <a:ext cx="3547270" cy="10302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63293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8BBE2B1-E710-785E-AD2E-2DC622062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620CD77-6FD8-B9DB-73E9-6A75BD5D8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726962"/>
            <a:ext cx="10515860" cy="276999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r>
              <a:rPr lang="nl-NL" dirty="0"/>
              <a:t>[Gebruik deze dia als sectiescheider]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09C80A9-D8F6-0496-BB6B-3C751A9FC5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D47FE1F-C2EC-4370-2154-CAA9FEB42C0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00000" y="2820959"/>
            <a:ext cx="7712810" cy="331007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2167768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ps">
            <a:extLst>
              <a:ext uri="{FF2B5EF4-FFF2-40B4-BE49-F238E27FC236}">
                <a16:creationId xmlns:a16="http://schemas.microsoft.com/office/drawing/2014/main" id="{CF4BFBB2-A9DF-6ED0-B6DE-D72DE6A0263B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links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0B68CAB0-07A3-F472-F8E5-B4B58ED251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602423"/>
            <a:ext cx="4825119" cy="164657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51AAA51-25AB-ECAE-D3D9-8A9E96BD40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8382" y="5841634"/>
            <a:ext cx="2253211" cy="75177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2E618E-E055-424C-CA81-DF8A45DF4D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8315" y="2268456"/>
            <a:ext cx="2285999" cy="2285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553FFCF-056A-BD7B-9674-1B3A1F74152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70601" y="2500"/>
            <a:ext cx="2278673" cy="228693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E5603BF-9608-A171-78EE-5C2D3DA68A9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5830" y="2288500"/>
            <a:ext cx="2294453" cy="22944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6C3EAE3-3DF1-83A1-B6E0-7B006083EE5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4519" y="4528206"/>
            <a:ext cx="2311830" cy="23298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1983F7C-C190-F9F8-C12C-4AC8143C53B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4519" y="-6610"/>
            <a:ext cx="2301829" cy="230393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DD4B32C-A470-465F-617B-20C5688E40D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66646" y="4529232"/>
            <a:ext cx="2278673" cy="23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63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CB05-DF60-5C73-2332-1456CCF023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3326" y="1219200"/>
            <a:ext cx="6566873" cy="22323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 1]</a:t>
            </a:r>
            <a:endParaRPr lang="en-NL" dirty="0"/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B873B73A-1A14-C1D5-2D89-25F18DB04E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3326" y="4759850"/>
            <a:ext cx="6566873" cy="5842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latin typeface="Cooper Lt BT" panose="0208050304030B0204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Ondertitel[ondertitel of datum]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D51728D-5A12-961E-7E87-3F5FAE0B71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3768" y="510292"/>
            <a:ext cx="1728000" cy="589680"/>
          </a:xfrm>
          <a:prstGeom prst="rect">
            <a:avLst/>
          </a:prstGeom>
        </p:spPr>
      </p:pic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FD1BCABA-47E0-A310-F24B-7453565F0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2713" y="3513068"/>
            <a:ext cx="6566400" cy="1107996"/>
          </a:xfrm>
        </p:spPr>
        <p:txBody>
          <a:bodyPr>
            <a:spAutoFit/>
          </a:bodyPr>
          <a:lstStyle>
            <a:lvl1pPr marL="0" indent="0">
              <a:buNone/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[titel 2]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721FC4A-C6B8-F27F-946C-C457AE2883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411767" cy="6858000"/>
          </a:xfrm>
          <a:custGeom>
            <a:avLst/>
            <a:gdLst>
              <a:gd name="connsiteX0" fmla="*/ 7826 w 3411767"/>
              <a:gd name="connsiteY0" fmla="*/ 0 h 6858000"/>
              <a:gd name="connsiteX1" fmla="*/ 3411767 w 3411767"/>
              <a:gd name="connsiteY1" fmla="*/ 3429000 h 6858000"/>
              <a:gd name="connsiteX2" fmla="*/ 7826 w 3411767"/>
              <a:gd name="connsiteY2" fmla="*/ 6858000 h 6858000"/>
              <a:gd name="connsiteX3" fmla="*/ 0 w 3411767"/>
              <a:gd name="connsiteY3" fmla="*/ 6850116 h 6858000"/>
              <a:gd name="connsiteX4" fmla="*/ 0 w 3411767"/>
              <a:gd name="connsiteY4" fmla="*/ 7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67" h="6858000">
                <a:moveTo>
                  <a:pt x="7826" y="0"/>
                </a:moveTo>
                <a:lnTo>
                  <a:pt x="3411767" y="3429000"/>
                </a:lnTo>
                <a:lnTo>
                  <a:pt x="7826" y="6858000"/>
                </a:lnTo>
                <a:lnTo>
                  <a:pt x="0" y="6850116"/>
                </a:lnTo>
                <a:lnTo>
                  <a:pt x="0" y="7884"/>
                </a:ln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</p:spPr>
        <p:txBody>
          <a:bodyPr wrap="square" lIns="108000" bIns="1476000" anchor="ctr" anchorCtr="0">
            <a:noAutofit/>
          </a:bodyPr>
          <a:lstStyle>
            <a:lvl1pPr marL="0" indent="0">
              <a:buFontTx/>
              <a:buNone/>
              <a:defRPr sz="1600"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8203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en en v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56A5361-A3AF-B2EF-BDAF-DA4B1D0942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25825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6A7F7F4C-9087-19A8-C61D-C357C5ABA7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3200" y="-4881"/>
            <a:ext cx="5338800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7" name="Tijdelijke aanduiding voor afbeelding 14">
            <a:extLst>
              <a:ext uri="{FF2B5EF4-FFF2-40B4-BE49-F238E27FC236}">
                <a16:creationId xmlns:a16="http://schemas.microsoft.com/office/drawing/2014/main" id="{15C20B14-51AE-DD04-FBC8-D93D4D887D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7200"/>
            <a:ext cx="5338800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59EC7349-D9E4-0C14-D6F9-8CBD597B76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6175" y="3427200"/>
            <a:ext cx="3425825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623EDF-ED1C-10E6-26E8-40A0020AC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8799" y="3422319"/>
            <a:ext cx="3435681" cy="343568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969BF8E-8FB2-4BA6-E463-625162A13B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25" y="-9761"/>
            <a:ext cx="3438762" cy="343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08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5A946707-9F36-2CA7-BA77-E730397F0AA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22381" y="-6538"/>
            <a:ext cx="7669619" cy="686453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txBody>
          <a:bodyPr tIns="360000"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62976FA-3DAF-2CC5-B631-AE73A38B9C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6045" y="6370918"/>
            <a:ext cx="360000" cy="1846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B34A02B-BFFA-A885-2477-10F9028A17BF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over het tekstdeel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B0E648-8ABB-7D43-2D05-23D0A312BE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944" y="1800225"/>
            <a:ext cx="3547270" cy="40195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EED97D7-B613-8457-6DD7-9845D6D9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4" y="660400"/>
            <a:ext cx="3547270" cy="10302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08158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sche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8BBE2B1-E710-785E-AD2E-2DC622062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26492F0-08A9-DE6E-2BB2-37C2DA43F3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60B1CD89-2CCD-7B7F-2F76-AEB4210A0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000" y="2820959"/>
            <a:ext cx="7712810" cy="3258371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DFA6C4F-F615-E33A-20B5-0AB866F61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726962"/>
            <a:ext cx="10515860" cy="276999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r>
              <a:rPr lang="nl-NL" dirty="0"/>
              <a:t>[Gebruik deze dia als sectiescheider]</a:t>
            </a:r>
          </a:p>
        </p:txBody>
      </p:sp>
    </p:spTree>
    <p:extLst>
      <p:ext uri="{BB962C8B-B14F-4D97-AF65-F5344CB8AC3E}">
        <p14:creationId xmlns:p14="http://schemas.microsoft.com/office/powerpoint/2010/main" val="2473341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CB05-DF60-5C73-2332-1456CCF023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3326" y="1219200"/>
            <a:ext cx="6566873" cy="223239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 1]</a:t>
            </a:r>
            <a:endParaRPr lang="en-NL" dirty="0"/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B873B73A-1A14-C1D5-2D89-25F18DB04E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3326" y="4759850"/>
            <a:ext cx="6566873" cy="5842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latin typeface="Cooper Lt BT" panose="0208050304030B0204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Ondertitel[ondertitel of datum]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D51728D-5A12-961E-7E87-3F5FAE0B71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3768" y="510292"/>
            <a:ext cx="1728000" cy="589680"/>
          </a:xfrm>
          <a:prstGeom prst="rect">
            <a:avLst/>
          </a:prstGeom>
        </p:spPr>
      </p:pic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FD1BCABA-47E0-A310-F24B-7453565F0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2713" y="3513068"/>
            <a:ext cx="6566400" cy="1107996"/>
          </a:xfrm>
        </p:spPr>
        <p:txBody>
          <a:bodyPr>
            <a:spAutoFit/>
          </a:bodyPr>
          <a:lstStyle>
            <a:lvl1pPr marL="0" indent="0">
              <a:buNone/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[titel 2]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721FC4A-C6B8-F27F-946C-C457AE2883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411767" cy="6858000"/>
          </a:xfrm>
          <a:custGeom>
            <a:avLst/>
            <a:gdLst>
              <a:gd name="connsiteX0" fmla="*/ 7826 w 3411767"/>
              <a:gd name="connsiteY0" fmla="*/ 0 h 6858000"/>
              <a:gd name="connsiteX1" fmla="*/ 3411767 w 3411767"/>
              <a:gd name="connsiteY1" fmla="*/ 3429000 h 6858000"/>
              <a:gd name="connsiteX2" fmla="*/ 7826 w 3411767"/>
              <a:gd name="connsiteY2" fmla="*/ 6858000 h 6858000"/>
              <a:gd name="connsiteX3" fmla="*/ 0 w 3411767"/>
              <a:gd name="connsiteY3" fmla="*/ 6850116 h 6858000"/>
              <a:gd name="connsiteX4" fmla="*/ 0 w 3411767"/>
              <a:gd name="connsiteY4" fmla="*/ 7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67" h="6858000">
                <a:moveTo>
                  <a:pt x="7826" y="0"/>
                </a:moveTo>
                <a:lnTo>
                  <a:pt x="3411767" y="3429000"/>
                </a:lnTo>
                <a:lnTo>
                  <a:pt x="7826" y="6858000"/>
                </a:lnTo>
                <a:lnTo>
                  <a:pt x="0" y="6850116"/>
                </a:lnTo>
                <a:lnTo>
                  <a:pt x="0" y="7884"/>
                </a:ln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</p:spPr>
        <p:txBody>
          <a:bodyPr wrap="square" lIns="108000" bIns="1476000" anchor="ctr" anchorCtr="0">
            <a:noAutofit/>
          </a:bodyPr>
          <a:lstStyle>
            <a:lvl1pPr marL="0" indent="0">
              <a:buFontTx/>
              <a:buNone/>
              <a:defRPr sz="1600"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12839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en en v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56A5361-A3AF-B2EF-BDAF-DA4B1D0942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25825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6A7F7F4C-9087-19A8-C61D-C357C5ABA7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3200" y="-4881"/>
            <a:ext cx="5338800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7" name="Tijdelijke aanduiding voor afbeelding 14">
            <a:extLst>
              <a:ext uri="{FF2B5EF4-FFF2-40B4-BE49-F238E27FC236}">
                <a16:creationId xmlns:a16="http://schemas.microsoft.com/office/drawing/2014/main" id="{15C20B14-51AE-DD04-FBC8-D93D4D887D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7200"/>
            <a:ext cx="5338800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59EC7349-D9E4-0C14-D6F9-8CBD597B76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6175" y="3427200"/>
            <a:ext cx="3425825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8B74CB0-B244-A138-2CC4-DC923D240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8800" y="3435682"/>
            <a:ext cx="3422318" cy="342231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81D1E73-7D9A-6AF5-3286-DE9234B5F6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25" y="6682"/>
            <a:ext cx="3422318" cy="342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652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5A946707-9F36-2CA7-BA77-E730397F0AA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22381" y="-6538"/>
            <a:ext cx="7669619" cy="686453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txBody>
          <a:bodyPr tIns="360000"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62976FA-3DAF-2CC5-B631-AE73A38B9C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6045" y="6370918"/>
            <a:ext cx="360000" cy="1846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B34A02B-BFFA-A885-2477-10F9028A17BF}"/>
              </a:ext>
            </a:extLst>
          </p:cNvPr>
          <p:cNvSpPr txBox="1"/>
          <p:nvPr userDrawn="1"/>
        </p:nvSpPr>
        <p:spPr>
          <a:xfrm>
            <a:off x="12317128" y="1564243"/>
            <a:ext cx="279453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over het tekstdeel een huisstijlvorm te plaatsen: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dit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en kopieer deze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dia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B0E648-8ABB-7D43-2D05-23D0A312BE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944" y="1800225"/>
            <a:ext cx="3547270" cy="40195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EED97D7-B613-8457-6DD7-9845D6D9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4" y="660400"/>
            <a:ext cx="3547270" cy="10302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05745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sche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8BBE2B1-E710-785E-AD2E-2DC622062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43D9B0E-1125-0C86-9BB6-A0D5C669DC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D7D87C91-882A-FDFC-A7CB-3C7D8CA62C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000" y="2820959"/>
            <a:ext cx="7712810" cy="3336953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462091F-CC15-A4F5-462A-C4E80C4F9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726962"/>
            <a:ext cx="10515860" cy="276999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r>
              <a:rPr lang="nl-NL" dirty="0"/>
              <a:t>[Gebruik deze dia als sectiescheider]</a:t>
            </a:r>
          </a:p>
        </p:txBody>
      </p:sp>
    </p:spTree>
    <p:extLst>
      <p:ext uri="{BB962C8B-B14F-4D97-AF65-F5344CB8AC3E}">
        <p14:creationId xmlns:p14="http://schemas.microsoft.com/office/powerpoint/2010/main" val="2003965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en en v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B9F8765-6DF2-38D1-F58D-A1C4E97D5D32}"/>
              </a:ext>
            </a:extLst>
          </p:cNvPr>
          <p:cNvSpPr txBox="1"/>
          <p:nvPr userDrawn="1"/>
        </p:nvSpPr>
        <p:spPr>
          <a:xfrm>
            <a:off x="12317128" y="0"/>
            <a:ext cx="27945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Om hier huisstijlvormen te plaatsen (per kader):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400" i="0" dirty="0">
                <a:solidFill>
                  <a:schemeClr val="accent2"/>
                </a:solidFill>
              </a:rPr>
              <a:t>Let op: je kunt de achtergrondkleur van een kader niet aanpassen.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NL" sz="16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Op de dia met vormentaal: geef de gewenste vorm een kleur die goed past bij de kaderachtergrond en kopieer de vorm m.b.v. </a:t>
            </a:r>
            <a:r>
              <a:rPr lang="nl-NL" sz="1600" b="1" dirty="0" err="1">
                <a:solidFill>
                  <a:schemeClr val="accent2"/>
                </a:solidFill>
              </a:rPr>
              <a:t>Ctrl+C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  <a:br>
              <a:rPr lang="nl-NL" sz="1600" b="0" dirty="0">
                <a:solidFill>
                  <a:schemeClr val="accent2"/>
                </a:solidFill>
              </a:rPr>
            </a:br>
            <a:endParaRPr lang="nl-NL" sz="1600" b="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Ga terug naar deze pagina en klik op het bedoelde kader </a:t>
            </a:r>
            <a:br>
              <a:rPr lang="nl-NL" sz="1600" dirty="0">
                <a:solidFill>
                  <a:schemeClr val="accent2"/>
                </a:solidFill>
              </a:rPr>
            </a:br>
            <a:r>
              <a:rPr lang="nl-NL" sz="1400" dirty="0">
                <a:solidFill>
                  <a:schemeClr val="accent2"/>
                </a:solidFill>
              </a:rPr>
              <a:t>(Let op: klik niet op het afbeeldingsicon in het midden)</a:t>
            </a:r>
            <a:br>
              <a:rPr lang="nl-NL" sz="1400" dirty="0">
                <a:solidFill>
                  <a:schemeClr val="accent2"/>
                </a:solidFill>
              </a:rPr>
            </a:br>
            <a:endParaRPr lang="nl-NL" sz="1400" dirty="0">
              <a:solidFill>
                <a:schemeClr val="accent2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600" dirty="0">
                <a:solidFill>
                  <a:schemeClr val="accent2"/>
                </a:solidFill>
              </a:rPr>
              <a:t>Plak de eerder gekopieerde vorm m.b.v.  </a:t>
            </a:r>
            <a:r>
              <a:rPr lang="nl-NL" sz="1600" b="1" dirty="0" err="1">
                <a:solidFill>
                  <a:schemeClr val="accent2"/>
                </a:solidFill>
              </a:rPr>
              <a:t>Ctrl+V</a:t>
            </a:r>
            <a:r>
              <a:rPr lang="nl-NL" sz="1600" b="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56A5361-A3AF-B2EF-BDAF-DA4B1D0942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25825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6A7F7F4C-9087-19A8-C61D-C357C5ABA7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3200" y="-4881"/>
            <a:ext cx="5338800" cy="34272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7" name="Tijdelijke aanduiding voor afbeelding 14">
            <a:extLst>
              <a:ext uri="{FF2B5EF4-FFF2-40B4-BE49-F238E27FC236}">
                <a16:creationId xmlns:a16="http://schemas.microsoft.com/office/drawing/2014/main" id="{15C20B14-51AE-DD04-FBC8-D93D4D887D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7200"/>
            <a:ext cx="5338800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59EC7349-D9E4-0C14-D6F9-8CBD597B76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6175" y="3427200"/>
            <a:ext cx="3425825" cy="3430800"/>
          </a:xfrm>
          <a:solidFill>
            <a:schemeClr val="accent2">
              <a:lumMod val="10000"/>
              <a:lumOff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A2D241-25AA-D4D4-D1C9-8F8B9CAB4A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25" y="1800"/>
            <a:ext cx="3427200" cy="3427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FD2B57-8DC9-65C2-6EA1-3A10098023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8799" y="3435681"/>
            <a:ext cx="3418719" cy="341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21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sche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8BBE2B1-E710-785E-AD2E-2DC622062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2F1959A-3310-3679-2012-7E94279C2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5481" y="4781481"/>
            <a:ext cx="2076519" cy="2076519"/>
          </a:xfrm>
          <a:prstGeom prst="rect">
            <a:avLst/>
          </a:prstGeom>
        </p:spPr>
      </p:pic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1CC95772-D717-B1D3-D6BB-7047A11E3E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000" y="2820959"/>
            <a:ext cx="7712810" cy="331007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7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2pPr>
            <a:lvl3pPr marL="9144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3pPr>
            <a:lvl4pPr marL="13716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4pPr>
            <a:lvl5pPr marL="1828800" indent="0">
              <a:buNone/>
              <a:defRPr sz="4000">
                <a:solidFill>
                  <a:schemeClr val="tx1"/>
                </a:solidFill>
                <a:latin typeface="Cooper Lt BT" panose="0208050304030B020404" pitchFamily="18" charset="0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F7E909A-F14D-E4B7-A317-1171D0F5F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726962"/>
            <a:ext cx="10515860" cy="276999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r>
              <a:rPr lang="nl-NL" dirty="0"/>
              <a:t>[Gebruik deze dia als sectiescheider]</a:t>
            </a:r>
          </a:p>
        </p:txBody>
      </p:sp>
    </p:spTree>
    <p:extLst>
      <p:ext uri="{BB962C8B-B14F-4D97-AF65-F5344CB8AC3E}">
        <p14:creationId xmlns:p14="http://schemas.microsoft.com/office/powerpoint/2010/main" val="33637704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el">
            <a:extLst>
              <a:ext uri="{FF2B5EF4-FFF2-40B4-BE49-F238E27FC236}">
                <a16:creationId xmlns:a16="http://schemas.microsoft.com/office/drawing/2014/main" id="{9832AF1D-3B01-4FCA-BD0E-9FC69B177B89}"/>
              </a:ext>
            </a:extLst>
          </p:cNvPr>
          <p:cNvSpPr txBox="1"/>
          <p:nvPr userDrawn="1"/>
        </p:nvSpPr>
        <p:spPr>
          <a:xfrm>
            <a:off x="1080002" y="540003"/>
            <a:ext cx="2121117" cy="6154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defTabSz="1177226">
              <a:lnSpc>
                <a:spcPct val="10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 sz="3999" dirty="0">
                <a:latin typeface="Calibri Light" panose="020F0302020204030204" pitchFamily="34" charset="0"/>
                <a:cs typeface="Calibri Light" panose="020F0302020204030204" pitchFamily="34" charset="0"/>
              </a:rPr>
              <a:t>Tips</a:t>
            </a:r>
          </a:p>
        </p:txBody>
      </p:sp>
      <p:grpSp>
        <p:nvGrpSpPr>
          <p:cNvPr id="122" name="Tip Nieuwe dia">
            <a:extLst>
              <a:ext uri="{FF2B5EF4-FFF2-40B4-BE49-F238E27FC236}">
                <a16:creationId xmlns:a16="http://schemas.microsoft.com/office/drawing/2014/main" id="{2F3A47AE-5DF6-4111-8B0C-0399D4275924}"/>
              </a:ext>
            </a:extLst>
          </p:cNvPr>
          <p:cNvGrpSpPr/>
          <p:nvPr userDrawn="1"/>
        </p:nvGrpSpPr>
        <p:grpSpPr>
          <a:xfrm>
            <a:off x="1114089" y="1391510"/>
            <a:ext cx="2304000" cy="2723826"/>
            <a:chOff x="-2545133" y="2057057"/>
            <a:chExt cx="2304000" cy="2723826"/>
          </a:xfrm>
        </p:grpSpPr>
        <p:sp>
          <p:nvSpPr>
            <p:cNvPr id="123" name="Tip tekst">
              <a:extLst>
                <a:ext uri="{FF2B5EF4-FFF2-40B4-BE49-F238E27FC236}">
                  <a16:creationId xmlns:a16="http://schemas.microsoft.com/office/drawing/2014/main" id="{76D67B95-38B3-4D3A-AEA9-4A12D55E48B7}"/>
                </a:ext>
              </a:extLst>
            </p:cNvPr>
            <p:cNvSpPr txBox="1"/>
            <p:nvPr userDrawn="1"/>
          </p:nvSpPr>
          <p:spPr>
            <a:xfrm>
              <a:off x="-2545133" y="2057057"/>
              <a:ext cx="2304000" cy="2423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Nieuwe</a:t>
              </a:r>
              <a:r>
                <a:rPr lang="nl-NL" sz="1050" b="1" baseline="0" noProof="1">
                  <a:solidFill>
                    <a:schemeClr val="tx2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dia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het tekstje onder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het pictogram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Nieuwe dia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endParaRPr lang="nl-NL" sz="1050" b="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Indeling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</p:txBody>
        </p:sp>
        <p:pic>
          <p:nvPicPr>
            <p:cNvPr id="124" name="Icon Nieuwe dia">
              <a:extLst>
                <a:ext uri="{FF2B5EF4-FFF2-40B4-BE49-F238E27FC236}">
                  <a16:creationId xmlns:a16="http://schemas.microsoft.com/office/drawing/2014/main" id="{7514B464-40D9-4395-B242-8B1A8E5A62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03707" y="2776092"/>
              <a:ext cx="495369" cy="762106"/>
            </a:xfrm>
            <a:prstGeom prst="rect">
              <a:avLst/>
            </a:prstGeom>
          </p:spPr>
        </p:pic>
        <p:sp>
          <p:nvSpPr>
            <p:cNvPr id="125" name="Pijl">
              <a:extLst>
                <a:ext uri="{FF2B5EF4-FFF2-40B4-BE49-F238E27FC236}">
                  <a16:creationId xmlns:a16="http://schemas.microsoft.com/office/drawing/2014/main" id="{764757AD-2B56-4485-A16B-AA17D099C223}"/>
                </a:ext>
              </a:extLst>
            </p:cNvPr>
            <p:cNvSpPr/>
            <p:nvPr userDrawn="1"/>
          </p:nvSpPr>
          <p:spPr>
            <a:xfrm>
              <a:off x="-1498911" y="3213945"/>
              <a:ext cx="606634" cy="181070"/>
            </a:xfrm>
            <a:prstGeom prst="lef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dirty="0">
                <a:solidFill>
                  <a:schemeClr val="tx1"/>
                </a:solidFill>
              </a:endParaRPr>
            </a:p>
          </p:txBody>
        </p:sp>
        <p:pic>
          <p:nvPicPr>
            <p:cNvPr id="126" name="Icon Indeling">
              <a:extLst>
                <a:ext uri="{FF2B5EF4-FFF2-40B4-BE49-F238E27FC236}">
                  <a16:creationId xmlns:a16="http://schemas.microsoft.com/office/drawing/2014/main" id="{087A846B-EA89-4B54-A854-EC14B13707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52470" y="4552251"/>
              <a:ext cx="838317" cy="228632"/>
            </a:xfrm>
            <a:prstGeom prst="rect">
              <a:avLst/>
            </a:prstGeom>
          </p:spPr>
        </p:pic>
        <p:cxnSp>
          <p:nvCxnSpPr>
            <p:cNvPr id="127" name="Lijn">
              <a:extLst>
                <a:ext uri="{FF2B5EF4-FFF2-40B4-BE49-F238E27FC236}">
                  <a16:creationId xmlns:a16="http://schemas.microsoft.com/office/drawing/2014/main" id="{EEEAE59C-FEF7-4ADA-9FDC-3CE8BDF07E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224955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Lijn">
              <a:extLst>
                <a:ext uri="{FF2B5EF4-FFF2-40B4-BE49-F238E27FC236}">
                  <a16:creationId xmlns:a16="http://schemas.microsoft.com/office/drawing/2014/main" id="{DCE5BD24-CCFA-4DB5-A414-B10E7DB9B6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418687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Tip Tekst opmaken">
            <a:extLst>
              <a:ext uri="{FF2B5EF4-FFF2-40B4-BE49-F238E27FC236}">
                <a16:creationId xmlns:a16="http://schemas.microsoft.com/office/drawing/2014/main" id="{72553A87-E6DE-4AC8-ADFF-F96D4DE43FE9}"/>
              </a:ext>
            </a:extLst>
          </p:cNvPr>
          <p:cNvGrpSpPr/>
          <p:nvPr userDrawn="1"/>
        </p:nvGrpSpPr>
        <p:grpSpPr>
          <a:xfrm>
            <a:off x="3908090" y="1391508"/>
            <a:ext cx="2304000" cy="3070071"/>
            <a:chOff x="-2564091" y="1731373"/>
            <a:chExt cx="2304000" cy="3070071"/>
          </a:xfrm>
        </p:grpSpPr>
        <p:sp>
          <p:nvSpPr>
            <p:cNvPr id="130" name="Tip tekst">
              <a:extLst>
                <a:ext uri="{FF2B5EF4-FFF2-40B4-BE49-F238E27FC236}">
                  <a16:creationId xmlns:a16="http://schemas.microsoft.com/office/drawing/2014/main" id="{D7BB2FFC-8DBF-407F-8DB2-3AA87503BAF7}"/>
                </a:ext>
              </a:extLst>
            </p:cNvPr>
            <p:cNvSpPr txBox="1"/>
            <p:nvPr userDrawn="1"/>
          </p:nvSpPr>
          <p:spPr>
            <a:xfrm>
              <a:off x="-2564091" y="1731373"/>
              <a:ext cx="2304000" cy="30700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Tekst opmaken</a:t>
              </a:r>
            </a:p>
            <a:p>
              <a:pPr>
                <a:lnSpc>
                  <a:spcPct val="100000"/>
                </a:lnSpc>
              </a:pPr>
              <a:endParaRPr lang="nl-NL" sz="1050" cap="all" baseline="0" noProof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tekstkaders zijn vijf stijlen ingesteld: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kiest een volgende/vorige stijl door op de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-tab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op de volgende knoppen te klikken: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kunt meerdere ‘sprongen’ tegelijk voor- of achteruit maken als je b.v. van stijl 1 naar stijl 4 wilt gaan. Je klikt dan meerdere keren op de betreffende knop.</a:t>
              </a:r>
              <a:endParaRPr lang="nl-NL" sz="1050" b="0" i="1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131" name="Icon Inspringen">
              <a:extLst>
                <a:ext uri="{FF2B5EF4-FFF2-40B4-BE49-F238E27FC236}">
                  <a16:creationId xmlns:a16="http://schemas.microsoft.com/office/drawing/2014/main" id="{CF43F927-00B0-4D5B-B697-0D4CC3EA5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00650" y="3690667"/>
              <a:ext cx="757782" cy="322059"/>
            </a:xfrm>
            <a:prstGeom prst="rect">
              <a:avLst/>
            </a:prstGeom>
          </p:spPr>
        </p:pic>
        <p:cxnSp>
          <p:nvCxnSpPr>
            <p:cNvPr id="132" name="Lijn">
              <a:extLst>
                <a:ext uri="{FF2B5EF4-FFF2-40B4-BE49-F238E27FC236}">
                  <a16:creationId xmlns:a16="http://schemas.microsoft.com/office/drawing/2014/main" id="{55783685-606D-41B5-B8A6-C63AC95E38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64091" y="192386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Screenprint stijlen">
              <a:extLst>
                <a:ext uri="{FF2B5EF4-FFF2-40B4-BE49-F238E27FC236}">
                  <a16:creationId xmlns:a16="http://schemas.microsoft.com/office/drawing/2014/main" id="{86BD6095-FD1D-4D21-8E99-06BCB4E7C8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-2212199" y="2262433"/>
              <a:ext cx="1191281" cy="875520"/>
            </a:xfrm>
            <a:prstGeom prst="rect">
              <a:avLst/>
            </a:prstGeom>
          </p:spPr>
        </p:pic>
      </p:grpSp>
      <p:grpSp>
        <p:nvGrpSpPr>
          <p:cNvPr id="134" name="Tip Foto instellen">
            <a:extLst>
              <a:ext uri="{FF2B5EF4-FFF2-40B4-BE49-F238E27FC236}">
                <a16:creationId xmlns:a16="http://schemas.microsoft.com/office/drawing/2014/main" id="{36DEFC1B-2E82-48C4-A6CC-F2001A75A195}"/>
              </a:ext>
            </a:extLst>
          </p:cNvPr>
          <p:cNvGrpSpPr/>
          <p:nvPr userDrawn="1"/>
        </p:nvGrpSpPr>
        <p:grpSpPr>
          <a:xfrm>
            <a:off x="6641622" y="1391508"/>
            <a:ext cx="2304000" cy="5009064"/>
            <a:chOff x="6633481" y="1391507"/>
            <a:chExt cx="2304000" cy="5009064"/>
          </a:xfrm>
        </p:grpSpPr>
        <p:sp>
          <p:nvSpPr>
            <p:cNvPr id="135" name="Tip tekst">
              <a:extLst>
                <a:ext uri="{FF2B5EF4-FFF2-40B4-BE49-F238E27FC236}">
                  <a16:creationId xmlns:a16="http://schemas.microsoft.com/office/drawing/2014/main" id="{DAFF4126-7BC9-40F2-A4AD-0897615BC5FC}"/>
                </a:ext>
              </a:extLst>
            </p:cNvPr>
            <p:cNvSpPr txBox="1"/>
            <p:nvPr userDrawn="1"/>
          </p:nvSpPr>
          <p:spPr>
            <a:xfrm>
              <a:off x="6633481" y="1391507"/>
              <a:ext cx="2304000" cy="50090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531979" rtl="0" eaLnBrk="1" latinLnBrk="0" hangingPunct="1"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Foto instellen</a:t>
              </a:r>
            </a:p>
            <a:p>
              <a:pPr marL="0" algn="l" defTabSz="531979" rtl="0" eaLnBrk="1" latinLnBrk="0" hangingPunct="1">
                <a:lnSpc>
                  <a:spcPct val="100000"/>
                </a:lnSpc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Een fotokader wordt altijd vanuit het midden van de gekozen foto gevuld. 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je een ander gedeelte van de foto wilt zien, gebruik je de functie ‘bijsnijden’: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Bijsnijden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Nu kun je de foto bewegen en daarmee het gewenste deel in beeld schuiven. Ook kun je de foto vergroten/ verkleinen door met de ronde witte greepjes in de hoeken te slepen.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naast het kader om de bijsnijden-functie te verlaten.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Andere foto kiezen</a:t>
              </a: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Druk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[Delete]</a:t>
              </a: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Kies een nieuwe foto volgens de aanwijzingen.</a:t>
              </a:r>
            </a:p>
          </p:txBody>
        </p:sp>
        <p:cxnSp>
          <p:nvCxnSpPr>
            <p:cNvPr id="136" name="Lijn">
              <a:extLst>
                <a:ext uri="{FF2B5EF4-FFF2-40B4-BE49-F238E27FC236}">
                  <a16:creationId xmlns:a16="http://schemas.microsoft.com/office/drawing/2014/main" id="{A8E43A82-FA65-4B50-9828-C4740E9E74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Lijn">
              <a:extLst>
                <a:ext uri="{FF2B5EF4-FFF2-40B4-BE49-F238E27FC236}">
                  <a16:creationId xmlns:a16="http://schemas.microsoft.com/office/drawing/2014/main" id="{0150E791-AE56-48CE-BD8B-44B868408D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5127989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Icon Bijsnijden" descr="Afbeelding met tafel&#10;&#10;Automatisch gegenereerde beschrijving">
              <a:extLst>
                <a:ext uri="{FF2B5EF4-FFF2-40B4-BE49-F238E27FC236}">
                  <a16:creationId xmlns:a16="http://schemas.microsoft.com/office/drawing/2014/main" id="{4B64F629-3218-474E-A1F5-909319BB8D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6542" y="2948859"/>
              <a:ext cx="562053" cy="724001"/>
            </a:xfrm>
            <a:prstGeom prst="rect">
              <a:avLst/>
            </a:prstGeom>
          </p:spPr>
        </p:pic>
        <p:pic>
          <p:nvPicPr>
            <p:cNvPr id="139" name="Icon Opnieuw instellen">
              <a:extLst>
                <a:ext uri="{FF2B5EF4-FFF2-40B4-BE49-F238E27FC236}">
                  <a16:creationId xmlns:a16="http://schemas.microsoft.com/office/drawing/2014/main" id="{ECEAD7ED-CCA4-47A3-9804-4095FAD53D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014" y="5743449"/>
              <a:ext cx="1181265" cy="257211"/>
            </a:xfrm>
            <a:prstGeom prst="rect">
              <a:avLst/>
            </a:prstGeom>
          </p:spPr>
        </p:pic>
      </p:grpSp>
      <p:grpSp>
        <p:nvGrpSpPr>
          <p:cNvPr id="140" name="Tip Dia herstellen">
            <a:extLst>
              <a:ext uri="{FF2B5EF4-FFF2-40B4-BE49-F238E27FC236}">
                <a16:creationId xmlns:a16="http://schemas.microsoft.com/office/drawing/2014/main" id="{50F5CC48-804D-426E-8495-1935FB72D7E5}"/>
              </a:ext>
            </a:extLst>
          </p:cNvPr>
          <p:cNvGrpSpPr/>
          <p:nvPr userDrawn="1"/>
        </p:nvGrpSpPr>
        <p:grpSpPr>
          <a:xfrm>
            <a:off x="9375155" y="1391510"/>
            <a:ext cx="2304000" cy="4201150"/>
            <a:chOff x="9375155" y="1391507"/>
            <a:chExt cx="2304000" cy="4201150"/>
          </a:xfrm>
        </p:grpSpPr>
        <p:sp>
          <p:nvSpPr>
            <p:cNvPr id="141" name="Tip tekst">
              <a:extLst>
                <a:ext uri="{FF2B5EF4-FFF2-40B4-BE49-F238E27FC236}">
                  <a16:creationId xmlns:a16="http://schemas.microsoft.com/office/drawing/2014/main" id="{F03604F6-D217-4100-8DC7-447C5DF07B76}"/>
                </a:ext>
              </a:extLst>
            </p:cNvPr>
            <p:cNvSpPr txBox="1"/>
            <p:nvPr userDrawn="1"/>
          </p:nvSpPr>
          <p:spPr>
            <a:xfrm>
              <a:off x="9375155" y="1391507"/>
              <a:ext cx="2304000" cy="42011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Dia herstellen</a:t>
              </a:r>
            </a:p>
            <a:p>
              <a:pPr>
                <a:lnSpc>
                  <a:spcPct val="100000"/>
                </a:lnSpc>
              </a:pPr>
              <a:endParaRPr lang="nl-NL" sz="1050" b="0" cap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de dia-elementen niet (meer) op de juiste manier (over elkaar) liggen kun je de dia-indeling herstellen: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1: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Verwijder eerst de bijsnijdingen van foto’s op deze dia (anders raken ze in STAP 2 verloren):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Klik op de foto.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Afbeeldingen comprimeren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Bijgesneden gebieden van afbeeldingen verwijderen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en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Standaardresolutie gebruiken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Sluit af met een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2: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2" name="Lijn">
              <a:extLst>
                <a:ext uri="{FF2B5EF4-FFF2-40B4-BE49-F238E27FC236}">
                  <a16:creationId xmlns:a16="http://schemas.microsoft.com/office/drawing/2014/main" id="{ECE3DE52-C3EA-4DC1-B3F9-EEA3DBCEEE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5155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3" name="Icon Afbeeldingen comprimeren">
              <a:extLst>
                <a:ext uri="{FF2B5EF4-FFF2-40B4-BE49-F238E27FC236}">
                  <a16:creationId xmlns:a16="http://schemas.microsoft.com/office/drawing/2014/main" id="{242BF795-21CD-4CB0-B783-A5078CF86B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9511434" y="3464874"/>
              <a:ext cx="1705213" cy="228632"/>
            </a:xfrm>
            <a:prstGeom prst="rect">
              <a:avLst/>
            </a:prstGeom>
          </p:spPr>
        </p:pic>
        <p:pic>
          <p:nvPicPr>
            <p:cNvPr id="144" name="Icon Opnieuw instellen">
              <a:extLst>
                <a:ext uri="{FF2B5EF4-FFF2-40B4-BE49-F238E27FC236}">
                  <a16:creationId xmlns:a16="http://schemas.microsoft.com/office/drawing/2014/main" id="{0F159EE5-0DB6-44B4-B1E3-B600765D8F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8170" y="4937066"/>
              <a:ext cx="1181265" cy="257211"/>
            </a:xfrm>
            <a:prstGeom prst="rect">
              <a:avLst/>
            </a:prstGeom>
          </p:spPr>
        </p:pic>
      </p:grpSp>
      <p:sp>
        <p:nvSpPr>
          <p:cNvPr id="145" name="Tijdelijke aanduiding voor datum 1">
            <a:extLst>
              <a:ext uri="{FF2B5EF4-FFF2-40B4-BE49-F238E27FC236}">
                <a16:creationId xmlns:a16="http://schemas.microsoft.com/office/drawing/2014/main" id="{3FFF70E0-9C62-42C0-999D-79C018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4432" y="6695008"/>
            <a:ext cx="36000" cy="3077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8B37950E-F7D9-49D4-8201-0A96F5749215}" type="datetime4">
              <a:rPr lang="nl-NL" smtClean="0"/>
              <a:t>4 juni 2024</a:t>
            </a:fld>
            <a:endParaRPr lang="nl-NL" dirty="0"/>
          </a:p>
        </p:txBody>
      </p:sp>
      <p:sp>
        <p:nvSpPr>
          <p:cNvPr id="146" name="Tijdelijke aanduiding voor voettekst 2">
            <a:extLst>
              <a:ext uri="{FF2B5EF4-FFF2-40B4-BE49-F238E27FC236}">
                <a16:creationId xmlns:a16="http://schemas.microsoft.com/office/drawing/2014/main" id="{C970C9C0-2814-41BA-938D-B4F9E5E4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84432" y="6695010"/>
            <a:ext cx="36000" cy="90794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r>
              <a:rPr lang="nl-NL" dirty="0"/>
              <a:t>Titel van de presentatie via &gt;Invoegen &gt;Koptekst en voettekst</a:t>
            </a:r>
          </a:p>
        </p:txBody>
      </p:sp>
      <p:sp>
        <p:nvSpPr>
          <p:cNvPr id="147" name="Tijdelijke aanduiding voor dianummer 3">
            <a:extLst>
              <a:ext uri="{FF2B5EF4-FFF2-40B4-BE49-F238E27FC236}">
                <a16:creationId xmlns:a16="http://schemas.microsoft.com/office/drawing/2014/main" id="{0B7FD4F4-2E28-41DA-B738-FB098BA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4432" y="6695008"/>
            <a:ext cx="36000" cy="1692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8626174-7854-4699-ADD6-1A80D8049B5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48" name="Titel 4">
            <a:extLst>
              <a:ext uri="{FF2B5EF4-FFF2-40B4-BE49-F238E27FC236}">
                <a16:creationId xmlns:a16="http://schemas.microsoft.com/office/drawing/2014/main" id="{D1AB2F9D-80F5-47D5-B03F-079A6920C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0" y="-228203"/>
            <a:ext cx="360000" cy="153888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33395936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5E4F1-CB3F-D1CB-C7D0-F1D66C14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1700"/>
            <a:ext cx="9540000" cy="553998"/>
          </a:xfrm>
          <a:prstGeom prst="rect">
            <a:avLst/>
          </a:prstGeom>
        </p:spPr>
        <p:txBody>
          <a:bodyPr anchor="t" anchorCtr="0" bIns="0" lIns="0" rIns="0" rtlCol="0" tIns="0" vert="horz">
            <a:spAutoFit/>
          </a:bodyPr>
          <a:lstStyle/>
          <a:p>
            <a:r>
              <a:rPr lang="nl-NL"/>
              <a:t>Klik om stijl te bewerken</a:t>
            </a:r>
            <a:endParaRPr dirty="0"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F18BF-4E1F-243E-FD61-9FE65856176F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900000" y="1825624"/>
            <a:ext cx="9540000" cy="4287600"/>
          </a:xfrm>
          <a:prstGeom prst="rect">
            <a:avLst/>
          </a:prstGeom>
        </p:spPr>
        <p:txBody>
          <a:bodyPr bIns="0" lIns="0" rIns="0" rtlCol="0" tIns="0" vert="horz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85BBFD7-6CBD-195F-2D78-2779BB6C05A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900000" y="6370918"/>
            <a:ext cx="360000" cy="184666"/>
          </a:xfrm>
          <a:prstGeom prst="rect">
            <a:avLst/>
          </a:prstGeom>
        </p:spPr>
        <p:txBody>
          <a:bodyPr anchor="ctr" bIns="0" lIns="0" rIns="0" rtlCol="0" tIns="0" vert="horz">
            <a:spAutoFit/>
          </a:bodyPr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  <p:extLst>
      <p:ext uri="{BB962C8B-B14F-4D97-AF65-F5344CB8AC3E}">
        <p14:creationId xmlns:p14="http://schemas.microsoft.com/office/powerpoint/2010/main" val="425859610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1" r:id="rId2"/>
    <p:sldLayoutId id="2147483650" r:id="rId3"/>
    <p:sldLayoutId id="2147483672" r:id="rId4"/>
    <p:sldLayoutId id="2147483814" r:id="rId5"/>
    <p:sldLayoutId id="2147483657" r:id="rId6"/>
    <p:sldLayoutId id="2147483658" r:id="rId7"/>
    <p:sldLayoutId id="2147483667" r:id="rId8"/>
    <p:sldLayoutId id="2147483671" r:id="rId9"/>
    <p:sldLayoutId id="2147483669" r:id="rId10"/>
    <p:sldLayoutId id="2147483675" r:id="rId11"/>
    <p:sldLayoutId id="2147483664" r:id="rId12"/>
    <p:sldLayoutId id="2147483676" r:id="rId13"/>
  </p:sldLayoutIdLst>
  <p:hf dt="0" ftr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0" i="0" kern="1200" sz="4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tx2"/>
        </a:buClr>
        <a:buFont charset="0" panose="020B0604020202020204" pitchFamily="34" typeface="Arial"/>
        <a:buChar char="•"/>
        <a:defRPr b="0" i="0"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00000"/>
        </a:lnSpc>
        <a:spcBef>
          <a:spcPts val="1000"/>
        </a:spcBef>
        <a:buFont charset="0" panose="020B0604020202020204" pitchFamily="34" typeface="Arial"/>
        <a:buChar char="•"/>
        <a:defRPr b="0" i="0"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00000"/>
        </a:lnSpc>
        <a:spcBef>
          <a:spcPts val="1000"/>
        </a:spcBef>
        <a:buFont charset="0" pitchFamily="50" typeface="General Sans"/>
        <a:buChar char="-"/>
        <a:defRPr b="0" i="0"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0" latinLnBrk="0" marL="0" rtl="0">
        <a:lnSpc>
          <a:spcPct val="100000"/>
        </a:lnSpc>
        <a:spcBef>
          <a:spcPts val="1000"/>
        </a:spcBef>
        <a:buFont charset="0" panose="020B0604020202020204" pitchFamily="34" typeface="Arial"/>
        <a:buNone/>
        <a:defRPr b="0" i="0"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0" latinLnBrk="0" marL="0" rtl="0">
        <a:lnSpc>
          <a:spcPct val="100000"/>
        </a:lnSpc>
        <a:spcBef>
          <a:spcPts val="1000"/>
        </a:spcBef>
        <a:buFont charset="0" panose="020B0604020202020204" pitchFamily="34" typeface="Arial"/>
        <a:buNone/>
        <a:defRPr b="0" i="0" kern="1200" sz="2400">
          <a:solidFill>
            <a:schemeClr val="tx2"/>
          </a:solidFill>
          <a:latin typeface="+mj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issues/33" TargetMode="External" /><Relationship Id="rId3" Type="http://schemas.openxmlformats.org/officeDocument/2006/relationships/hyperlink" Target="https://github.com/Npuls-OKx/Public/issues/37" TargetMode="External" /><Relationship Id="rId4" Type="http://schemas.openxmlformats.org/officeDocument/2006/relationships/hyperlink" Target="https://github.com/Npuls-OKx/Public/issues/38" TargetMode="External" /><Relationship Id="rId5" Type="http://schemas.openxmlformats.org/officeDocument/2006/relationships/hyperlink" Target="https://github.com/Npuls-OKx/Public/issues/60" TargetMode="External" /><Relationship Id="rId6" Type="http://schemas.openxmlformats.org/officeDocument/2006/relationships/hyperlink" Target="https://github.com/Npuls-OKx/Public/issues/69" TargetMode="External" /><Relationship Id="rId7" Type="http://schemas.openxmlformats.org/officeDocument/2006/relationships/hyperlink" Target="https://github.com/Npuls-OKx/Public/issues/70" TargetMode="External" /><Relationship Id="rId8" Type="http://schemas.openxmlformats.org/officeDocument/2006/relationships/hyperlink" Target="https://github.com/Npuls-OKx/Public/issues/8" TargetMode="External" /><Relationship Id="rId9" Type="http://schemas.openxmlformats.org/officeDocument/2006/relationships/hyperlink" Target="https://github.com/Npuls-OKx/Public/issues/48" TargetMode="External" /><Relationship Id="rId10" Type="http://schemas.openxmlformats.org/officeDocument/2006/relationships/hyperlink" Target="https://github.com/Npuls-OKx/Public/issues/28" TargetMode="External" /><Relationship Id="rId11" Type="http://schemas.openxmlformats.org/officeDocument/2006/relationships/hyperlink" Target="https://github.com/Npuls-OKx/Public/pull/82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tree/dev/Referentiemateriaal/adr" TargetMode="External" /><Relationship Id="rId3" Type="http://schemas.openxmlformats.org/officeDocument/2006/relationships/hyperlink" Target="https://github.com/Npuls-OKx/Public/tree/dev/Referentiemateriaal/kaderscenario&#39;s" TargetMode="External" /><Relationship Id="rId4" Type="http://schemas.openxmlformats.org/officeDocument/2006/relationships/hyperlink" Target="https://github.com/Npuls-OKx/Public/tree/dev/Referentiemateriaal/persona&#39;s" TargetMode="External" /><Relationship Id="rId5" Type="http://schemas.openxmlformats.org/officeDocument/2006/relationships/hyperlink" Target="https://github.com/Npuls-OKx/Public/tree/dev/Referentiemateriaal/principes" TargetMode="External" /><Relationship Id="rId6" Type="http://schemas.openxmlformats.org/officeDocument/2006/relationships/hyperlink" Target="https://github.com/Npuls-OKx/Public/tree/dev/Referentiemateriaal/requirementsboom" TargetMode="External" /><Relationship Id="rId7" Type="http://schemas.openxmlformats.org/officeDocument/2006/relationships/hyperlink" Target="https://github.com/Npuls-OKx/Public/tree/dev/Koppelvlakspecificati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milestone/4" TargetMode="External" /><Relationship Id="rId3" Type="http://schemas.openxmlformats.org/officeDocument/2006/relationships/hyperlink" Target="https://github.com/Npuls-OKx/Public/milestone/3" TargetMode="External" /><Relationship Id="rId4" Type="http://schemas.openxmlformats.org/officeDocument/2006/relationships/hyperlink" Target="https://github.com/Npuls-OKx/Public/milestone/5" TargetMode="External" /><Relationship Id="rId5" Type="http://schemas.openxmlformats.org/officeDocument/2006/relationships/hyperlink" Target="https://github.com/Npuls-OKx/Public/milestone/1" TargetMode="External" /><Relationship Id="rId6" Type="http://schemas.openxmlformats.org/officeDocument/2006/relationships/hyperlink" Target="https://github.com/Npuls-OKx/Public/milestone/7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issues/47" TargetMode="External" /><Relationship Id="rId3" Type="http://schemas.openxmlformats.org/officeDocument/2006/relationships/hyperlink" Target="https://github.com/Npuls-OKx/Public/issues/51" TargetMode="External" /><Relationship Id="rId4" Type="http://schemas.openxmlformats.org/officeDocument/2006/relationships/hyperlink" Target="https://github.com/Npuls-OKx/Public/issues/45" TargetMode="External" /><Relationship Id="rId5" Type="http://schemas.openxmlformats.org/officeDocument/2006/relationships/hyperlink" Target="https://github.com/Npuls-OKx/Public/issues/46" TargetMode="External" /><Relationship Id="rId6" Type="http://schemas.openxmlformats.org/officeDocument/2006/relationships/hyperlink" Target="https://github.com/Npuls-OKx/Public/issues/44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issues/45" TargetMode="External" /><Relationship Id="rId3" Type="http://schemas.openxmlformats.org/officeDocument/2006/relationships/hyperlink" Target="https://github.com/Npuls-OKx/Public/milestone/3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pull/82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issues/46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github.com/Npuls-OKx/Public/issues/47" TargetMode="External" /><Relationship Id="rId3" Type="http://schemas.openxmlformats.org/officeDocument/2006/relationships/hyperlink" Target="https://github.com/Npuls-OKx/meta/issues/80" TargetMode="External" /><Relationship Id="rId4" Type="http://schemas.openxmlformats.org/officeDocument/2006/relationships/hyperlink" Target="https://github.com/Npuls-OKx/Public/issues/74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Kerngroep techniek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OKx · Npuls · 1 september 2026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 van zaken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Gesloten sinds 19 augustus: 9</a:t>
            </a:r>
            <a:r>
              <a:rPr/>
              <a:t> - Requirementsboom overgeheveld: </a:t>
            </a:r>
            <a:r>
              <a:rPr>
                <a:hlinkClick r:id="rId2"/>
              </a:rPr>
              <a:t>#33</a:t>
            </a:r>
            <a:r>
              <a:rPr/>
              <a:t> - Id-conventie voor eisen: </a:t>
            </a:r>
            <a:r>
              <a:rPr>
                <a:hlinkClick r:id="rId3"/>
              </a:rPr>
              <a:t>#37</a:t>
            </a:r>
            <a:r>
              <a:rPr/>
              <a:t>, </a:t>
            </a:r>
            <a:r>
              <a:rPr>
                <a:hlinkClick r:id="rId4"/>
              </a:rPr>
              <a:t>#38</a:t>
            </a:r>
            <a:r>
              <a:rPr/>
              <a:t> - Leesroute en verdieping per rij: </a:t>
            </a:r>
            <a:r>
              <a:rPr>
                <a:hlinkClick r:id="rId5"/>
              </a:rPr>
              <a:t>#60</a:t>
            </a:r>
            <a:r>
              <a:rPr/>
              <a:t>, </a:t>
            </a:r>
            <a:r>
              <a:rPr>
                <a:hlinkClick r:id="rId6"/>
              </a:rPr>
              <a:t>#69</a:t>
            </a:r>
            <a:r>
              <a:rPr/>
              <a:t>, </a:t>
            </a:r>
            <a:r>
              <a:rPr>
                <a:hlinkClick r:id="rId7"/>
              </a:rPr>
              <a:t>#70</a:t>
            </a:r>
            <a:r>
              <a:rPr/>
              <a:t> - Engelse veldnamen in de schema’s: </a:t>
            </a:r>
            <a:r>
              <a:rPr>
                <a:hlinkClick r:id="rId8"/>
              </a:rPr>
              <a:t>#8</a:t>
            </a:r>
            <a:r>
              <a:rPr/>
              <a:t> - LMS-koppelvlakplaat gecorrigeerd: </a:t>
            </a:r>
            <a:r>
              <a:rPr>
                <a:hlinkClick r:id="rId9"/>
              </a:rPr>
              <a:t>#48</a:t>
            </a:r>
            <a:r>
              <a:rPr/>
              <a:t>, review-opmerking verwerkt: </a:t>
            </a:r>
            <a:r>
              <a:rPr>
                <a:hlinkClick r:id="rId10"/>
              </a:rPr>
              <a:t>#28</a:t>
            </a:r>
            <a:r>
              <a:rPr/>
              <a:t> </a:t>
            </a:r>
            <a:r>
              <a:rPr b="1"/>
              <a:t>Ter review</a:t>
            </a:r>
            <a:r>
              <a:rPr/>
              <a:t> - </a:t>
            </a:r>
            <a:r>
              <a:rPr>
                <a:hlinkClick r:id="rId11"/>
              </a:rPr>
              <a:t>PR 82</a:t>
            </a:r>
            <a:r>
              <a:rPr/>
              <a:t>: release v0.0.2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Opdrachten vorige sessie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89000" y="1803400"/>
          <a:ext cx="9537700" cy="42799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62500"/>
                <a:gridCol w="476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Opdracht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 architectuurbesluiten doorlezen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Nog geen reacties binnen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 referentiemateriaal doornemen: kaderscenario, persona, principes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Nog geen reacties binnen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Structuur en navigeerbaarheid beproeven, bevindingen als issue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Drie issues van buiten het projectteam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vraag vandaag: is er tijd voor geweest, en wat is ervoor nodig om dit wel te laten lukken?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Waar het materiaal staat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Om te lezen</a:t>
            </a:r>
            <a:r>
              <a:rPr/>
              <a:t> - </a:t>
            </a:r>
            <a:r>
              <a:rPr>
                <a:hlinkClick r:id="rId2"/>
              </a:rPr>
              <a:t>Architectuurbesluiten</a:t>
            </a:r>
            <a:r>
              <a:rPr/>
              <a:t>: 26 besluiten, alle met status voorstel - </a:t>
            </a:r>
            <a:r>
              <a:rPr>
                <a:hlinkClick r:id="rId3"/>
              </a:rPr>
              <a:t>Kaderscenario leerroute 1</a:t>
            </a:r>
            <a:r>
              <a:rPr/>
              <a:t>: de keten van begin tot eind - </a:t>
            </a:r>
            <a:r>
              <a:rPr>
                <a:hlinkClick r:id="rId4"/>
              </a:rPr>
              <a:t>Persona Jochem</a:t>
            </a:r>
            <a:r>
              <a:rPr/>
              <a:t>: de student die door dat scenario loopt </a:t>
            </a:r>
            <a:r>
              <a:rPr b="1"/>
              <a:t>Om op te bouwen</a:t>
            </a:r>
            <a:r>
              <a:rPr/>
              <a:t> - </a:t>
            </a:r>
            <a:r>
              <a:rPr>
                <a:hlinkClick r:id="rId5"/>
              </a:rPr>
              <a:t>Principes en uitgangspunten</a:t>
            </a:r>
            <a:r>
              <a:rPr/>
              <a:t>: waarom en hoe - </a:t>
            </a:r>
            <a:r>
              <a:rPr>
                <a:hlinkClick r:id="rId6"/>
              </a:rPr>
              <a:t>Requirementsboom</a:t>
            </a:r>
            <a:r>
              <a:rPr/>
              <a:t>: van doel naar eis - </a:t>
            </a:r>
            <a:r>
              <a:rPr>
                <a:hlinkClick r:id="rId7"/>
              </a:rPr>
              <a:t>Koppelvlakspecificaties</a:t>
            </a:r>
            <a:r>
              <a:rPr/>
              <a:t>: het releasepakket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werk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Vijf milestones met openstaand werk</a:t>
            </a:r>
            <a:r>
              <a:rPr/>
              <a:t> | Milestone | Open | |—|—| | </a:t>
            </a:r>
            <a:r>
              <a:rPr>
                <a:hlinkClick r:id="rId2"/>
              </a:rPr>
              <a:t>Releaseproces en kwaliteit</a:t>
            </a:r>
            <a:r>
              <a:rPr/>
              <a:t> | 10 | | </a:t>
            </a:r>
            <a:r>
              <a:rPr>
                <a:hlinkClick r:id="rId3"/>
              </a:rPr>
              <a:t>Requirementsboom doorontwikkelen</a:t>
            </a:r>
            <a:r>
              <a:rPr/>
              <a:t> | 9 | | </a:t>
            </a:r>
            <a:r>
              <a:rPr>
                <a:hlinkClick r:id="rId4"/>
              </a:rPr>
              <a:t>Interactiepatroon-documenten</a:t>
            </a:r>
            <a:r>
              <a:rPr/>
              <a:t> | 7 | | </a:t>
            </a:r>
            <a:r>
              <a:rPr>
                <a:hlinkClick r:id="rId5"/>
              </a:rPr>
              <a:t>Leerroute-refactor</a:t>
            </a:r>
            <a:r>
              <a:rPr/>
              <a:t> | 4 | | </a:t>
            </a:r>
            <a:r>
              <a:rPr>
                <a:hlinkClick r:id="rId6"/>
              </a:rPr>
              <a:t>Keuzedelen</a:t>
            </a:r>
            <a:r>
              <a:rPr/>
              <a:t> | 3 | </a:t>
            </a:r>
            <a:r>
              <a:rPr b="1"/>
              <a:t>Vermoedelijk werk zonder issue</a:t>
            </a:r>
            <a:r>
              <a:rPr/>
              <a:t> - Informatiemodel eerst reviewen, dan de payloads - Supporttermijn en deprecatie: AP06 belooft het, het releasedocument sluit het uit - Eigenaarschap en RACI van het releasepakket: het template is er, nooit ingevuld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Voortgang issues vorige meeting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89000" y="1803400"/>
          <a:ext cx="9537700" cy="42799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62500"/>
                <a:gridCol w="476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Vervolgactie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#47</a:t>
                      </a:r>
                      <a:r>
                        <a:rPr/>
                        <a:t> versionering tussen koppelingen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Voorstel volgt als pull request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#51</a:t>
                      </a:r>
                      <a:r>
                        <a:rPr/>
                        <a:t> releases via pull request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Ingericht, PR 82 loopt deze route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4"/>
                        </a:rPr>
                        <a:t>#45</a:t>
                      </a:r>
                      <a:r>
                        <a:rPr/>
                        <a:t> klikbare referenties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Deels opgenomen in de requirementsboom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5"/>
                        </a:rPr>
                        <a:t>#46</a:t>
                      </a:r>
                      <a:r>
                        <a:rPr/>
                        <a:t> tags van releases bewaren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Opgelost via de release branches; issue nog bij te werken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6"/>
                        </a:rPr>
                        <a:t>#44</a:t>
                      </a:r>
                      <a:r>
                        <a:rPr/>
                        <a:t> werkwijze issuesessie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Nog niet opgepakt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Informatiemodel eerst reviewen, dan payloads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Geen issue, dus niet opgepakt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Deel 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Voortgang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Requirementsboom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/>
            <a:r>
              <a:rPr/>
              <a:t>De structuur staat: van doel via epic en feature naar story, en door naar de eis</a:t>
            </a:r>
          </a:p>
          <a:p>
            <a:pPr lvl="0"/>
            <a:r>
              <a:rPr/>
              <a:t>Klikbaar in beide richtingen, deels antwoord op </a:t>
            </a:r>
            <a:r>
              <a:rPr>
                <a:hlinkClick r:id="rId2"/>
              </a:rPr>
              <a:t>#45</a:t>
            </a:r>
          </a:p>
          <a:p>
            <a:pPr lvl="0"/>
            <a:r>
              <a:rPr/>
              <a:t>Verdieping loopt in milestone </a:t>
            </a:r>
            <a:r>
              <a:rPr>
                <a:hlinkClick r:id="rId3"/>
              </a:rPr>
              <a:t>Requirementsboom doorontwikkelen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 het wensen- en eisenpakket door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Voordat we gaan bouwen moeten we scherp hebben wat we willen en wat we moeten kunnen. </a:t>
            </a:r>
            <a:r>
              <a:rPr b="1"/>
              <a:t>Drie vragen, via </a:t>
            </a:r>
            <a:r>
              <a:rPr b="1">
                <a:hlinkClick r:id="rId2"/>
              </a:rPr>
              <a:t>PR 82</a:t>
            </a:r>
            <a:r>
              <a:rPr/>
              <a:t> - Wat mis je? - Wat staat er goed? - Is dit de juiste vorm? </a:t>
            </a:r>
            <a:r>
              <a:rPr b="1"/>
              <a:t>Hulp bij het doorlopen</a:t>
            </a:r>
            <a:r>
              <a:rPr/>
              <a:t> - Een sessie van een uur per leverancier, via Teams - De wekelijkse inloop op vrijdag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Deel 2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Branching en release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Branchmodel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Voorstel, Public PR 81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Van bron naar releasepakket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/>
            <a:r>
              <a:rPr/>
              <a:t>Feature branch met pull request naar dev: de interne review</a:t>
            </a:r>
          </a:p>
          <a:p>
            <a:pPr lvl="0"/>
            <a:r>
              <a:rPr/>
              <a:t>Dev wordt gekloond naar een release branch, met alle bronbestanden erin</a:t>
            </a:r>
          </a:p>
          <a:p>
            <a:pPr lvl="0"/>
            <a:r>
              <a:rPr/>
              <a:t>Vanaf die release branch een pull request ter review voor de kerngroep techniek</a:t>
            </a:r>
          </a:p>
          <a:p>
            <a:pPr lvl="0"/>
            <a:r>
              <a:rPr/>
              <a:t>Na akkoord landen de bronbestanden op release branch N; de vorige blijft als N-1 staan</a:t>
            </a:r>
          </a:p>
          <a:p>
            <a:pPr lvl="0"/>
            <a:r>
              <a:rPr/>
              <a:t>Daarna start de CI de build; de bronbestanden blijven refereerbaar (</a:t>
            </a:r>
            <a:r>
              <a:rPr>
                <a:hlinkClick r:id="rId2"/>
              </a:rPr>
              <a:t>#46</a:t>
            </a:r>
            <a:r>
              <a:rPr/>
              <a:t>)</a:t>
            </a:r>
          </a:p>
          <a:p>
            <a:pPr lvl="0"/>
            <a:r>
              <a:rPr/>
              <a:t>De build levert ook het volledige document als markdown, zodat twee versies naast elkaar te leggen zijn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 is een pull request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/>
            <a:r>
              <a:rPr/>
              <a:t>Een voorstel tot wijziging, met de aanleiding erbij</a:t>
            </a:r>
          </a:p>
          <a:p>
            <a:pPr lvl="0"/>
            <a:r>
              <a:rPr/>
              <a:t>Regel voor regel te bekijken en van commentaar te voorzien</a:t>
            </a:r>
          </a:p>
          <a:p>
            <a:pPr lvl="0"/>
            <a:r>
              <a:rPr/>
              <a:t>Automatische controles draaien mee en moeten slagen</a:t>
            </a:r>
          </a:p>
          <a:p>
            <a:pPr lvl="0"/>
            <a:r>
              <a:rPr/>
              <a:t>Pas na goedkeuring gaat de wijziging erin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Reviewen via een pull request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Reviewen in vier stappen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1Opgemaakte weergave van de wijziging 2Commentaar per regel 3Review indienen 4Automatische controles: werken de verwijzingen nog De controles groeien mee: verwijzingen, diagrammen tegen de schema’s, navigeerbaarheid van de boom.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Afspraken bij een pull request-review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Status: concept | | Voorzet | |—|—| | </a:t>
            </a:r>
            <a:r>
              <a:rPr b="1"/>
              <a:t>Goedkeuringen</a:t>
            </a:r>
            <a:r>
              <a:rPr/>
              <a:t> | Minimaal een per leverancier die de koppeling bouwt, plus een vanuit de sector | | </a:t>
            </a:r>
            <a:r>
              <a:rPr b="1"/>
              <a:t>Tester</a:t>
            </a:r>
            <a:r>
              <a:rPr/>
              <a:t> | Automatische controles, aangevuld met een mens die de testgevallen naloopt | | </a:t>
            </a:r>
            <a:r>
              <a:rPr b="1"/>
              <a:t>Reviewer</a:t>
            </a:r>
            <a:r>
              <a:rPr/>
              <a:t> | Een ander persoon dan de tester, beoordeelt de inhoud | | </a:t>
            </a:r>
            <a:r>
              <a:rPr b="1"/>
              <a:t>Termijn</a:t>
            </a:r>
            <a:r>
              <a:rPr/>
              <a:t> | Twee weken, tot de volgende sessie | | </a:t>
            </a:r>
            <a:r>
              <a:rPr b="1"/>
              <a:t>Nooit</a:t>
            </a:r>
            <a:r>
              <a:rPr/>
              <a:t> | Een review door de maker van de wijziging | Besluit nodig opzijn we het eens met dit concept?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Openstaande punten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89000" y="1803400"/>
          <a:ext cx="9537700" cy="42799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62500"/>
                <a:gridCol w="4762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Vervolgactie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Versionering per koppeling</a:t>
                      </a:r>
                      <a:r>
                        <a:rPr/>
                        <a:t> (</a:t>
                      </a:r>
                      <a:r>
                        <a:rPr>
                          <a:hlinkClick r:id="rId2"/>
                        </a:rPr>
                        <a:t>#47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Voorstel eerst intern in het kernteam, daarna als PR hierheen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Meerdere instanties van een referentiecomponent</a:t>
                      </a:r>
                      <a:r>
                        <a:rPr/>
                        <a:t> (</a:t>
                      </a:r>
                      <a:r>
                        <a:rPr>
                          <a:hlinkClick r:id="rId3"/>
                        </a:rPr>
                        <a:t>meta #80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Uitwerken, nog geen uitspraak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Keuzes en regelsets</a:t>
                      </a:r>
                      <a:r>
                        <a:rPr/>
                        <a:t> (</a:t>
                      </a:r>
                      <a:r>
                        <a:rPr>
                          <a:hlinkClick r:id="rId4"/>
                        </a:rPr>
                        <a:t>#74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Keuzeregel-typologie toetsen aan echte scenario’s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Informatiemodel voor payloads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 aanmaken, dan agenderen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 gevraagdwaar ligt de prioriteit, en welke issues missen we nog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Gevraagd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Reviewde requirementsboom in PR 82: welke epics, features, stories en functionele eisen mis jij? Tot de volgende sessie Besluitde afspraken voor een pull request-review, en de prioritering van de openstaande punten Inputwelke issues missen we nog Lezende architectuurbesluiten en de kaderscenario’s; alle besluiten staan op voorstel, dus commentaar telt nog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Vervolg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Volgende sessie: - Versioneringsvoorstel als pull request - Uitkomst van de review op v0.0.2 - De issues die vandaag ontbraken Over drie maanden: start bouw op een eerste betaversie van de koppelvlakken OC naar SIS, OC naar P&amp;R en OC naar LMS. Commentaar op een release: in de pull request. Nieuw punt: als issue op github.com/Npuls-OKx/Public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EDC4490-254F-A3CD-E1E5-8C4FCC51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Hoe gaat het?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4C19-905F-16CB-DFC1-EC5145A739E8}"/>
              </a:ext>
            </a:extLst>
          </p:cNvPr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 lvl="0"/>
            <a:r>
              <a:rPr/>
              <a:t>Welk cijfer geef je de voortgang, en waarom?</a:t>
            </a:r>
          </a:p>
          <a:p>
            <a:pPr lvl="0"/>
            <a:r>
              <a:rPr/>
              <a:t>Wat ging er goed?</a:t>
            </a:r>
          </a:p>
          <a:p>
            <a:pPr lvl="0"/>
            <a:r>
              <a:rPr/>
              <a:t>Wat kan er beter? 1 2 3 4 5 6 7 8 9 10 loopt nietloopt goed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8214CE-2914-AABC-1FC7-658B39A367D7}"/>
              </a:ext>
            </a:extLst>
          </p:cNvPr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51C5D536-50B7-4CE6-B44E-3B56F0A7BD1A}" type="slidenum">
              <a:rPr lang="nl-NL" smtClean="0"/>
              <a:pPr/>
              <a:t>‹nr.›</a:t>
            </a:fld>
            <a:endParaRPr dirty="0" lang="nl-NL"/>
          </a:p>
        </p:txBody>
      </p:sp>
    </p:spTree>
  </p:cSld>
</p:sld>
</file>

<file path=ppt/theme/theme1.xml><?xml version="1.0" encoding="utf-8"?>
<a:theme xmlns:a="http://schemas.openxmlformats.org/drawingml/2006/main" name="Npuls wit">
  <a:themeElements>
    <a:clrScheme name="Npuls PP wit">
      <a:dk1>
        <a:srgbClr val="000000"/>
      </a:dk1>
      <a:lt1>
        <a:srgbClr val="FFFFFF"/>
      </a:lt1>
      <a:dk2>
        <a:srgbClr val="DD784B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puls presentatie 2024.pptx" id="{17DA9F54-090A-447F-A8AA-E86E0BB84DEF}" vid="{039621A9-82FE-4C0A-8B3A-68302378E6EF}"/>
    </a:ext>
  </a:extLst>
</a:theme>
</file>

<file path=ppt/theme/theme2.xml><?xml version="1.0" encoding="utf-8"?>
<a:theme xmlns:a="http://schemas.openxmlformats.org/drawingml/2006/main" name="Npuls roze">
  <a:themeElements>
    <a:clrScheme name="Npuls PP roze">
      <a:dk1>
        <a:srgbClr val="000000"/>
      </a:dk1>
      <a:lt1>
        <a:srgbClr val="F4D9DC"/>
      </a:lt1>
      <a:dk2>
        <a:srgbClr val="DD784B"/>
      </a:dk2>
      <a:lt2>
        <a:srgbClr val="F4D9DC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puls presentatie 2024.pptx" id="{17DA9F54-090A-447F-A8AA-E86E0BB84DEF}" vid="{296A9A28-494E-4B5A-BAE3-4B9447D41206}"/>
    </a:ext>
  </a:extLst>
</a:theme>
</file>

<file path=ppt/theme/theme3.xml><?xml version="1.0" encoding="utf-8"?>
<a:theme xmlns:a="http://schemas.openxmlformats.org/drawingml/2006/main" name="Npuls oranje">
  <a:themeElements>
    <a:clrScheme name="Npuls PP oranje">
      <a:dk1>
        <a:srgbClr val="FFFFFF"/>
      </a:dk1>
      <a:lt1>
        <a:srgbClr val="DD784B"/>
      </a:lt1>
      <a:dk2>
        <a:srgbClr val="231F20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puls presentatie 2024.pptx" id="{17DA9F54-090A-447F-A8AA-E86E0BB84DEF}" vid="{A8877AE5-ECD6-4837-BD93-F7533F714DE6}"/>
    </a:ext>
  </a:extLst>
</a:theme>
</file>

<file path=ppt/theme/theme4.xml><?xml version="1.0" encoding="utf-8"?>
<a:theme xmlns:a="http://schemas.openxmlformats.org/drawingml/2006/main" name="Npuls blauw">
  <a:themeElements>
    <a:clrScheme name="Aangepast 5">
      <a:dk1>
        <a:srgbClr val="FFFFFF"/>
      </a:dk1>
      <a:lt1>
        <a:srgbClr val="3D68EC"/>
      </a:lt1>
      <a:dk2>
        <a:srgbClr val="F4D9DC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puls presentatie 2024.pptx" id="{17DA9F54-090A-447F-A8AA-E86E0BB84DEF}" vid="{48F2F4BE-1CAC-4274-BB27-FAF32EB45CD9}"/>
    </a:ext>
  </a:extLst>
</a:theme>
</file>

<file path=ppt/theme/theme5.xml><?xml version="1.0" encoding="utf-8"?>
<a:theme xmlns:a="http://schemas.openxmlformats.org/drawingml/2006/main" name="Npuls geel">
  <a:themeElements>
    <a:clrScheme name="Aangepast 1">
      <a:dk1>
        <a:srgbClr val="231F20"/>
      </a:dk1>
      <a:lt1>
        <a:srgbClr val="231F20"/>
      </a:lt1>
      <a:dk2>
        <a:srgbClr val="231F20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puls presentatie 2024.pptx" id="{17DA9F54-090A-447F-A8AA-E86E0BB84DEF}" vid="{EDEDB81C-128E-4EAA-9E03-6A670D02E228}"/>
    </a:ext>
  </a:extLst>
</a:theme>
</file>

<file path=ppt/theme/theme6.xml><?xml version="1.0" encoding="utf-8"?>
<a:theme xmlns:a="http://schemas.openxmlformats.org/drawingml/2006/main" name="Tips">
  <a:themeElements>
    <a:clrScheme name="Npuls PP wit">
      <a:dk1>
        <a:srgbClr val="000000"/>
      </a:dk1>
      <a:lt1>
        <a:srgbClr val="FFFFFF"/>
      </a:lt1>
      <a:dk2>
        <a:srgbClr val="DD784B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puls presentatie 2024.pptx" id="{17DA9F54-090A-447F-A8AA-E86E0BB84DEF}" vid="{3937AA9C-191D-4B3D-A995-9DB849B59A0C}"/>
    </a:ext>
  </a:extLst>
</a:theme>
</file>

<file path=ppt/theme/theme7.xml><?xml version="1.0" encoding="utf-8"?>
<a:theme xmlns:a="http://schemas.openxmlformats.org/drawingml/2006/main" name="Office Theme">
  <a:themeElements>
    <a:clrScheme name="Npuls PP wit">
      <a:dk1>
        <a:srgbClr val="000000"/>
      </a:dk1>
      <a:lt1>
        <a:srgbClr val="FFFFFF"/>
      </a:lt1>
      <a:dk2>
        <a:srgbClr val="DD784B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Kantoorthema">
  <a:themeElements>
    <a:clrScheme name="Npuls PP wit">
      <a:dk1>
        <a:srgbClr val="000000"/>
      </a:dk1>
      <a:lt1>
        <a:srgbClr val="FFFFFF"/>
      </a:lt1>
      <a:dk2>
        <a:srgbClr val="DD784B"/>
      </a:dk2>
      <a:lt2>
        <a:srgbClr val="FFFFFF"/>
      </a:lt2>
      <a:accent1>
        <a:srgbClr val="DD784B"/>
      </a:accent1>
      <a:accent2>
        <a:srgbClr val="231F20"/>
      </a:accent2>
      <a:accent3>
        <a:srgbClr val="F4D9DC"/>
      </a:accent3>
      <a:accent4>
        <a:srgbClr val="3D68EC"/>
      </a:accent4>
      <a:accent5>
        <a:srgbClr val="F4D74B"/>
      </a:accent5>
      <a:accent6>
        <a:srgbClr val="00AF81"/>
      </a:accent6>
      <a:hlink>
        <a:srgbClr val="DD784A"/>
      </a:hlink>
      <a:folHlink>
        <a:srgbClr val="DD784A"/>
      </a:folHlink>
    </a:clrScheme>
    <a:fontScheme name="Npuls PP">
      <a:majorFont>
        <a:latin typeface="General Sans Semibold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17</Words>
  <Application>Microsoft Office PowerPoint</Application>
  <PresentationFormat>Breedbeeld</PresentationFormat>
  <Paragraphs>16</Paragraphs>
  <Slides>20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6</vt:i4>
      </vt:variant>
      <vt:variant>
        <vt:lpstr>Diatitels</vt:lpstr>
      </vt:variant>
      <vt:variant>
        <vt:i4>20</vt:i4>
      </vt:variant>
    </vt:vector>
  </HeadingPairs>
  <TitlesOfParts>
    <vt:vector size="32" baseType="lpstr">
      <vt:lpstr>Cooper Lt BT</vt:lpstr>
      <vt:lpstr>Arial</vt:lpstr>
      <vt:lpstr>Calibri</vt:lpstr>
      <vt:lpstr>General Sans Semibold</vt:lpstr>
      <vt:lpstr>General Sans</vt:lpstr>
      <vt:lpstr>Calibri Light</vt:lpstr>
      <vt:lpstr>Npuls wit</vt:lpstr>
      <vt:lpstr>Npuls roze</vt:lpstr>
      <vt:lpstr>Npuls oranje</vt:lpstr>
      <vt:lpstr>Npuls blauw</vt:lpstr>
      <vt:lpstr>Npuls geel</vt:lpstr>
      <vt:lpstr>Tips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Illustraties</vt:lpstr>
      <vt:lpstr>Illustraties 2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2026-09-02T09:24:47Z</dcterms:created>
  <dcterms:modified xsi:type="dcterms:W3CDTF">2026-09-02T09:24:47Z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